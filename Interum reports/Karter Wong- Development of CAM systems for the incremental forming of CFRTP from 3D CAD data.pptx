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Lst>
  <p:notesMasterIdLst>
    <p:notesMasterId r:id="rId22"/>
  </p:notesMasterIdLst>
  <p:handoutMasterIdLst>
    <p:handoutMasterId r:id="rId23"/>
  </p:handoutMasterIdLst>
  <p:sldIdLst>
    <p:sldId id="271" r:id="rId2"/>
    <p:sldId id="387" r:id="rId3"/>
    <p:sldId id="416" r:id="rId4"/>
    <p:sldId id="418" r:id="rId5"/>
    <p:sldId id="415" r:id="rId6"/>
    <p:sldId id="405" r:id="rId7"/>
    <p:sldId id="423" r:id="rId8"/>
    <p:sldId id="389" r:id="rId9"/>
    <p:sldId id="424" r:id="rId10"/>
    <p:sldId id="422" r:id="rId11"/>
    <p:sldId id="407" r:id="rId12"/>
    <p:sldId id="367" r:id="rId13"/>
    <p:sldId id="421" r:id="rId14"/>
    <p:sldId id="414" r:id="rId15"/>
    <p:sldId id="425" r:id="rId16"/>
    <p:sldId id="417" r:id="rId17"/>
    <p:sldId id="419" r:id="rId18"/>
    <p:sldId id="390" r:id="rId19"/>
    <p:sldId id="420" r:id="rId20"/>
    <p:sldId id="413" r:id="rId21"/>
  </p:sldIdLst>
  <p:sldSz cx="9144000" cy="6858000" type="screen4x3"/>
  <p:notesSz cx="6797675" cy="9926638"/>
  <p:defaultTextStyle>
    <a:defPPr>
      <a:defRPr lang="ja-JP"/>
    </a:defPPr>
    <a:lvl1pPr algn="l" rtl="0" eaLnBrk="0" fontAlgn="base" hangingPunct="0">
      <a:spcBef>
        <a:spcPct val="0"/>
      </a:spcBef>
      <a:spcAft>
        <a:spcPct val="0"/>
      </a:spcAft>
      <a:defRPr kumimoji="1" sz="2800" b="1" kern="1200">
        <a:solidFill>
          <a:srgbClr val="000099"/>
        </a:solidFill>
        <a:latin typeface="Arial" panose="020B060402020202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umimoji="1" sz="2800" b="1" kern="1200">
        <a:solidFill>
          <a:srgbClr val="000099"/>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800" b="1" kern="1200">
        <a:solidFill>
          <a:srgbClr val="000099"/>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800" b="1" kern="1200">
        <a:solidFill>
          <a:srgbClr val="000099"/>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800" b="1" kern="1200">
        <a:solidFill>
          <a:srgbClr val="000099"/>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800" b="1" kern="1200">
        <a:solidFill>
          <a:srgbClr val="000099"/>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800" b="1" kern="1200">
        <a:solidFill>
          <a:srgbClr val="000099"/>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800" b="1" kern="1200">
        <a:solidFill>
          <a:srgbClr val="000099"/>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800" b="1" kern="1200">
        <a:solidFill>
          <a:srgbClr val="000099"/>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208">
          <p15:clr>
            <a:srgbClr val="A4A3A4"/>
          </p15:clr>
        </p15:guide>
        <p15:guide id="2" pos="2928">
          <p15:clr>
            <a:srgbClr val="A4A3A4"/>
          </p15:clr>
        </p15:guide>
      </p15:sldGuideLst>
    </p:ext>
    <p:ext uri="{2D200454-40CA-4A62-9FC3-DE9A4176ACB9}">
      <p15:notesGuideLst xmlns:p15="http://schemas.microsoft.com/office/powerpoint/2012/main">
        <p15:guide id="1" orient="horz" pos="3127">
          <p15:clr>
            <a:srgbClr val="A4A3A4"/>
          </p15:clr>
        </p15:guide>
        <p15:guide id="2" pos="214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109F"/>
    <a:srgbClr val="FFCCCC"/>
    <a:srgbClr val="FFFF00"/>
    <a:srgbClr val="FFCCFF"/>
    <a:srgbClr val="FF3300"/>
    <a:srgbClr val="FF9900"/>
    <a:srgbClr val="000000"/>
    <a:srgbClr val="CCFFFF"/>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18" autoAdjust="0"/>
    <p:restoredTop sz="95706" autoAdjust="0"/>
  </p:normalViewPr>
  <p:slideViewPr>
    <p:cSldViewPr>
      <p:cViewPr varScale="1">
        <p:scale>
          <a:sx n="91" d="100"/>
          <a:sy n="91" d="100"/>
        </p:scale>
        <p:origin x="1320" y="86"/>
      </p:cViewPr>
      <p:guideLst>
        <p:guide orient="horz" pos="2208"/>
        <p:guide pos="2928"/>
      </p:guideLst>
    </p:cSldViewPr>
  </p:slideViewPr>
  <p:outlineViewPr>
    <p:cViewPr>
      <p:scale>
        <a:sx n="25" d="100"/>
        <a:sy n="25"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6" d="100"/>
          <a:sy n="56" d="100"/>
        </p:scale>
        <p:origin x="-1866" y="-78"/>
      </p:cViewPr>
      <p:guideLst>
        <p:guide orient="horz" pos="3127"/>
        <p:guide pos="2142"/>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TER MAKOTOWINGTIM WONG" userId="87f3421f-7e5f-4328-a49b-3eb6eaf73452" providerId="ADAL" clId="{969FE709-8D9E-4052-A78E-5AF6D9420899}"/>
    <pc:docChg chg="undo redo custSel addSld delSld modSld">
      <pc:chgData name="KARTER MAKOTOWINGTIM WONG" userId="87f3421f-7e5f-4328-a49b-3eb6eaf73452" providerId="ADAL" clId="{969FE709-8D9E-4052-A78E-5AF6D9420899}" dt="2025-06-18T02:00:29.665" v="494" actId="20577"/>
      <pc:docMkLst>
        <pc:docMk/>
      </pc:docMkLst>
      <pc:sldChg chg="delSp modSp mod">
        <pc:chgData name="KARTER MAKOTOWINGTIM WONG" userId="87f3421f-7e5f-4328-a49b-3eb6eaf73452" providerId="ADAL" clId="{969FE709-8D9E-4052-A78E-5AF6D9420899}" dt="2025-06-18T01:50:23.432" v="198" actId="113"/>
        <pc:sldMkLst>
          <pc:docMk/>
          <pc:sldMk cId="0" sldId="271"/>
        </pc:sldMkLst>
        <pc:spChg chg="mod">
          <ac:chgData name="KARTER MAKOTOWINGTIM WONG" userId="87f3421f-7e5f-4328-a49b-3eb6eaf73452" providerId="ADAL" clId="{969FE709-8D9E-4052-A78E-5AF6D9420899}" dt="2025-06-18T01:50:23.432" v="198" actId="113"/>
          <ac:spMkLst>
            <pc:docMk/>
            <pc:sldMk cId="0" sldId="271"/>
            <ac:spMk id="2054" creationId="{ACE641F1-5D1F-3706-FD84-E3B8318385EA}"/>
          </ac:spMkLst>
        </pc:spChg>
        <pc:spChg chg="del">
          <ac:chgData name="KARTER MAKOTOWINGTIM WONG" userId="87f3421f-7e5f-4328-a49b-3eb6eaf73452" providerId="ADAL" clId="{969FE709-8D9E-4052-A78E-5AF6D9420899}" dt="2025-06-18T01:49:52.682" v="193" actId="478"/>
          <ac:spMkLst>
            <pc:docMk/>
            <pc:sldMk cId="0" sldId="271"/>
            <ac:spMk id="4098" creationId="{D1E6E625-34C9-6991-245F-9FD291F4CB1F}"/>
          </ac:spMkLst>
        </pc:spChg>
        <pc:spChg chg="mod">
          <ac:chgData name="KARTER MAKOTOWINGTIM WONG" userId="87f3421f-7e5f-4328-a49b-3eb6eaf73452" providerId="ADAL" clId="{969FE709-8D9E-4052-A78E-5AF6D9420899}" dt="2025-06-18T01:50:02.226" v="194" actId="2711"/>
          <ac:spMkLst>
            <pc:docMk/>
            <pc:sldMk cId="0" sldId="271"/>
            <ac:spMk id="4100" creationId="{1CC227A7-F3E8-6F8F-0D53-311E27A95BB9}"/>
          </ac:spMkLst>
        </pc:spChg>
      </pc:sldChg>
      <pc:sldChg chg="modSp mod">
        <pc:chgData name="KARTER MAKOTOWINGTIM WONG" userId="87f3421f-7e5f-4328-a49b-3eb6eaf73452" providerId="ADAL" clId="{969FE709-8D9E-4052-A78E-5AF6D9420899}" dt="2025-06-18T01:58:32.183" v="258" actId="2711"/>
        <pc:sldMkLst>
          <pc:docMk/>
          <pc:sldMk cId="0" sldId="367"/>
        </pc:sldMkLst>
        <pc:spChg chg="mod">
          <ac:chgData name="KARTER MAKOTOWINGTIM WONG" userId="87f3421f-7e5f-4328-a49b-3eb6eaf73452" providerId="ADAL" clId="{969FE709-8D9E-4052-A78E-5AF6D9420899}" dt="2025-06-18T01:58:28.879" v="257" actId="2711"/>
          <ac:spMkLst>
            <pc:docMk/>
            <pc:sldMk cId="0" sldId="367"/>
            <ac:spMk id="6" creationId="{1721B9FC-958E-F140-031F-9866DC390BF3}"/>
          </ac:spMkLst>
        </pc:spChg>
        <pc:spChg chg="mod">
          <ac:chgData name="KARTER MAKOTOWINGTIM WONG" userId="87f3421f-7e5f-4328-a49b-3eb6eaf73452" providerId="ADAL" clId="{969FE709-8D9E-4052-A78E-5AF6D9420899}" dt="2025-06-18T01:58:32.183" v="258" actId="2711"/>
          <ac:spMkLst>
            <pc:docMk/>
            <pc:sldMk cId="0" sldId="367"/>
            <ac:spMk id="10" creationId="{ABE1C726-CAC4-EC2B-BEEE-A364F8A41BBC}"/>
          </ac:spMkLst>
        </pc:spChg>
      </pc:sldChg>
      <pc:sldChg chg="addSp delSp modSp mod modNotesTx">
        <pc:chgData name="KARTER MAKOTOWINGTIM WONG" userId="87f3421f-7e5f-4328-a49b-3eb6eaf73452" providerId="ADAL" clId="{969FE709-8D9E-4052-A78E-5AF6D9420899}" dt="2025-06-18T02:00:29.665" v="494" actId="20577"/>
        <pc:sldMkLst>
          <pc:docMk/>
          <pc:sldMk cId="0" sldId="389"/>
        </pc:sldMkLst>
        <pc:spChg chg="mod">
          <ac:chgData name="KARTER MAKOTOWINGTIM WONG" userId="87f3421f-7e5f-4328-a49b-3eb6eaf73452" providerId="ADAL" clId="{969FE709-8D9E-4052-A78E-5AF6D9420899}" dt="2025-06-17T02:47:17.443" v="60" actId="1076"/>
          <ac:spMkLst>
            <pc:docMk/>
            <pc:sldMk cId="0" sldId="389"/>
            <ac:spMk id="7" creationId="{AD648E0F-F7BA-FC29-3DA1-F0DB173A56F1}"/>
          </ac:spMkLst>
        </pc:spChg>
        <pc:picChg chg="mod">
          <ac:chgData name="KARTER MAKOTOWINGTIM WONG" userId="87f3421f-7e5f-4328-a49b-3eb6eaf73452" providerId="ADAL" clId="{969FE709-8D9E-4052-A78E-5AF6D9420899}" dt="2025-06-17T02:46:27.812" v="52" actId="14100"/>
          <ac:picMkLst>
            <pc:docMk/>
            <pc:sldMk cId="0" sldId="389"/>
            <ac:picMk id="6" creationId="{60D12FB6-6885-8349-3487-F05CFEA7A8CA}"/>
          </ac:picMkLst>
        </pc:picChg>
        <pc:picChg chg="add mod">
          <ac:chgData name="KARTER MAKOTOWINGTIM WONG" userId="87f3421f-7e5f-4328-a49b-3eb6eaf73452" providerId="ADAL" clId="{969FE709-8D9E-4052-A78E-5AF6D9420899}" dt="2025-06-17T02:47:13.587" v="59" actId="1076"/>
          <ac:picMkLst>
            <pc:docMk/>
            <pc:sldMk cId="0" sldId="389"/>
            <ac:picMk id="10" creationId="{0AE8F5C8-7922-A1F6-8F02-A7C04FCE02AF}"/>
          </ac:picMkLst>
        </pc:picChg>
      </pc:sldChg>
      <pc:sldChg chg="addSp delSp modSp mod">
        <pc:chgData name="KARTER MAKOTOWINGTIM WONG" userId="87f3421f-7e5f-4328-a49b-3eb6eaf73452" providerId="ADAL" clId="{969FE709-8D9E-4052-A78E-5AF6D9420899}" dt="2025-06-18T01:58:56.224" v="259" actId="2711"/>
        <pc:sldMkLst>
          <pc:docMk/>
          <pc:sldMk cId="0" sldId="405"/>
        </pc:sldMkLst>
        <pc:graphicFrameChg chg="mod modGraphic">
          <ac:chgData name="KARTER MAKOTOWINGTIM WONG" userId="87f3421f-7e5f-4328-a49b-3eb6eaf73452" providerId="ADAL" clId="{969FE709-8D9E-4052-A78E-5AF6D9420899}" dt="2025-06-18T01:58:56.224" v="259" actId="2711"/>
          <ac:graphicFrameMkLst>
            <pc:docMk/>
            <pc:sldMk cId="0" sldId="405"/>
            <ac:graphicFrameMk id="33" creationId="{C57B20DF-B0FE-D8EA-4C1A-14B999B5C353}"/>
          </ac:graphicFrameMkLst>
        </pc:graphicFrameChg>
      </pc:sldChg>
      <pc:sldChg chg="modSp mod">
        <pc:chgData name="KARTER MAKOTOWINGTIM WONG" userId="87f3421f-7e5f-4328-a49b-3eb6eaf73452" providerId="ADAL" clId="{969FE709-8D9E-4052-A78E-5AF6D9420899}" dt="2025-06-18T01:57:16.809" v="245" actId="207"/>
        <pc:sldMkLst>
          <pc:docMk/>
          <pc:sldMk cId="0" sldId="407"/>
        </pc:sldMkLst>
        <pc:graphicFrameChg chg="mod modGraphic">
          <ac:chgData name="KARTER MAKOTOWINGTIM WONG" userId="87f3421f-7e5f-4328-a49b-3eb6eaf73452" providerId="ADAL" clId="{969FE709-8D9E-4052-A78E-5AF6D9420899}" dt="2025-06-18T01:57:16.809" v="245" actId="207"/>
          <ac:graphicFrameMkLst>
            <pc:docMk/>
            <pc:sldMk cId="0" sldId="407"/>
            <ac:graphicFrameMk id="6" creationId="{20628BE5-8BC3-31D0-6D6E-C044BEB596E5}"/>
          </ac:graphicFrameMkLst>
        </pc:graphicFrameChg>
      </pc:sldChg>
      <pc:sldChg chg="modSp mod">
        <pc:chgData name="KARTER MAKOTOWINGTIM WONG" userId="87f3421f-7e5f-4328-a49b-3eb6eaf73452" providerId="ADAL" clId="{969FE709-8D9E-4052-A78E-5AF6D9420899}" dt="2025-06-18T01:58:14.367" v="256" actId="2711"/>
        <pc:sldMkLst>
          <pc:docMk/>
          <pc:sldMk cId="3206680773" sldId="414"/>
        </pc:sldMkLst>
        <pc:spChg chg="mod">
          <ac:chgData name="KARTER MAKOTOWINGTIM WONG" userId="87f3421f-7e5f-4328-a49b-3eb6eaf73452" providerId="ADAL" clId="{969FE709-8D9E-4052-A78E-5AF6D9420899}" dt="2025-06-18T01:58:14.367" v="256" actId="2711"/>
          <ac:spMkLst>
            <pc:docMk/>
            <pc:sldMk cId="3206680773" sldId="414"/>
            <ac:spMk id="4100" creationId="{6C71EEA1-35D1-35A3-0858-A764C8760F4B}"/>
          </ac:spMkLst>
        </pc:spChg>
      </pc:sldChg>
      <pc:sldChg chg="addSp delSp modSp mod">
        <pc:chgData name="KARTER MAKOTOWINGTIM WONG" userId="87f3421f-7e5f-4328-a49b-3eb6eaf73452" providerId="ADAL" clId="{969FE709-8D9E-4052-A78E-5AF6D9420899}" dt="2025-06-18T01:59:02.224" v="260" actId="2711"/>
        <pc:sldMkLst>
          <pc:docMk/>
          <pc:sldMk cId="2977264139" sldId="415"/>
        </pc:sldMkLst>
        <pc:spChg chg="add mod">
          <ac:chgData name="KARTER MAKOTOWINGTIM WONG" userId="87f3421f-7e5f-4328-a49b-3eb6eaf73452" providerId="ADAL" clId="{969FE709-8D9E-4052-A78E-5AF6D9420899}" dt="2025-06-17T02:35:32.289" v="36" actId="207"/>
          <ac:spMkLst>
            <pc:docMk/>
            <pc:sldMk cId="2977264139" sldId="415"/>
            <ac:spMk id="8" creationId="{60A3C896-F55F-F1C7-38D1-7B4C9DD69303}"/>
          </ac:spMkLst>
        </pc:spChg>
        <pc:spChg chg="add mod">
          <ac:chgData name="KARTER MAKOTOWINGTIM WONG" userId="87f3421f-7e5f-4328-a49b-3eb6eaf73452" providerId="ADAL" clId="{969FE709-8D9E-4052-A78E-5AF6D9420899}" dt="2025-06-17T02:35:32.289" v="36" actId="207"/>
          <ac:spMkLst>
            <pc:docMk/>
            <pc:sldMk cId="2977264139" sldId="415"/>
            <ac:spMk id="9" creationId="{14F7C2F3-3F0C-EA9D-5614-B9B44A115AB8}"/>
          </ac:spMkLst>
        </pc:spChg>
        <pc:graphicFrameChg chg="mod">
          <ac:chgData name="KARTER MAKOTOWINGTIM WONG" userId="87f3421f-7e5f-4328-a49b-3eb6eaf73452" providerId="ADAL" clId="{969FE709-8D9E-4052-A78E-5AF6D9420899}" dt="2025-06-18T01:59:02.224" v="260" actId="2711"/>
          <ac:graphicFrameMkLst>
            <pc:docMk/>
            <pc:sldMk cId="2977264139" sldId="415"/>
            <ac:graphicFrameMk id="10" creationId="{B476849C-E4A0-3220-2CBB-3547448CE619}"/>
          </ac:graphicFrameMkLst>
        </pc:graphicFrameChg>
        <pc:picChg chg="add mod">
          <ac:chgData name="KARTER MAKOTOWINGTIM WONG" userId="87f3421f-7e5f-4328-a49b-3eb6eaf73452" providerId="ADAL" clId="{969FE709-8D9E-4052-A78E-5AF6D9420899}" dt="2025-06-17T01:42:50.556" v="3" actId="1076"/>
          <ac:picMkLst>
            <pc:docMk/>
            <pc:sldMk cId="2977264139" sldId="415"/>
            <ac:picMk id="5" creationId="{C0115E2A-ADFD-7AEF-A791-DDFA181D9858}"/>
          </ac:picMkLst>
        </pc:picChg>
      </pc:sldChg>
      <pc:sldChg chg="addSp delSp modSp mod">
        <pc:chgData name="KARTER MAKOTOWINGTIM WONG" userId="87f3421f-7e5f-4328-a49b-3eb6eaf73452" providerId="ADAL" clId="{969FE709-8D9E-4052-A78E-5AF6D9420899}" dt="2025-06-17T02:35:07.423" v="34" actId="207"/>
        <pc:sldMkLst>
          <pc:docMk/>
          <pc:sldMk cId="1400478623" sldId="416"/>
        </pc:sldMkLst>
        <pc:spChg chg="add mod">
          <ac:chgData name="KARTER MAKOTOWINGTIM WONG" userId="87f3421f-7e5f-4328-a49b-3eb6eaf73452" providerId="ADAL" clId="{969FE709-8D9E-4052-A78E-5AF6D9420899}" dt="2025-06-17T02:35:07.423" v="34" actId="207"/>
          <ac:spMkLst>
            <pc:docMk/>
            <pc:sldMk cId="1400478623" sldId="416"/>
            <ac:spMk id="4" creationId="{EC4D4084-B841-4151-E505-1CC217F4B3CB}"/>
          </ac:spMkLst>
        </pc:spChg>
        <pc:spChg chg="add mod">
          <ac:chgData name="KARTER MAKOTOWINGTIM WONG" userId="87f3421f-7e5f-4328-a49b-3eb6eaf73452" providerId="ADAL" clId="{969FE709-8D9E-4052-A78E-5AF6D9420899}" dt="2025-06-17T02:35:07.423" v="34" actId="207"/>
          <ac:spMkLst>
            <pc:docMk/>
            <pc:sldMk cId="1400478623" sldId="416"/>
            <ac:spMk id="5" creationId="{394F4476-02B9-18EA-C8FF-CB6DE5D144C1}"/>
          </ac:spMkLst>
        </pc:spChg>
      </pc:sldChg>
      <pc:sldChg chg="modSp mod">
        <pc:chgData name="KARTER MAKOTOWINGTIM WONG" userId="87f3421f-7e5f-4328-a49b-3eb6eaf73452" providerId="ADAL" clId="{969FE709-8D9E-4052-A78E-5AF6D9420899}" dt="2025-06-18T01:58:05.383" v="255" actId="207"/>
        <pc:sldMkLst>
          <pc:docMk/>
          <pc:sldMk cId="3194971168" sldId="421"/>
        </pc:sldMkLst>
        <pc:graphicFrameChg chg="mod modGraphic">
          <ac:chgData name="KARTER MAKOTOWINGTIM WONG" userId="87f3421f-7e5f-4328-a49b-3eb6eaf73452" providerId="ADAL" clId="{969FE709-8D9E-4052-A78E-5AF6D9420899}" dt="2025-06-18T01:58:01.855" v="254" actId="207"/>
          <ac:graphicFrameMkLst>
            <pc:docMk/>
            <pc:sldMk cId="3194971168" sldId="421"/>
            <ac:graphicFrameMk id="6" creationId="{EB5558CC-4A6E-0DC0-2DF6-748D399B69E9}"/>
          </ac:graphicFrameMkLst>
        </pc:graphicFrameChg>
        <pc:graphicFrameChg chg="mod modGraphic">
          <ac:chgData name="KARTER MAKOTOWINGTIM WONG" userId="87f3421f-7e5f-4328-a49b-3eb6eaf73452" providerId="ADAL" clId="{969FE709-8D9E-4052-A78E-5AF6D9420899}" dt="2025-06-18T01:58:05.383" v="255" actId="207"/>
          <ac:graphicFrameMkLst>
            <pc:docMk/>
            <pc:sldMk cId="3194971168" sldId="421"/>
            <ac:graphicFrameMk id="13" creationId="{B92819E8-6C1F-E443-2A18-E0A39EC9BCC4}"/>
          </ac:graphicFrameMkLst>
        </pc:graphicFrameChg>
      </pc:sldChg>
      <pc:sldChg chg="modSp mod">
        <pc:chgData name="KARTER MAKOTOWINGTIM WONG" userId="87f3421f-7e5f-4328-a49b-3eb6eaf73452" providerId="ADAL" clId="{969FE709-8D9E-4052-A78E-5AF6D9420899}" dt="2025-06-18T01:57:05.759" v="241" actId="207"/>
        <pc:sldMkLst>
          <pc:docMk/>
          <pc:sldMk cId="2145823957" sldId="422"/>
        </pc:sldMkLst>
        <pc:graphicFrameChg chg="mod modGraphic">
          <ac:chgData name="KARTER MAKOTOWINGTIM WONG" userId="87f3421f-7e5f-4328-a49b-3eb6eaf73452" providerId="ADAL" clId="{969FE709-8D9E-4052-A78E-5AF6D9420899}" dt="2025-06-18T01:57:05.759" v="241" actId="207"/>
          <ac:graphicFrameMkLst>
            <pc:docMk/>
            <pc:sldMk cId="2145823957" sldId="422"/>
            <ac:graphicFrameMk id="3" creationId="{A97E142F-CBEF-0615-62C5-C0DBB10D853B}"/>
          </ac:graphicFrameMkLst>
        </pc:graphicFrameChg>
      </pc:sldChg>
      <pc:sldChg chg="addSp delSp modSp mod">
        <pc:chgData name="KARTER MAKOTOWINGTIM WONG" userId="87f3421f-7e5f-4328-a49b-3eb6eaf73452" providerId="ADAL" clId="{969FE709-8D9E-4052-A78E-5AF6D9420899}" dt="2025-06-17T02:39:02.703" v="44" actId="478"/>
        <pc:sldMkLst>
          <pc:docMk/>
          <pc:sldMk cId="2281730913" sldId="423"/>
        </pc:sldMkLst>
        <pc:picChg chg="add del">
          <ac:chgData name="KARTER MAKOTOWINGTIM WONG" userId="87f3421f-7e5f-4328-a49b-3eb6eaf73452" providerId="ADAL" clId="{969FE709-8D9E-4052-A78E-5AF6D9420899}" dt="2025-06-17T02:39:02.703" v="44" actId="478"/>
          <ac:picMkLst>
            <pc:docMk/>
            <pc:sldMk cId="2281730913" sldId="423"/>
            <ac:picMk id="7" creationId="{05005BB9-796A-0292-2488-67C90F2C7D37}"/>
          </ac:picMkLst>
        </pc:picChg>
      </pc:sldChg>
      <pc:sldChg chg="addSp delSp modSp mod">
        <pc:chgData name="KARTER MAKOTOWINGTIM WONG" userId="87f3421f-7e5f-4328-a49b-3eb6eaf73452" providerId="ADAL" clId="{969FE709-8D9E-4052-A78E-5AF6D9420899}" dt="2025-06-18T01:51:24.948" v="199" actId="478"/>
        <pc:sldMkLst>
          <pc:docMk/>
          <pc:sldMk cId="1783979972" sldId="424"/>
        </pc:sldMkLst>
        <pc:picChg chg="add del mod">
          <ac:chgData name="KARTER MAKOTOWINGTIM WONG" userId="87f3421f-7e5f-4328-a49b-3eb6eaf73452" providerId="ADAL" clId="{969FE709-8D9E-4052-A78E-5AF6D9420899}" dt="2025-06-18T01:51:24.948" v="199" actId="478"/>
          <ac:picMkLst>
            <pc:docMk/>
            <pc:sldMk cId="1783979972" sldId="424"/>
            <ac:picMk id="7" creationId="{B9E7F042-1653-E079-7BB0-840F05DBC1F8}"/>
          </ac:picMkLst>
        </pc:picChg>
        <pc:picChg chg="add mod">
          <ac:chgData name="KARTER MAKOTOWINGTIM WONG" userId="87f3421f-7e5f-4328-a49b-3eb6eaf73452" providerId="ADAL" clId="{969FE709-8D9E-4052-A78E-5AF6D9420899}" dt="2025-06-17T03:08:26.771" v="133" actId="1076"/>
          <ac:picMkLst>
            <pc:docMk/>
            <pc:sldMk cId="1783979972" sldId="424"/>
            <ac:picMk id="10" creationId="{AAE17D80-FE30-A34E-A110-2EB4C5416F7E}"/>
          </ac:picMkLst>
        </pc:picChg>
        <pc:picChg chg="add del mod modCrop">
          <ac:chgData name="KARTER MAKOTOWINGTIM WONG" userId="87f3421f-7e5f-4328-a49b-3eb6eaf73452" providerId="ADAL" clId="{969FE709-8D9E-4052-A78E-5AF6D9420899}" dt="2025-06-18T01:51:24.948" v="199" actId="478"/>
          <ac:picMkLst>
            <pc:docMk/>
            <pc:sldMk cId="1783979972" sldId="424"/>
            <ac:picMk id="12" creationId="{9A534559-14E0-D124-18A1-AF46D98C9244}"/>
          </ac:picMkLst>
        </pc:picChg>
      </pc:sldChg>
      <pc:sldChg chg="addSp delSp modSp add del mod">
        <pc:chgData name="KARTER MAKOTOWINGTIM WONG" userId="87f3421f-7e5f-4328-a49b-3eb6eaf73452" providerId="ADAL" clId="{969FE709-8D9E-4052-A78E-5AF6D9420899}" dt="2025-06-17T03:20:06.780" v="185" actId="47"/>
        <pc:sldMkLst>
          <pc:docMk/>
          <pc:sldMk cId="783605369" sldId="426"/>
        </pc:sldMkLst>
      </pc:sldChg>
    </pc:docChg>
  </pc:docChgLst>
  <pc:docChgLst>
    <pc:chgData name="KARTER MAKOTOWINGTIM WONG" userId="87f3421f-7e5f-4328-a49b-3eb6eaf73452" providerId="ADAL" clId="{20E5F0E9-6758-4D92-9461-620342CD90A7}"/>
    <pc:docChg chg="undo redo custSel modSld">
      <pc:chgData name="KARTER MAKOTOWINGTIM WONG" userId="87f3421f-7e5f-4328-a49b-3eb6eaf73452" providerId="ADAL" clId="{20E5F0E9-6758-4D92-9461-620342CD90A7}" dt="2025-06-16T08:07:16.140" v="524" actId="20577"/>
      <pc:docMkLst>
        <pc:docMk/>
      </pc:docMkLst>
      <pc:sldChg chg="modSp mod">
        <pc:chgData name="KARTER MAKOTOWINGTIM WONG" userId="87f3421f-7e5f-4328-a49b-3eb6eaf73452" providerId="ADAL" clId="{20E5F0E9-6758-4D92-9461-620342CD90A7}" dt="2025-06-16T07:47:00.650" v="322" actId="207"/>
        <pc:sldMkLst>
          <pc:docMk/>
          <pc:sldMk cId="0" sldId="367"/>
        </pc:sldMkLst>
        <pc:spChg chg="mod">
          <ac:chgData name="KARTER MAKOTOWINGTIM WONG" userId="87f3421f-7e5f-4328-a49b-3eb6eaf73452" providerId="ADAL" clId="{20E5F0E9-6758-4D92-9461-620342CD90A7}" dt="2025-06-16T07:46:57.212" v="321" actId="207"/>
          <ac:spMkLst>
            <pc:docMk/>
            <pc:sldMk cId="0" sldId="367"/>
            <ac:spMk id="6" creationId="{1721B9FC-958E-F140-031F-9866DC390BF3}"/>
          </ac:spMkLst>
        </pc:spChg>
        <pc:spChg chg="mod">
          <ac:chgData name="KARTER MAKOTOWINGTIM WONG" userId="87f3421f-7e5f-4328-a49b-3eb6eaf73452" providerId="ADAL" clId="{20E5F0E9-6758-4D92-9461-620342CD90A7}" dt="2025-06-16T07:47:00.650" v="322" actId="207"/>
          <ac:spMkLst>
            <pc:docMk/>
            <pc:sldMk cId="0" sldId="367"/>
            <ac:spMk id="10" creationId="{ABE1C726-CAC4-EC2B-BEEE-A364F8A41BBC}"/>
          </ac:spMkLst>
        </pc:spChg>
      </pc:sldChg>
      <pc:sldChg chg="modSp mod">
        <pc:chgData name="KARTER MAKOTOWINGTIM WONG" userId="87f3421f-7e5f-4328-a49b-3eb6eaf73452" providerId="ADAL" clId="{20E5F0E9-6758-4D92-9461-620342CD90A7}" dt="2025-06-16T07:36:20.362" v="212" actId="207"/>
        <pc:sldMkLst>
          <pc:docMk/>
          <pc:sldMk cId="0" sldId="387"/>
        </pc:sldMkLst>
        <pc:spChg chg="mod">
          <ac:chgData name="KARTER MAKOTOWINGTIM WONG" userId="87f3421f-7e5f-4328-a49b-3eb6eaf73452" providerId="ADAL" clId="{20E5F0E9-6758-4D92-9461-620342CD90A7}" dt="2025-06-16T07:36:20.362" v="212" actId="207"/>
          <ac:spMkLst>
            <pc:docMk/>
            <pc:sldMk cId="0" sldId="387"/>
            <ac:spMk id="23" creationId="{4CCBC938-FE93-89F6-3192-7194E4DEAB77}"/>
          </ac:spMkLst>
        </pc:spChg>
      </pc:sldChg>
      <pc:sldChg chg="delSp modSp mod modNotesTx">
        <pc:chgData name="KARTER MAKOTOWINGTIM WONG" userId="87f3421f-7e5f-4328-a49b-3eb6eaf73452" providerId="ADAL" clId="{20E5F0E9-6758-4D92-9461-620342CD90A7}" dt="2025-06-16T08:07:16.140" v="524" actId="20577"/>
        <pc:sldMkLst>
          <pc:docMk/>
          <pc:sldMk cId="0" sldId="389"/>
        </pc:sldMkLst>
        <pc:spChg chg="mod">
          <ac:chgData name="KARTER MAKOTOWINGTIM WONG" userId="87f3421f-7e5f-4328-a49b-3eb6eaf73452" providerId="ADAL" clId="{20E5F0E9-6758-4D92-9461-620342CD90A7}" dt="2025-06-16T08:07:16.140" v="524" actId="20577"/>
          <ac:spMkLst>
            <pc:docMk/>
            <pc:sldMk cId="0" sldId="389"/>
            <ac:spMk id="2" creationId="{2F39D4E6-B9AD-D08C-4B34-4D765D75E6CD}"/>
          </ac:spMkLst>
        </pc:spChg>
        <pc:spChg chg="mod">
          <ac:chgData name="KARTER MAKOTOWINGTIM WONG" userId="87f3421f-7e5f-4328-a49b-3eb6eaf73452" providerId="ADAL" clId="{20E5F0E9-6758-4D92-9461-620342CD90A7}" dt="2025-06-16T07:47:07.874" v="324" actId="207"/>
          <ac:spMkLst>
            <pc:docMk/>
            <pc:sldMk cId="0" sldId="389"/>
            <ac:spMk id="3" creationId="{AE079F54-83D7-542D-0D32-9A05E5ABC411}"/>
          </ac:spMkLst>
        </pc:spChg>
        <pc:spChg chg="mod">
          <ac:chgData name="KARTER MAKOTOWINGTIM WONG" userId="87f3421f-7e5f-4328-a49b-3eb6eaf73452" providerId="ADAL" clId="{20E5F0E9-6758-4D92-9461-620342CD90A7}" dt="2025-06-16T08:02:01.985" v="467" actId="207"/>
          <ac:spMkLst>
            <pc:docMk/>
            <pc:sldMk cId="0" sldId="389"/>
            <ac:spMk id="7" creationId="{AD648E0F-F7BA-FC29-3DA1-F0DB173A56F1}"/>
          </ac:spMkLst>
        </pc:spChg>
        <pc:picChg chg="mod">
          <ac:chgData name="KARTER MAKOTOWINGTIM WONG" userId="87f3421f-7e5f-4328-a49b-3eb6eaf73452" providerId="ADAL" clId="{20E5F0E9-6758-4D92-9461-620342CD90A7}" dt="2025-06-16T07:45:13.770" v="314" actId="1076"/>
          <ac:picMkLst>
            <pc:docMk/>
            <pc:sldMk cId="0" sldId="389"/>
            <ac:picMk id="6" creationId="{60D12FB6-6885-8349-3487-F05CFEA7A8CA}"/>
          </ac:picMkLst>
        </pc:picChg>
      </pc:sldChg>
      <pc:sldChg chg="addSp delSp modSp mod modNotesTx">
        <pc:chgData name="KARTER MAKOTOWINGTIM WONG" userId="87f3421f-7e5f-4328-a49b-3eb6eaf73452" providerId="ADAL" clId="{20E5F0E9-6758-4D92-9461-620342CD90A7}" dt="2025-06-16T07:43:50.970" v="285" actId="1076"/>
        <pc:sldMkLst>
          <pc:docMk/>
          <pc:sldMk cId="0" sldId="405"/>
        </pc:sldMkLst>
        <pc:graphicFrameChg chg="mod modGraphic">
          <ac:chgData name="KARTER MAKOTOWINGTIM WONG" userId="87f3421f-7e5f-4328-a49b-3eb6eaf73452" providerId="ADAL" clId="{20E5F0E9-6758-4D92-9461-620342CD90A7}" dt="2025-06-16T07:43:50.970" v="285" actId="1076"/>
          <ac:graphicFrameMkLst>
            <pc:docMk/>
            <pc:sldMk cId="0" sldId="405"/>
            <ac:graphicFrameMk id="33" creationId="{C57B20DF-B0FE-D8EA-4C1A-14B999B5C353}"/>
          </ac:graphicFrameMkLst>
        </pc:graphicFrameChg>
      </pc:sldChg>
      <pc:sldChg chg="modSp mod">
        <pc:chgData name="KARTER MAKOTOWINGTIM WONG" userId="87f3421f-7e5f-4328-a49b-3eb6eaf73452" providerId="ADAL" clId="{20E5F0E9-6758-4D92-9461-620342CD90A7}" dt="2025-06-16T07:49:26.930" v="398" actId="207"/>
        <pc:sldMkLst>
          <pc:docMk/>
          <pc:sldMk cId="0" sldId="407"/>
        </pc:sldMkLst>
        <pc:spChg chg="mod">
          <ac:chgData name="KARTER MAKOTOWINGTIM WONG" userId="87f3421f-7e5f-4328-a49b-3eb6eaf73452" providerId="ADAL" clId="{20E5F0E9-6758-4D92-9461-620342CD90A7}" dt="2025-06-16T07:49:26.930" v="398" actId="207"/>
          <ac:spMkLst>
            <pc:docMk/>
            <pc:sldMk cId="0" sldId="407"/>
            <ac:spMk id="8" creationId="{2D9C00B7-A1B2-C4FE-E991-9AFF4E7A7831}"/>
          </ac:spMkLst>
        </pc:spChg>
        <pc:graphicFrameChg chg="mod modGraphic">
          <ac:chgData name="KARTER MAKOTOWINGTIM WONG" userId="87f3421f-7e5f-4328-a49b-3eb6eaf73452" providerId="ADAL" clId="{20E5F0E9-6758-4D92-9461-620342CD90A7}" dt="2025-06-16T07:49:15.798" v="396" actId="14100"/>
          <ac:graphicFrameMkLst>
            <pc:docMk/>
            <pc:sldMk cId="0" sldId="407"/>
            <ac:graphicFrameMk id="6" creationId="{20628BE5-8BC3-31D0-6D6E-C044BEB596E5}"/>
          </ac:graphicFrameMkLst>
        </pc:graphicFrameChg>
      </pc:sldChg>
      <pc:sldChg chg="addSp modSp mod">
        <pc:chgData name="KARTER MAKOTOWINGTIM WONG" userId="87f3421f-7e5f-4328-a49b-3eb6eaf73452" providerId="ADAL" clId="{20E5F0E9-6758-4D92-9461-620342CD90A7}" dt="2025-06-16T08:01:49.860" v="466" actId="20577"/>
        <pc:sldMkLst>
          <pc:docMk/>
          <pc:sldMk cId="2977264139" sldId="415"/>
        </pc:sldMkLst>
        <pc:graphicFrameChg chg="mod modGraphic">
          <ac:chgData name="KARTER MAKOTOWINGTIM WONG" userId="87f3421f-7e5f-4328-a49b-3eb6eaf73452" providerId="ADAL" clId="{20E5F0E9-6758-4D92-9461-620342CD90A7}" dt="2025-06-16T07:39:29.847" v="249" actId="404"/>
          <ac:graphicFrameMkLst>
            <pc:docMk/>
            <pc:sldMk cId="2977264139" sldId="415"/>
            <ac:graphicFrameMk id="10" creationId="{B476849C-E4A0-3220-2CBB-3547448CE619}"/>
          </ac:graphicFrameMkLst>
        </pc:graphicFrameChg>
        <pc:picChg chg="mod">
          <ac:chgData name="KARTER MAKOTOWINGTIM WONG" userId="87f3421f-7e5f-4328-a49b-3eb6eaf73452" providerId="ADAL" clId="{20E5F0E9-6758-4D92-9461-620342CD90A7}" dt="2025-06-16T07:44:02.206" v="286" actId="1076"/>
          <ac:picMkLst>
            <pc:docMk/>
            <pc:sldMk cId="2977264139" sldId="415"/>
            <ac:picMk id="11" creationId="{D05CDFD2-34BF-1C9B-A9E5-BEF323439499}"/>
          </ac:picMkLst>
        </pc:picChg>
      </pc:sldChg>
      <pc:sldChg chg="modSp mod">
        <pc:chgData name="KARTER MAKOTOWINGTIM WONG" userId="87f3421f-7e5f-4328-a49b-3eb6eaf73452" providerId="ADAL" clId="{20E5F0E9-6758-4D92-9461-620342CD90A7}" dt="2025-06-16T07:36:47.083" v="215" actId="207"/>
        <pc:sldMkLst>
          <pc:docMk/>
          <pc:sldMk cId="1400478623" sldId="416"/>
        </pc:sldMkLst>
        <pc:spChg chg="mod">
          <ac:chgData name="KARTER MAKOTOWINGTIM WONG" userId="87f3421f-7e5f-4328-a49b-3eb6eaf73452" providerId="ADAL" clId="{20E5F0E9-6758-4D92-9461-620342CD90A7}" dt="2025-06-16T07:36:39.253" v="213" actId="207"/>
          <ac:spMkLst>
            <pc:docMk/>
            <pc:sldMk cId="1400478623" sldId="416"/>
            <ac:spMk id="8" creationId="{696C8FEF-BD2C-99ED-F1D2-8D5E60DB632F}"/>
          </ac:spMkLst>
        </pc:spChg>
        <pc:spChg chg="mod">
          <ac:chgData name="KARTER MAKOTOWINGTIM WONG" userId="87f3421f-7e5f-4328-a49b-3eb6eaf73452" providerId="ADAL" clId="{20E5F0E9-6758-4D92-9461-620342CD90A7}" dt="2025-06-16T07:36:43.256" v="214" actId="207"/>
          <ac:spMkLst>
            <pc:docMk/>
            <pc:sldMk cId="1400478623" sldId="416"/>
            <ac:spMk id="12" creationId="{E5B00660-565F-50B1-5BD2-3B77FD4C1C0A}"/>
          </ac:spMkLst>
        </pc:spChg>
        <pc:spChg chg="mod">
          <ac:chgData name="KARTER MAKOTOWINGTIM WONG" userId="87f3421f-7e5f-4328-a49b-3eb6eaf73452" providerId="ADAL" clId="{20E5F0E9-6758-4D92-9461-620342CD90A7}" dt="2025-06-16T07:36:47.083" v="215" actId="207"/>
          <ac:spMkLst>
            <pc:docMk/>
            <pc:sldMk cId="1400478623" sldId="416"/>
            <ac:spMk id="14" creationId="{F60318DA-2039-B681-21CF-305FDDFB62A0}"/>
          </ac:spMkLst>
        </pc:spChg>
      </pc:sldChg>
      <pc:sldChg chg="modSp mod">
        <pc:chgData name="KARTER MAKOTOWINGTIM WONG" userId="87f3421f-7e5f-4328-a49b-3eb6eaf73452" providerId="ADAL" clId="{20E5F0E9-6758-4D92-9461-620342CD90A7}" dt="2025-06-16T07:36:59.508" v="217" actId="207"/>
        <pc:sldMkLst>
          <pc:docMk/>
          <pc:sldMk cId="331761965" sldId="418"/>
        </pc:sldMkLst>
        <pc:spChg chg="mod">
          <ac:chgData name="KARTER MAKOTOWINGTIM WONG" userId="87f3421f-7e5f-4328-a49b-3eb6eaf73452" providerId="ADAL" clId="{20E5F0E9-6758-4D92-9461-620342CD90A7}" dt="2025-06-16T07:36:56.398" v="216" actId="207"/>
          <ac:spMkLst>
            <pc:docMk/>
            <pc:sldMk cId="331761965" sldId="418"/>
            <ac:spMk id="3" creationId="{23DAE6F8-8C06-8B05-F522-8566F69D1617}"/>
          </ac:spMkLst>
        </pc:spChg>
        <pc:spChg chg="mod">
          <ac:chgData name="KARTER MAKOTOWINGTIM WONG" userId="87f3421f-7e5f-4328-a49b-3eb6eaf73452" providerId="ADAL" clId="{20E5F0E9-6758-4D92-9461-620342CD90A7}" dt="2025-06-16T07:36:59.508" v="217" actId="207"/>
          <ac:spMkLst>
            <pc:docMk/>
            <pc:sldMk cId="331761965" sldId="418"/>
            <ac:spMk id="14" creationId="{4F9DD91C-B276-6BBF-BB3D-8A83034B85CF}"/>
          </ac:spMkLst>
        </pc:spChg>
      </pc:sldChg>
      <pc:sldChg chg="modSp mod">
        <pc:chgData name="KARTER MAKOTOWINGTIM WONG" userId="87f3421f-7e5f-4328-a49b-3eb6eaf73452" providerId="ADAL" clId="{20E5F0E9-6758-4D92-9461-620342CD90A7}" dt="2025-06-16T07:48:52.123" v="391" actId="207"/>
        <pc:sldMkLst>
          <pc:docMk/>
          <pc:sldMk cId="3194971168" sldId="421"/>
        </pc:sldMkLst>
        <pc:graphicFrameChg chg="modGraphic">
          <ac:chgData name="KARTER MAKOTOWINGTIM WONG" userId="87f3421f-7e5f-4328-a49b-3eb6eaf73452" providerId="ADAL" clId="{20E5F0E9-6758-4D92-9461-620342CD90A7}" dt="2025-06-16T07:47:49.960" v="389" actId="20577"/>
          <ac:graphicFrameMkLst>
            <pc:docMk/>
            <pc:sldMk cId="3194971168" sldId="421"/>
            <ac:graphicFrameMk id="6" creationId="{EB5558CC-4A6E-0DC0-2DF6-748D399B69E9}"/>
          </ac:graphicFrameMkLst>
        </pc:graphicFrameChg>
        <pc:graphicFrameChg chg="modGraphic">
          <ac:chgData name="KARTER MAKOTOWINGTIM WONG" userId="87f3421f-7e5f-4328-a49b-3eb6eaf73452" providerId="ADAL" clId="{20E5F0E9-6758-4D92-9461-620342CD90A7}" dt="2025-06-16T07:48:52.123" v="391" actId="207"/>
          <ac:graphicFrameMkLst>
            <pc:docMk/>
            <pc:sldMk cId="3194971168" sldId="421"/>
            <ac:graphicFrameMk id="13" creationId="{B92819E8-6C1F-E443-2A18-E0A39EC9BCC4}"/>
          </ac:graphicFrameMkLst>
        </pc:graphicFrameChg>
      </pc:sldChg>
      <pc:sldChg chg="modSp mod">
        <pc:chgData name="KARTER MAKOTOWINGTIM WONG" userId="87f3421f-7e5f-4328-a49b-3eb6eaf73452" providerId="ADAL" clId="{20E5F0E9-6758-4D92-9461-620342CD90A7}" dt="2025-06-16T07:49:31.934" v="399" actId="207"/>
        <pc:sldMkLst>
          <pc:docMk/>
          <pc:sldMk cId="2145823957" sldId="422"/>
        </pc:sldMkLst>
        <pc:spChg chg="mod">
          <ac:chgData name="KARTER MAKOTOWINGTIM WONG" userId="87f3421f-7e5f-4328-a49b-3eb6eaf73452" providerId="ADAL" clId="{20E5F0E9-6758-4D92-9461-620342CD90A7}" dt="2025-06-16T07:49:31.934" v="399" actId="207"/>
          <ac:spMkLst>
            <pc:docMk/>
            <pc:sldMk cId="2145823957" sldId="422"/>
            <ac:spMk id="4" creationId="{5135DD01-DFF3-B44C-7556-E521DD5A2067}"/>
          </ac:spMkLst>
        </pc:spChg>
      </pc:sldChg>
      <pc:sldChg chg="modSp mod">
        <pc:chgData name="KARTER MAKOTOWINGTIM WONG" userId="87f3421f-7e5f-4328-a49b-3eb6eaf73452" providerId="ADAL" clId="{20E5F0E9-6758-4D92-9461-620342CD90A7}" dt="2025-06-16T08:06:59.640" v="509" actId="20577"/>
        <pc:sldMkLst>
          <pc:docMk/>
          <pc:sldMk cId="2281730913" sldId="423"/>
        </pc:sldMkLst>
        <pc:spChg chg="mod">
          <ac:chgData name="KARTER MAKOTOWINGTIM WONG" userId="87f3421f-7e5f-4328-a49b-3eb6eaf73452" providerId="ADAL" clId="{20E5F0E9-6758-4D92-9461-620342CD90A7}" dt="2025-06-16T08:06:59.640" v="509" actId="20577"/>
          <ac:spMkLst>
            <pc:docMk/>
            <pc:sldMk cId="2281730913" sldId="423"/>
            <ac:spMk id="4" creationId="{30DDBB21-6F51-009B-0FA4-6E70436DA73C}"/>
          </ac:spMkLst>
        </pc:spChg>
        <pc:spChg chg="mod">
          <ac:chgData name="KARTER MAKOTOWINGTIM WONG" userId="87f3421f-7e5f-4328-a49b-3eb6eaf73452" providerId="ADAL" clId="{20E5F0E9-6758-4D92-9461-620342CD90A7}" dt="2025-06-16T07:53:22.726" v="402" actId="207"/>
          <ac:spMkLst>
            <pc:docMk/>
            <pc:sldMk cId="2281730913" sldId="423"/>
            <ac:spMk id="5" creationId="{308B8985-C56D-C6B1-3D76-E7A30161AE75}"/>
          </ac:spMkLst>
        </pc:spChg>
        <pc:spChg chg="mod">
          <ac:chgData name="KARTER MAKOTOWINGTIM WONG" userId="87f3421f-7e5f-4328-a49b-3eb6eaf73452" providerId="ADAL" clId="{20E5F0E9-6758-4D92-9461-620342CD90A7}" dt="2025-06-16T07:53:19.669" v="401" actId="207"/>
          <ac:spMkLst>
            <pc:docMk/>
            <pc:sldMk cId="2281730913" sldId="423"/>
            <ac:spMk id="6" creationId="{CC0E6758-DF2A-451C-3948-FCA9E7BD6100}"/>
          </ac:spMkLst>
        </pc:spChg>
        <pc:picChg chg="mod">
          <ac:chgData name="KARTER MAKOTOWINGTIM WONG" userId="87f3421f-7e5f-4328-a49b-3eb6eaf73452" providerId="ADAL" clId="{20E5F0E9-6758-4D92-9461-620342CD90A7}" dt="2025-06-16T07:44:14.054" v="288" actId="1076"/>
          <ac:picMkLst>
            <pc:docMk/>
            <pc:sldMk cId="2281730913" sldId="423"/>
            <ac:picMk id="7" creationId="{05005BB9-796A-0292-2488-67C90F2C7D37}"/>
          </ac:picMkLst>
        </pc:picChg>
      </pc:sldChg>
      <pc:sldChg chg="addSp delSp modSp mod">
        <pc:chgData name="KARTER MAKOTOWINGTIM WONG" userId="87f3421f-7e5f-4328-a49b-3eb6eaf73452" providerId="ADAL" clId="{20E5F0E9-6758-4D92-9461-620342CD90A7}" dt="2025-06-16T08:02:22.149" v="492" actId="20577"/>
        <pc:sldMkLst>
          <pc:docMk/>
          <pc:sldMk cId="1783979972" sldId="424"/>
        </pc:sldMkLst>
      </pc:sldChg>
    </pc:docChg>
  </pc:docChgLst>
  <pc:docChgLst>
    <pc:chgData name="KARTER MAKOTOWINGTIM WONG" userId="87f3421f-7e5f-4328-a49b-3eb6eaf73452" providerId="ADAL" clId="{AF309D92-4BE9-40DC-8577-0CDE2FBB66CD}"/>
    <pc:docChg chg="undo custSel modSld">
      <pc:chgData name="KARTER MAKOTOWINGTIM WONG" userId="87f3421f-7e5f-4328-a49b-3eb6eaf73452" providerId="ADAL" clId="{AF309D92-4BE9-40DC-8577-0CDE2FBB66CD}" dt="2025-06-19T02:02:45.565" v="11" actId="14100"/>
      <pc:docMkLst>
        <pc:docMk/>
      </pc:docMkLst>
      <pc:sldChg chg="modSp mod">
        <pc:chgData name="KARTER MAKOTOWINGTIM WONG" userId="87f3421f-7e5f-4328-a49b-3eb6eaf73452" providerId="ADAL" clId="{AF309D92-4BE9-40DC-8577-0CDE2FBB66CD}" dt="2025-06-19T02:02:45.565" v="11" actId="14100"/>
        <pc:sldMkLst>
          <pc:docMk/>
          <pc:sldMk cId="1400478623" sldId="416"/>
        </pc:sldMkLst>
        <pc:grpChg chg="ord">
          <ac:chgData name="KARTER MAKOTOWINGTIM WONG" userId="87f3421f-7e5f-4328-a49b-3eb6eaf73452" providerId="ADAL" clId="{AF309D92-4BE9-40DC-8577-0CDE2FBB66CD}" dt="2025-06-19T02:01:41.903" v="5" actId="167"/>
          <ac:grpSpMkLst>
            <pc:docMk/>
            <pc:sldMk cId="1400478623" sldId="416"/>
            <ac:grpSpMk id="18" creationId="{2EF5DD86-F741-2255-A6F9-E9A2D4A9747F}"/>
          </ac:grpSpMkLst>
        </pc:grpChg>
        <pc:grpChg chg="mod ord">
          <ac:chgData name="KARTER MAKOTOWINGTIM WONG" userId="87f3421f-7e5f-4328-a49b-3eb6eaf73452" providerId="ADAL" clId="{AF309D92-4BE9-40DC-8577-0CDE2FBB66CD}" dt="2025-06-19T02:02:45.565" v="11" actId="14100"/>
          <ac:grpSpMkLst>
            <pc:docMk/>
            <pc:sldMk cId="1400478623" sldId="416"/>
            <ac:grpSpMk id="19" creationId="{D83E73C5-312D-08D7-1B1C-6A1C116FCD3B}"/>
          </ac:grpSpMkLst>
        </pc:grpChg>
        <pc:picChg chg="ord">
          <ac:chgData name="KARTER MAKOTOWINGTIM WONG" userId="87f3421f-7e5f-4328-a49b-3eb6eaf73452" providerId="ADAL" clId="{AF309D92-4BE9-40DC-8577-0CDE2FBB66CD}" dt="2025-06-19T02:01:42.369" v="6" actId="166"/>
          <ac:picMkLst>
            <pc:docMk/>
            <pc:sldMk cId="1400478623" sldId="416"/>
            <ac:picMk id="11" creationId="{50930E5E-532B-D44A-2640-DAF7EA1E1D21}"/>
          </ac:picMkLst>
        </pc:picChg>
      </pc:sldChg>
    </pc:docChg>
  </pc:docChgLst>
  <pc:docChgLst>
    <pc:chgData name="KARTER MAKOTOWINGTIM WONG" userId="87f3421f-7e5f-4328-a49b-3eb6eaf73452" providerId="ADAL" clId="{8A2FF50F-8032-4803-AB59-85892B387DAE}"/>
    <pc:docChg chg="undo redo custSel modSld modShowInfo">
      <pc:chgData name="KARTER MAKOTOWINGTIM WONG" userId="87f3421f-7e5f-4328-a49b-3eb6eaf73452" providerId="ADAL" clId="{8A2FF50F-8032-4803-AB59-85892B387DAE}" dt="2025-06-15T10:27:39.658" v="1397" actId="20577"/>
      <pc:docMkLst>
        <pc:docMk/>
      </pc:docMkLst>
      <pc:sldChg chg="modNotesTx">
        <pc:chgData name="KARTER MAKOTOWINGTIM WONG" userId="87f3421f-7e5f-4328-a49b-3eb6eaf73452" providerId="ADAL" clId="{8A2FF50F-8032-4803-AB59-85892B387DAE}" dt="2025-06-15T10:24:59.700" v="1377" actId="20577"/>
        <pc:sldMkLst>
          <pc:docMk/>
          <pc:sldMk cId="0" sldId="367"/>
        </pc:sldMkLst>
      </pc:sldChg>
      <pc:sldChg chg="modNotesTx">
        <pc:chgData name="KARTER MAKOTOWINGTIM WONG" userId="87f3421f-7e5f-4328-a49b-3eb6eaf73452" providerId="ADAL" clId="{8A2FF50F-8032-4803-AB59-85892B387DAE}" dt="2025-06-15T09:01:17.533" v="1366" actId="20577"/>
        <pc:sldMkLst>
          <pc:docMk/>
          <pc:sldMk cId="0" sldId="387"/>
        </pc:sldMkLst>
      </pc:sldChg>
      <pc:sldChg chg="modSp mod modNotesTx">
        <pc:chgData name="KARTER MAKOTOWINGTIM WONG" userId="87f3421f-7e5f-4328-a49b-3eb6eaf73452" providerId="ADAL" clId="{8A2FF50F-8032-4803-AB59-85892B387DAE}" dt="2025-06-15T10:25:49.129" v="1383" actId="20577"/>
        <pc:sldMkLst>
          <pc:docMk/>
          <pc:sldMk cId="0" sldId="389"/>
        </pc:sldMkLst>
        <pc:spChg chg="mod">
          <ac:chgData name="KARTER MAKOTOWINGTIM WONG" userId="87f3421f-7e5f-4328-a49b-3eb6eaf73452" providerId="ADAL" clId="{8A2FF50F-8032-4803-AB59-85892B387DAE}" dt="2025-06-12T22:54:27.089" v="173" actId="20577"/>
          <ac:spMkLst>
            <pc:docMk/>
            <pc:sldMk cId="0" sldId="389"/>
            <ac:spMk id="3" creationId="{AE079F54-83D7-542D-0D32-9A05E5ABC411}"/>
          </ac:spMkLst>
        </pc:spChg>
        <pc:spChg chg="mod">
          <ac:chgData name="KARTER MAKOTOWINGTIM WONG" userId="87f3421f-7e5f-4328-a49b-3eb6eaf73452" providerId="ADAL" clId="{8A2FF50F-8032-4803-AB59-85892B387DAE}" dt="2025-06-12T22:54:22.169" v="169" actId="20577"/>
          <ac:spMkLst>
            <pc:docMk/>
            <pc:sldMk cId="0" sldId="389"/>
            <ac:spMk id="7" creationId="{AD648E0F-F7BA-FC29-3DA1-F0DB173A56F1}"/>
          </ac:spMkLst>
        </pc:spChg>
      </pc:sldChg>
      <pc:sldChg chg="modSp modNotesTx">
        <pc:chgData name="KARTER MAKOTOWINGTIM WONG" userId="87f3421f-7e5f-4328-a49b-3eb6eaf73452" providerId="ADAL" clId="{8A2FF50F-8032-4803-AB59-85892B387DAE}" dt="2025-06-15T10:26:15.691" v="1389" actId="20577"/>
        <pc:sldMkLst>
          <pc:docMk/>
          <pc:sldMk cId="0" sldId="405"/>
        </pc:sldMkLst>
        <pc:graphicFrameChg chg="mod">
          <ac:chgData name="KARTER MAKOTOWINGTIM WONG" userId="87f3421f-7e5f-4328-a49b-3eb6eaf73452" providerId="ADAL" clId="{8A2FF50F-8032-4803-AB59-85892B387DAE}" dt="2025-06-12T22:54:56.501" v="181" actId="20577"/>
          <ac:graphicFrameMkLst>
            <pc:docMk/>
            <pc:sldMk cId="0" sldId="405"/>
            <ac:graphicFrameMk id="33" creationId="{C57B20DF-B0FE-D8EA-4C1A-14B999B5C353}"/>
          </ac:graphicFrameMkLst>
        </pc:graphicFrameChg>
      </pc:sldChg>
      <pc:sldChg chg="modNotesTx">
        <pc:chgData name="KARTER MAKOTOWINGTIM WONG" userId="87f3421f-7e5f-4328-a49b-3eb6eaf73452" providerId="ADAL" clId="{8A2FF50F-8032-4803-AB59-85892B387DAE}" dt="2025-06-15T10:25:11.133" v="1379" actId="20577"/>
        <pc:sldMkLst>
          <pc:docMk/>
          <pc:sldMk cId="0" sldId="407"/>
        </pc:sldMkLst>
      </pc:sldChg>
      <pc:sldChg chg="modSp mod modShow modNotesTx">
        <pc:chgData name="KARTER MAKOTOWINGTIM WONG" userId="87f3421f-7e5f-4328-a49b-3eb6eaf73452" providerId="ADAL" clId="{8A2FF50F-8032-4803-AB59-85892B387DAE}" dt="2025-06-15T10:18:05.346" v="1369" actId="729"/>
        <pc:sldMkLst>
          <pc:docMk/>
          <pc:sldMk cId="0" sldId="413"/>
        </pc:sldMkLst>
        <pc:spChg chg="mod">
          <ac:chgData name="KARTER MAKOTOWINGTIM WONG" userId="87f3421f-7e5f-4328-a49b-3eb6eaf73452" providerId="ADAL" clId="{8A2FF50F-8032-4803-AB59-85892B387DAE}" dt="2025-06-10T10:57:40.274" v="130" actId="20577"/>
          <ac:spMkLst>
            <pc:docMk/>
            <pc:sldMk cId="0" sldId="413"/>
            <ac:spMk id="9" creationId="{02777AF6-5F16-A6AC-CE44-B1B0A468AC41}"/>
          </ac:spMkLst>
        </pc:spChg>
        <pc:picChg chg="mod modCrop">
          <ac:chgData name="KARTER MAKOTOWINGTIM WONG" userId="87f3421f-7e5f-4328-a49b-3eb6eaf73452" providerId="ADAL" clId="{8A2FF50F-8032-4803-AB59-85892B387DAE}" dt="2025-06-10T10:57:30.782" v="120" actId="1076"/>
          <ac:picMkLst>
            <pc:docMk/>
            <pc:sldMk cId="0" sldId="413"/>
            <ac:picMk id="4" creationId="{1C1CA815-F7AB-030A-3F97-0B32F31AC2CD}"/>
          </ac:picMkLst>
        </pc:picChg>
        <pc:picChg chg="mod">
          <ac:chgData name="KARTER MAKOTOWINGTIM WONG" userId="87f3421f-7e5f-4328-a49b-3eb6eaf73452" providerId="ADAL" clId="{8A2FF50F-8032-4803-AB59-85892B387DAE}" dt="2025-06-10T10:57:23.495" v="118" actId="1076"/>
          <ac:picMkLst>
            <pc:docMk/>
            <pc:sldMk cId="0" sldId="413"/>
            <ac:picMk id="6" creationId="{50A99597-7649-DB11-0596-8146579AEC34}"/>
          </ac:picMkLst>
        </pc:picChg>
      </pc:sldChg>
      <pc:sldChg chg="modSp modNotesTx">
        <pc:chgData name="KARTER MAKOTOWINGTIM WONG" userId="87f3421f-7e5f-4328-a49b-3eb6eaf73452" providerId="ADAL" clId="{8A2FF50F-8032-4803-AB59-85892B387DAE}" dt="2025-06-15T10:27:22.677" v="1394" actId="20577"/>
        <pc:sldMkLst>
          <pc:docMk/>
          <pc:sldMk cId="2977264139" sldId="415"/>
        </pc:sldMkLst>
        <pc:graphicFrameChg chg="mod">
          <ac:chgData name="KARTER MAKOTOWINGTIM WONG" userId="87f3421f-7e5f-4328-a49b-3eb6eaf73452" providerId="ADAL" clId="{8A2FF50F-8032-4803-AB59-85892B387DAE}" dt="2025-06-12T22:54:47.943" v="177" actId="20577"/>
          <ac:graphicFrameMkLst>
            <pc:docMk/>
            <pc:sldMk cId="2977264139" sldId="415"/>
            <ac:graphicFrameMk id="10" creationId="{B476849C-E4A0-3220-2CBB-3547448CE619}"/>
          </ac:graphicFrameMkLst>
        </pc:graphicFrameChg>
      </pc:sldChg>
      <pc:sldChg chg="addSp delSp modSp mod modNotesTx">
        <pc:chgData name="KARTER MAKOTOWINGTIM WONG" userId="87f3421f-7e5f-4328-a49b-3eb6eaf73452" providerId="ADAL" clId="{8A2FF50F-8032-4803-AB59-85892B387DAE}" dt="2025-06-15T10:27:39.658" v="1397" actId="20577"/>
        <pc:sldMkLst>
          <pc:docMk/>
          <pc:sldMk cId="1400478623" sldId="416"/>
        </pc:sldMkLst>
        <pc:spChg chg="mod topLvl">
          <ac:chgData name="KARTER MAKOTOWINGTIM WONG" userId="87f3421f-7e5f-4328-a49b-3eb6eaf73452" providerId="ADAL" clId="{8A2FF50F-8032-4803-AB59-85892B387DAE}" dt="2025-06-10T10:53:57.390" v="103" actId="255"/>
          <ac:spMkLst>
            <pc:docMk/>
            <pc:sldMk cId="1400478623" sldId="416"/>
            <ac:spMk id="8" creationId="{696C8FEF-BD2C-99ED-F1D2-8D5E60DB632F}"/>
          </ac:spMkLst>
        </pc:spChg>
        <pc:spChg chg="mod topLvl">
          <ac:chgData name="KARTER MAKOTOWINGTIM WONG" userId="87f3421f-7e5f-4328-a49b-3eb6eaf73452" providerId="ADAL" clId="{8A2FF50F-8032-4803-AB59-85892B387DAE}" dt="2025-06-12T22:54:40.547" v="175" actId="20577"/>
          <ac:spMkLst>
            <pc:docMk/>
            <pc:sldMk cId="1400478623" sldId="416"/>
            <ac:spMk id="12" creationId="{E5B00660-565F-50B1-5BD2-3B77FD4C1C0A}"/>
          </ac:spMkLst>
        </pc:spChg>
        <pc:spChg chg="mod topLvl">
          <ac:chgData name="KARTER MAKOTOWINGTIM WONG" userId="87f3421f-7e5f-4328-a49b-3eb6eaf73452" providerId="ADAL" clId="{8A2FF50F-8032-4803-AB59-85892B387DAE}" dt="2025-06-10T10:53:29.164" v="99" actId="164"/>
          <ac:spMkLst>
            <pc:docMk/>
            <pc:sldMk cId="1400478623" sldId="416"/>
            <ac:spMk id="14" creationId="{F60318DA-2039-B681-21CF-305FDDFB62A0}"/>
          </ac:spMkLst>
        </pc:spChg>
        <pc:grpChg chg="add del mod">
          <ac:chgData name="KARTER MAKOTOWINGTIM WONG" userId="87f3421f-7e5f-4328-a49b-3eb6eaf73452" providerId="ADAL" clId="{8A2FF50F-8032-4803-AB59-85892B387DAE}" dt="2025-06-10T10:54:33.483" v="110" actId="1076"/>
          <ac:grpSpMkLst>
            <pc:docMk/>
            <pc:sldMk cId="1400478623" sldId="416"/>
            <ac:grpSpMk id="7" creationId="{F0BC27A0-AABB-0556-5F0A-2C7CF24FC040}"/>
          </ac:grpSpMkLst>
        </pc:grpChg>
        <pc:grpChg chg="add mod">
          <ac:chgData name="KARTER MAKOTOWINGTIM WONG" userId="87f3421f-7e5f-4328-a49b-3eb6eaf73452" providerId="ADAL" clId="{8A2FF50F-8032-4803-AB59-85892B387DAE}" dt="2025-06-10T10:54:29.770" v="109" actId="1076"/>
          <ac:grpSpMkLst>
            <pc:docMk/>
            <pc:sldMk cId="1400478623" sldId="416"/>
            <ac:grpSpMk id="18" creationId="{2EF5DD86-F741-2255-A6F9-E9A2D4A9747F}"/>
          </ac:grpSpMkLst>
        </pc:grpChg>
        <pc:grpChg chg="add mod">
          <ac:chgData name="KARTER MAKOTOWINGTIM WONG" userId="87f3421f-7e5f-4328-a49b-3eb6eaf73452" providerId="ADAL" clId="{8A2FF50F-8032-4803-AB59-85892B387DAE}" dt="2025-06-10T10:54:22.554" v="107" actId="1076"/>
          <ac:grpSpMkLst>
            <pc:docMk/>
            <pc:sldMk cId="1400478623" sldId="416"/>
            <ac:grpSpMk id="19" creationId="{D83E73C5-312D-08D7-1B1C-6A1C116FCD3B}"/>
          </ac:grpSpMkLst>
        </pc:grpChg>
        <pc:picChg chg="mod topLvl">
          <ac:chgData name="KARTER MAKOTOWINGTIM WONG" userId="87f3421f-7e5f-4328-a49b-3eb6eaf73452" providerId="ADAL" clId="{8A2FF50F-8032-4803-AB59-85892B387DAE}" dt="2025-06-10T10:52:15.127" v="82" actId="165"/>
          <ac:picMkLst>
            <pc:docMk/>
            <pc:sldMk cId="1400478623" sldId="416"/>
            <ac:picMk id="3" creationId="{80CC4932-E8DC-5700-825E-F3BD6062161C}"/>
          </ac:picMkLst>
        </pc:picChg>
        <pc:picChg chg="mod topLvl modCrop">
          <ac:chgData name="KARTER MAKOTOWINGTIM WONG" userId="87f3421f-7e5f-4328-a49b-3eb6eaf73452" providerId="ADAL" clId="{8A2FF50F-8032-4803-AB59-85892B387DAE}" dt="2025-06-10T10:53:29.164" v="99" actId="164"/>
          <ac:picMkLst>
            <pc:docMk/>
            <pc:sldMk cId="1400478623" sldId="416"/>
            <ac:picMk id="11" creationId="{50930E5E-532B-D44A-2640-DAF7EA1E1D21}"/>
          </ac:picMkLst>
        </pc:picChg>
        <pc:picChg chg="mod topLvl modCrop">
          <ac:chgData name="KARTER MAKOTOWINGTIM WONG" userId="87f3421f-7e5f-4328-a49b-3eb6eaf73452" providerId="ADAL" clId="{8A2FF50F-8032-4803-AB59-85892B387DAE}" dt="2025-06-10T10:52:57.700" v="91" actId="164"/>
          <ac:picMkLst>
            <pc:docMk/>
            <pc:sldMk cId="1400478623" sldId="416"/>
            <ac:picMk id="17" creationId="{D5C1CA26-40FA-D71F-44B7-145AFE7D11C2}"/>
          </ac:picMkLst>
        </pc:picChg>
      </pc:sldChg>
      <pc:sldChg chg="modSp mod modShow">
        <pc:chgData name="KARTER MAKOTOWINGTIM WONG" userId="87f3421f-7e5f-4328-a49b-3eb6eaf73452" providerId="ADAL" clId="{8A2FF50F-8032-4803-AB59-85892B387DAE}" dt="2025-06-10T10:59:15.958" v="157" actId="1076"/>
        <pc:sldMkLst>
          <pc:docMk/>
          <pc:sldMk cId="949119990" sldId="417"/>
        </pc:sldMkLst>
        <pc:picChg chg="mod modCrop">
          <ac:chgData name="KARTER MAKOTOWINGTIM WONG" userId="87f3421f-7e5f-4328-a49b-3eb6eaf73452" providerId="ADAL" clId="{8A2FF50F-8032-4803-AB59-85892B387DAE}" dt="2025-06-10T10:59:15.958" v="157" actId="1076"/>
          <ac:picMkLst>
            <pc:docMk/>
            <pc:sldMk cId="949119990" sldId="417"/>
            <ac:picMk id="6" creationId="{193B747C-8865-9635-102B-4C7882A41A1C}"/>
          </ac:picMkLst>
        </pc:picChg>
        <pc:picChg chg="mod">
          <ac:chgData name="KARTER MAKOTOWINGTIM WONG" userId="87f3421f-7e5f-4328-a49b-3eb6eaf73452" providerId="ADAL" clId="{8A2FF50F-8032-4803-AB59-85892B387DAE}" dt="2025-06-10T10:58:40.078" v="151" actId="1076"/>
          <ac:picMkLst>
            <pc:docMk/>
            <pc:sldMk cId="949119990" sldId="417"/>
            <ac:picMk id="8" creationId="{C1F614B7-74A3-9308-392D-5E44DF9E4BE6}"/>
          </ac:picMkLst>
        </pc:picChg>
        <pc:picChg chg="mod">
          <ac:chgData name="KARTER MAKOTOWINGTIM WONG" userId="87f3421f-7e5f-4328-a49b-3eb6eaf73452" providerId="ADAL" clId="{8A2FF50F-8032-4803-AB59-85892B387DAE}" dt="2025-06-10T10:58:45.911" v="153" actId="1076"/>
          <ac:picMkLst>
            <pc:docMk/>
            <pc:sldMk cId="949119990" sldId="417"/>
            <ac:picMk id="12" creationId="{7EBAAF02-C605-1CF9-2016-4A09460A9AC4}"/>
          </ac:picMkLst>
        </pc:picChg>
      </pc:sldChg>
      <pc:sldChg chg="mod modShow modNotesTx">
        <pc:chgData name="KARTER MAKOTOWINGTIM WONG" userId="87f3421f-7e5f-4328-a49b-3eb6eaf73452" providerId="ADAL" clId="{8A2FF50F-8032-4803-AB59-85892B387DAE}" dt="2025-06-15T09:01:20.852" v="1368" actId="20577"/>
        <pc:sldMkLst>
          <pc:docMk/>
          <pc:sldMk cId="331761965" sldId="418"/>
        </pc:sldMkLst>
      </pc:sldChg>
      <pc:sldChg chg="modNotesTx">
        <pc:chgData name="KARTER MAKOTOWINGTIM WONG" userId="87f3421f-7e5f-4328-a49b-3eb6eaf73452" providerId="ADAL" clId="{8A2FF50F-8032-4803-AB59-85892B387DAE}" dt="2025-06-13T00:37:23.808" v="478" actId="20577"/>
        <pc:sldMkLst>
          <pc:docMk/>
          <pc:sldMk cId="3194971168" sldId="421"/>
        </pc:sldMkLst>
      </pc:sldChg>
      <pc:sldChg chg="modNotesTx">
        <pc:chgData name="KARTER MAKOTOWINGTIM WONG" userId="87f3421f-7e5f-4328-a49b-3eb6eaf73452" providerId="ADAL" clId="{8A2FF50F-8032-4803-AB59-85892B387DAE}" dt="2025-06-15T10:25:20.509" v="1380" actId="20577"/>
        <pc:sldMkLst>
          <pc:docMk/>
          <pc:sldMk cId="2145823957" sldId="422"/>
        </pc:sldMkLst>
      </pc:sldChg>
      <pc:sldChg chg="addSp modSp mod modNotesTx">
        <pc:chgData name="KARTER MAKOTOWINGTIM WONG" userId="87f3421f-7e5f-4328-a49b-3eb6eaf73452" providerId="ADAL" clId="{8A2FF50F-8032-4803-AB59-85892B387DAE}" dt="2025-06-15T10:25:57.369" v="1384" actId="20577"/>
        <pc:sldMkLst>
          <pc:docMk/>
          <pc:sldMk cId="2281730913" sldId="423"/>
        </pc:sldMkLst>
        <pc:spChg chg="mod">
          <ac:chgData name="KARTER MAKOTOWINGTIM WONG" userId="87f3421f-7e5f-4328-a49b-3eb6eaf73452" providerId="ADAL" clId="{8A2FF50F-8032-4803-AB59-85892B387DAE}" dt="2025-06-13T01:31:23.049" v="1105" actId="1076"/>
          <ac:spMkLst>
            <pc:docMk/>
            <pc:sldMk cId="2281730913" sldId="423"/>
            <ac:spMk id="5" creationId="{308B8985-C56D-C6B1-3D76-E7A30161AE75}"/>
          </ac:spMkLst>
        </pc:spChg>
        <pc:spChg chg="mod">
          <ac:chgData name="KARTER MAKOTOWINGTIM WONG" userId="87f3421f-7e5f-4328-a49b-3eb6eaf73452" providerId="ADAL" clId="{8A2FF50F-8032-4803-AB59-85892B387DAE}" dt="2025-06-13T01:31:18.906" v="1104" actId="1076"/>
          <ac:spMkLst>
            <pc:docMk/>
            <pc:sldMk cId="2281730913" sldId="423"/>
            <ac:spMk id="6" creationId="{CC0E6758-DF2A-451C-3948-FCA9E7BD6100}"/>
          </ac:spMkLst>
        </pc:spChg>
        <pc:picChg chg="add mod">
          <ac:chgData name="KARTER MAKOTOWINGTIM WONG" userId="87f3421f-7e5f-4328-a49b-3eb6eaf73452" providerId="ADAL" clId="{8A2FF50F-8032-4803-AB59-85892B387DAE}" dt="2025-06-13T02:51:37.350" v="1107" actId="1076"/>
          <ac:picMkLst>
            <pc:docMk/>
            <pc:sldMk cId="2281730913" sldId="423"/>
            <ac:picMk id="7" creationId="{05005BB9-796A-0292-2488-67C90F2C7D37}"/>
          </ac:picMkLst>
        </pc:picChg>
      </pc:sldChg>
      <pc:sldChg chg="modNotesTx">
        <pc:chgData name="KARTER MAKOTOWINGTIM WONG" userId="87f3421f-7e5f-4328-a49b-3eb6eaf73452" providerId="ADAL" clId="{8A2FF50F-8032-4803-AB59-85892B387DAE}" dt="2025-06-15T08:58:55.260" v="1344" actId="20577"/>
        <pc:sldMkLst>
          <pc:docMk/>
          <pc:sldMk cId="1783979972" sldId="424"/>
        </pc:sldMkLst>
      </pc:sldChg>
    </pc:docChg>
  </pc:docChgLst>
  <pc:docChgLst>
    <pc:chgData name="KARTER MAKOTOWINGTIM WONG" userId="87f3421f-7e5f-4328-a49b-3eb6eaf73452" providerId="ADAL" clId="{30C8A45D-7695-49AB-BC96-5E6E84CB5174}"/>
    <pc:docChg chg="undo redo custSel addSld delSld modSld sldOrd">
      <pc:chgData name="KARTER MAKOTOWINGTIM WONG" userId="87f3421f-7e5f-4328-a49b-3eb6eaf73452" providerId="ADAL" clId="{30C8A45D-7695-49AB-BC96-5E6E84CB5174}" dt="2025-06-11T08:02:57.103" v="22319" actId="164"/>
      <pc:docMkLst>
        <pc:docMk/>
      </pc:docMkLst>
      <pc:sldChg chg="modNotesTx">
        <pc:chgData name="KARTER MAKOTOWINGTIM WONG" userId="87f3421f-7e5f-4328-a49b-3eb6eaf73452" providerId="ADAL" clId="{30C8A45D-7695-49AB-BC96-5E6E84CB5174}" dt="2025-06-05T00:40:23.596" v="9527" actId="6549"/>
        <pc:sldMkLst>
          <pc:docMk/>
          <pc:sldMk cId="0" sldId="271"/>
        </pc:sldMkLst>
      </pc:sldChg>
      <pc:sldChg chg="addSp delSp modSp mod modShow modNotesTx">
        <pc:chgData name="KARTER MAKOTOWINGTIM WONG" userId="87f3421f-7e5f-4328-a49b-3eb6eaf73452" providerId="ADAL" clId="{30C8A45D-7695-49AB-BC96-5E6E84CB5174}" dt="2025-06-11T06:47:12.701" v="22250" actId="20577"/>
        <pc:sldMkLst>
          <pc:docMk/>
          <pc:sldMk cId="0" sldId="367"/>
        </pc:sldMkLst>
        <pc:spChg chg="add mod">
          <ac:chgData name="KARTER MAKOTOWINGTIM WONG" userId="87f3421f-7e5f-4328-a49b-3eb6eaf73452" providerId="ADAL" clId="{30C8A45D-7695-49AB-BC96-5E6E84CB5174}" dt="2025-06-11T06:11:32.174" v="21221" actId="20577"/>
          <ac:spMkLst>
            <pc:docMk/>
            <pc:sldMk cId="0" sldId="367"/>
            <ac:spMk id="6" creationId="{1721B9FC-958E-F140-031F-9866DC390BF3}"/>
          </ac:spMkLst>
        </pc:spChg>
        <pc:spChg chg="add mod">
          <ac:chgData name="KARTER MAKOTOWINGTIM WONG" userId="87f3421f-7e5f-4328-a49b-3eb6eaf73452" providerId="ADAL" clId="{30C8A45D-7695-49AB-BC96-5E6E84CB5174}" dt="2025-06-11T06:10:11.593" v="21197" actId="20577"/>
          <ac:spMkLst>
            <pc:docMk/>
            <pc:sldMk cId="0" sldId="367"/>
            <ac:spMk id="10" creationId="{ABE1C726-CAC4-EC2B-BEEE-A364F8A41BBC}"/>
          </ac:spMkLst>
        </pc:spChg>
        <pc:spChg chg="mod">
          <ac:chgData name="KARTER MAKOTOWINGTIM WONG" userId="87f3421f-7e5f-4328-a49b-3eb6eaf73452" providerId="ADAL" clId="{30C8A45D-7695-49AB-BC96-5E6E84CB5174}" dt="2025-06-11T06:23:43.142" v="21364" actId="20577"/>
          <ac:spMkLst>
            <pc:docMk/>
            <pc:sldMk cId="0" sldId="367"/>
            <ac:spMk id="17413" creationId="{E7EBC353-59F1-F4B9-4C7C-82782E259F77}"/>
          </ac:spMkLst>
        </pc:spChg>
        <pc:picChg chg="mod">
          <ac:chgData name="KARTER MAKOTOWINGTIM WONG" userId="87f3421f-7e5f-4328-a49b-3eb6eaf73452" providerId="ADAL" clId="{30C8A45D-7695-49AB-BC96-5E6E84CB5174}" dt="2025-06-11T06:09:48.989" v="21153" actId="1076"/>
          <ac:picMkLst>
            <pc:docMk/>
            <pc:sldMk cId="0" sldId="367"/>
            <ac:picMk id="4" creationId="{0FC75BDB-BBB8-8D9F-129F-966987D62ECD}"/>
          </ac:picMkLst>
        </pc:picChg>
        <pc:picChg chg="add mod">
          <ac:chgData name="KARTER MAKOTOWINGTIM WONG" userId="87f3421f-7e5f-4328-a49b-3eb6eaf73452" providerId="ADAL" clId="{30C8A45D-7695-49AB-BC96-5E6E84CB5174}" dt="2025-06-11T06:09:45.817" v="21152" actId="1076"/>
          <ac:picMkLst>
            <pc:docMk/>
            <pc:sldMk cId="0" sldId="367"/>
            <ac:picMk id="9" creationId="{8692F369-5F32-8F41-B0CA-D46665C527A1}"/>
          </ac:picMkLst>
        </pc:picChg>
      </pc:sldChg>
      <pc:sldChg chg="addSp modSp mod modNotesTx">
        <pc:chgData name="KARTER MAKOTOWINGTIM WONG" userId="87f3421f-7e5f-4328-a49b-3eb6eaf73452" providerId="ADAL" clId="{30C8A45D-7695-49AB-BC96-5E6E84CB5174}" dt="2025-06-11T01:42:17.974" v="11663" actId="20577"/>
        <pc:sldMkLst>
          <pc:docMk/>
          <pc:sldMk cId="0" sldId="387"/>
        </pc:sldMkLst>
        <pc:spChg chg="mod">
          <ac:chgData name="KARTER MAKOTOWINGTIM WONG" userId="87f3421f-7e5f-4328-a49b-3eb6eaf73452" providerId="ADAL" clId="{30C8A45D-7695-49AB-BC96-5E6E84CB5174}" dt="2025-06-08T00:18:55.188" v="9545"/>
          <ac:spMkLst>
            <pc:docMk/>
            <pc:sldMk cId="0" sldId="387"/>
            <ac:spMk id="22" creationId="{778E2D99-7598-5612-5184-CB7A0F8E6A03}"/>
          </ac:spMkLst>
        </pc:spChg>
        <pc:spChg chg="mod">
          <ac:chgData name="KARTER MAKOTOWINGTIM WONG" userId="87f3421f-7e5f-4328-a49b-3eb6eaf73452" providerId="ADAL" clId="{30C8A45D-7695-49AB-BC96-5E6E84CB5174}" dt="2025-06-11T01:41:58.077" v="11660" actId="1076"/>
          <ac:spMkLst>
            <pc:docMk/>
            <pc:sldMk cId="0" sldId="387"/>
            <ac:spMk id="23" creationId="{4CCBC938-FE93-89F6-3192-7194E4DEAB77}"/>
          </ac:spMkLst>
        </pc:spChg>
        <pc:spChg chg="mod">
          <ac:chgData name="KARTER MAKOTOWINGTIM WONG" userId="87f3421f-7e5f-4328-a49b-3eb6eaf73452" providerId="ADAL" clId="{30C8A45D-7695-49AB-BC96-5E6E84CB5174}" dt="2025-06-11T01:33:44.750" v="11558" actId="255"/>
          <ac:spMkLst>
            <pc:docMk/>
            <pc:sldMk cId="0" sldId="387"/>
            <ac:spMk id="8202" creationId="{BFB981AB-7ECB-A2AE-8B75-F4D10BE0001A}"/>
          </ac:spMkLst>
        </pc:spChg>
      </pc:sldChg>
      <pc:sldChg chg="addSp delSp modSp mod ord modShow modNotesTx">
        <pc:chgData name="KARTER MAKOTOWINGTIM WONG" userId="87f3421f-7e5f-4328-a49b-3eb6eaf73452" providerId="ADAL" clId="{30C8A45D-7695-49AB-BC96-5E6E84CB5174}" dt="2025-06-11T05:13:18.915" v="20287" actId="20577"/>
        <pc:sldMkLst>
          <pc:docMk/>
          <pc:sldMk cId="0" sldId="389"/>
        </pc:sldMkLst>
        <pc:spChg chg="mod">
          <ac:chgData name="KARTER MAKOTOWINGTIM WONG" userId="87f3421f-7e5f-4328-a49b-3eb6eaf73452" providerId="ADAL" clId="{30C8A45D-7695-49AB-BC96-5E6E84CB5174}" dt="2025-06-11T01:40:46.647" v="11644" actId="20577"/>
          <ac:spMkLst>
            <pc:docMk/>
            <pc:sldMk cId="0" sldId="389"/>
            <ac:spMk id="2" creationId="{2F39D4E6-B9AD-D08C-4B34-4D765D75E6CD}"/>
          </ac:spMkLst>
        </pc:spChg>
        <pc:spChg chg="mod">
          <ac:chgData name="KARTER MAKOTOWINGTIM WONG" userId="87f3421f-7e5f-4328-a49b-3eb6eaf73452" providerId="ADAL" clId="{30C8A45D-7695-49AB-BC96-5E6E84CB5174}" dt="2025-06-11T03:50:33.271" v="14258" actId="1076"/>
          <ac:spMkLst>
            <pc:docMk/>
            <pc:sldMk cId="0" sldId="389"/>
            <ac:spMk id="3" creationId="{AE079F54-83D7-542D-0D32-9A05E5ABC411}"/>
          </ac:spMkLst>
        </pc:spChg>
        <pc:spChg chg="add mod">
          <ac:chgData name="KARTER MAKOTOWINGTIM WONG" userId="87f3421f-7e5f-4328-a49b-3eb6eaf73452" providerId="ADAL" clId="{30C8A45D-7695-49AB-BC96-5E6E84CB5174}" dt="2025-06-11T03:50:17.039" v="14255" actId="1076"/>
          <ac:spMkLst>
            <pc:docMk/>
            <pc:sldMk cId="0" sldId="389"/>
            <ac:spMk id="7" creationId="{AD648E0F-F7BA-FC29-3DA1-F0DB173A56F1}"/>
          </ac:spMkLst>
        </pc:spChg>
        <pc:picChg chg="add mod modCrop">
          <ac:chgData name="KARTER MAKOTOWINGTIM WONG" userId="87f3421f-7e5f-4328-a49b-3eb6eaf73452" providerId="ADAL" clId="{30C8A45D-7695-49AB-BC96-5E6E84CB5174}" dt="2025-06-11T03:50:26.552" v="14257" actId="1076"/>
          <ac:picMkLst>
            <pc:docMk/>
            <pc:sldMk cId="0" sldId="389"/>
            <ac:picMk id="6" creationId="{60D12FB6-6885-8349-3487-F05CFEA7A8CA}"/>
          </ac:picMkLst>
        </pc:picChg>
      </pc:sldChg>
      <pc:sldChg chg="addSp delSp modSp mod ord modShow modNotesTx">
        <pc:chgData name="KARTER MAKOTOWINGTIM WONG" userId="87f3421f-7e5f-4328-a49b-3eb6eaf73452" providerId="ADAL" clId="{30C8A45D-7695-49AB-BC96-5E6E84CB5174}" dt="2025-06-11T05:54:34.459" v="20832" actId="729"/>
        <pc:sldMkLst>
          <pc:docMk/>
          <pc:sldMk cId="0" sldId="390"/>
        </pc:sldMkLst>
        <pc:spChg chg="mod">
          <ac:chgData name="KARTER MAKOTOWINGTIM WONG" userId="87f3421f-7e5f-4328-a49b-3eb6eaf73452" providerId="ADAL" clId="{30C8A45D-7695-49AB-BC96-5E6E84CB5174}" dt="2025-06-11T01:47:22.769" v="11764" actId="255"/>
          <ac:spMkLst>
            <pc:docMk/>
            <pc:sldMk cId="0" sldId="390"/>
            <ac:spMk id="12297" creationId="{82570938-AC8A-88F3-FC75-AF81A3D3A700}"/>
          </ac:spMkLst>
        </pc:spChg>
        <pc:graphicFrameChg chg="add mod modGraphic">
          <ac:chgData name="KARTER MAKOTOWINGTIM WONG" userId="87f3421f-7e5f-4328-a49b-3eb6eaf73452" providerId="ADAL" clId="{30C8A45D-7695-49AB-BC96-5E6E84CB5174}" dt="2025-06-11T05:54:11.754" v="20823" actId="1076"/>
          <ac:graphicFrameMkLst>
            <pc:docMk/>
            <pc:sldMk cId="0" sldId="390"/>
            <ac:graphicFrameMk id="10" creationId="{123FB5E5-2BAC-640B-B4F8-964896B25106}"/>
          </ac:graphicFrameMkLst>
        </pc:graphicFrameChg>
        <pc:picChg chg="add mod">
          <ac:chgData name="KARTER MAKOTOWINGTIM WONG" userId="87f3421f-7e5f-4328-a49b-3eb6eaf73452" providerId="ADAL" clId="{30C8A45D-7695-49AB-BC96-5E6E84CB5174}" dt="2025-06-11T05:54:18.437" v="20828" actId="1076"/>
          <ac:picMkLst>
            <pc:docMk/>
            <pc:sldMk cId="0" sldId="390"/>
            <ac:picMk id="4" creationId="{53885899-99B7-C928-D382-79990E890F0E}"/>
          </ac:picMkLst>
        </pc:picChg>
        <pc:picChg chg="add mod">
          <ac:chgData name="KARTER MAKOTOWINGTIM WONG" userId="87f3421f-7e5f-4328-a49b-3eb6eaf73452" providerId="ADAL" clId="{30C8A45D-7695-49AB-BC96-5E6E84CB5174}" dt="2025-06-11T05:54:11.754" v="20823" actId="1076"/>
          <ac:picMkLst>
            <pc:docMk/>
            <pc:sldMk cId="0" sldId="390"/>
            <ac:picMk id="8" creationId="{4FBD2BE1-DCEF-70CD-A6C9-A0E6D8F43FFD}"/>
          </ac:picMkLst>
        </pc:picChg>
      </pc:sldChg>
      <pc:sldChg chg="addSp delSp modSp mod ord modShow modNotesTx">
        <pc:chgData name="KARTER MAKOTOWINGTIM WONG" userId="87f3421f-7e5f-4328-a49b-3eb6eaf73452" providerId="ADAL" clId="{30C8A45D-7695-49AB-BC96-5E6E84CB5174}" dt="2025-06-11T05:21:03.660" v="20288" actId="20577"/>
        <pc:sldMkLst>
          <pc:docMk/>
          <pc:sldMk cId="0" sldId="405"/>
        </pc:sldMkLst>
        <pc:spChg chg="add mod">
          <ac:chgData name="KARTER MAKOTOWINGTIM WONG" userId="87f3421f-7e5f-4328-a49b-3eb6eaf73452" providerId="ADAL" clId="{30C8A45D-7695-49AB-BC96-5E6E84CB5174}" dt="2025-06-11T01:47:06.589" v="11745" actId="255"/>
          <ac:spMkLst>
            <pc:docMk/>
            <pc:sldMk cId="0" sldId="405"/>
            <ac:spMk id="4" creationId="{3980B27C-31FE-5FF0-F9E8-13822A83080A}"/>
          </ac:spMkLst>
        </pc:spChg>
        <pc:graphicFrameChg chg="add mod">
          <ac:chgData name="KARTER MAKOTOWINGTIM WONG" userId="87f3421f-7e5f-4328-a49b-3eb6eaf73452" providerId="ADAL" clId="{30C8A45D-7695-49AB-BC96-5E6E84CB5174}" dt="2025-06-11T05:04:28.806" v="19026" actId="20577"/>
          <ac:graphicFrameMkLst>
            <pc:docMk/>
            <pc:sldMk cId="0" sldId="405"/>
            <ac:graphicFrameMk id="33" creationId="{C57B20DF-B0FE-D8EA-4C1A-14B999B5C353}"/>
          </ac:graphicFrameMkLst>
        </pc:graphicFrameChg>
      </pc:sldChg>
      <pc:sldChg chg="addSp delSp modSp mod modShow modNotesTx">
        <pc:chgData name="KARTER MAKOTOWINGTIM WONG" userId="87f3421f-7e5f-4328-a49b-3eb6eaf73452" providerId="ADAL" clId="{30C8A45D-7695-49AB-BC96-5E6E84CB5174}" dt="2025-06-11T06:51:47.671" v="22275" actId="20577"/>
        <pc:sldMkLst>
          <pc:docMk/>
          <pc:sldMk cId="0" sldId="407"/>
        </pc:sldMkLst>
        <pc:spChg chg="mod">
          <ac:chgData name="KARTER MAKOTOWINGTIM WONG" userId="87f3421f-7e5f-4328-a49b-3eb6eaf73452" providerId="ADAL" clId="{30C8A45D-7695-49AB-BC96-5E6E84CB5174}" dt="2025-06-11T06:23:20.790" v="21354" actId="20577"/>
          <ac:spMkLst>
            <pc:docMk/>
            <pc:sldMk cId="0" sldId="407"/>
            <ac:spMk id="8" creationId="{2D9C00B7-A1B2-C4FE-E991-9AFF4E7A7831}"/>
          </ac:spMkLst>
        </pc:spChg>
        <pc:spChg chg="mod">
          <ac:chgData name="KARTER MAKOTOWINGTIM WONG" userId="87f3421f-7e5f-4328-a49b-3eb6eaf73452" providerId="ADAL" clId="{30C8A45D-7695-49AB-BC96-5E6E84CB5174}" dt="2025-06-11T06:23:36.786" v="21360" actId="20577"/>
          <ac:spMkLst>
            <pc:docMk/>
            <pc:sldMk cId="0" sldId="407"/>
            <ac:spMk id="15368" creationId="{DD5132FE-D2A8-7AC4-D0A1-9CA2E27E2796}"/>
          </ac:spMkLst>
        </pc:spChg>
        <pc:graphicFrameChg chg="mod modGraphic">
          <ac:chgData name="KARTER MAKOTOWINGTIM WONG" userId="87f3421f-7e5f-4328-a49b-3eb6eaf73452" providerId="ADAL" clId="{30C8A45D-7695-49AB-BC96-5E6E84CB5174}" dt="2025-06-11T03:24:17.371" v="13611" actId="20577"/>
          <ac:graphicFrameMkLst>
            <pc:docMk/>
            <pc:sldMk cId="0" sldId="407"/>
            <ac:graphicFrameMk id="6" creationId="{20628BE5-8BC3-31D0-6D6E-C044BEB596E5}"/>
          </ac:graphicFrameMkLst>
        </pc:graphicFrameChg>
      </pc:sldChg>
      <pc:sldChg chg="addSp delSp modSp mod modNotesTx">
        <pc:chgData name="KARTER MAKOTOWINGTIM WONG" userId="87f3421f-7e5f-4328-a49b-3eb6eaf73452" providerId="ADAL" clId="{30C8A45D-7695-49AB-BC96-5E6E84CB5174}" dt="2025-06-10T03:55:49.726" v="10781" actId="1076"/>
        <pc:sldMkLst>
          <pc:docMk/>
          <pc:sldMk cId="0" sldId="413"/>
        </pc:sldMkLst>
        <pc:spChg chg="mod">
          <ac:chgData name="KARTER MAKOTOWINGTIM WONG" userId="87f3421f-7e5f-4328-a49b-3eb6eaf73452" providerId="ADAL" clId="{30C8A45D-7695-49AB-BC96-5E6E84CB5174}" dt="2025-06-08T00:37:38.626" v="9733" actId="1076"/>
          <ac:spMkLst>
            <pc:docMk/>
            <pc:sldMk cId="0" sldId="413"/>
            <ac:spMk id="9" creationId="{02777AF6-5F16-A6AC-CE44-B1B0A468AC41}"/>
          </ac:spMkLst>
        </pc:spChg>
        <pc:spChg chg="add mod">
          <ac:chgData name="KARTER MAKOTOWINGTIM WONG" userId="87f3421f-7e5f-4328-a49b-3eb6eaf73452" providerId="ADAL" clId="{30C8A45D-7695-49AB-BC96-5E6E84CB5174}" dt="2025-06-08T00:34:08.560" v="9718" actId="1076"/>
          <ac:spMkLst>
            <pc:docMk/>
            <pc:sldMk cId="0" sldId="413"/>
            <ac:spMk id="15" creationId="{92213F08-713F-4A8B-BCA8-589E90E756F4}"/>
          </ac:spMkLst>
        </pc:spChg>
        <pc:spChg chg="add mod">
          <ac:chgData name="KARTER MAKOTOWINGTIM WONG" userId="87f3421f-7e5f-4328-a49b-3eb6eaf73452" providerId="ADAL" clId="{30C8A45D-7695-49AB-BC96-5E6E84CB5174}" dt="2025-06-08T00:34:14.479" v="9723" actId="20577"/>
          <ac:spMkLst>
            <pc:docMk/>
            <pc:sldMk cId="0" sldId="413"/>
            <ac:spMk id="16" creationId="{6D650C02-243E-DEBA-AB1C-7A24D596566E}"/>
          </ac:spMkLst>
        </pc:spChg>
        <pc:picChg chg="add mod">
          <ac:chgData name="KARTER MAKOTOWINGTIM WONG" userId="87f3421f-7e5f-4328-a49b-3eb6eaf73452" providerId="ADAL" clId="{30C8A45D-7695-49AB-BC96-5E6E84CB5174}" dt="2025-06-10T03:53:50.406" v="10774" actId="1076"/>
          <ac:picMkLst>
            <pc:docMk/>
            <pc:sldMk cId="0" sldId="413"/>
            <ac:picMk id="4" creationId="{1C1CA815-F7AB-030A-3F97-0B32F31AC2CD}"/>
          </ac:picMkLst>
        </pc:picChg>
        <pc:picChg chg="add mod">
          <ac:chgData name="KARTER MAKOTOWINGTIM WONG" userId="87f3421f-7e5f-4328-a49b-3eb6eaf73452" providerId="ADAL" clId="{30C8A45D-7695-49AB-BC96-5E6E84CB5174}" dt="2025-06-10T03:55:49.726" v="10781" actId="1076"/>
          <ac:picMkLst>
            <pc:docMk/>
            <pc:sldMk cId="0" sldId="413"/>
            <ac:picMk id="6" creationId="{50A99597-7649-DB11-0596-8146579AEC34}"/>
          </ac:picMkLst>
        </pc:picChg>
      </pc:sldChg>
      <pc:sldChg chg="modSp mod modNotesTx">
        <pc:chgData name="KARTER MAKOTOWINGTIM WONG" userId="87f3421f-7e5f-4328-a49b-3eb6eaf73452" providerId="ADAL" clId="{30C8A45D-7695-49AB-BC96-5E6E84CB5174}" dt="2025-06-11T06:40:27.291" v="21500" actId="20577"/>
        <pc:sldMkLst>
          <pc:docMk/>
          <pc:sldMk cId="3206680773" sldId="414"/>
        </pc:sldMkLst>
        <pc:spChg chg="mod">
          <ac:chgData name="KARTER MAKOTOWINGTIM WONG" userId="87f3421f-7e5f-4328-a49b-3eb6eaf73452" providerId="ADAL" clId="{30C8A45D-7695-49AB-BC96-5E6E84CB5174}" dt="2025-06-11T06:40:27.291" v="21500" actId="20577"/>
          <ac:spMkLst>
            <pc:docMk/>
            <pc:sldMk cId="3206680773" sldId="414"/>
            <ac:spMk id="4100" creationId="{6C71EEA1-35D1-35A3-0858-A764C8760F4B}"/>
          </ac:spMkLst>
        </pc:spChg>
      </pc:sldChg>
      <pc:sldChg chg="addSp delSp modSp mod ord modShow modNotesTx">
        <pc:chgData name="KARTER MAKOTOWINGTIM WONG" userId="87f3421f-7e5f-4328-a49b-3eb6eaf73452" providerId="ADAL" clId="{30C8A45D-7695-49AB-BC96-5E6E84CB5174}" dt="2025-06-11T05:26:43.120" v="20295" actId="20577"/>
        <pc:sldMkLst>
          <pc:docMk/>
          <pc:sldMk cId="2977264139" sldId="415"/>
        </pc:sldMkLst>
        <pc:graphicFrameChg chg="add mod topLvl modGraphic">
          <ac:chgData name="KARTER MAKOTOWINGTIM WONG" userId="87f3421f-7e5f-4328-a49b-3eb6eaf73452" providerId="ADAL" clId="{30C8A45D-7695-49AB-BC96-5E6E84CB5174}" dt="2025-06-11T05:21:25.003" v="20289" actId="207"/>
          <ac:graphicFrameMkLst>
            <pc:docMk/>
            <pc:sldMk cId="2977264139" sldId="415"/>
            <ac:graphicFrameMk id="10" creationId="{B476849C-E4A0-3220-2CBB-3547448CE619}"/>
          </ac:graphicFrameMkLst>
        </pc:graphicFrameChg>
        <pc:picChg chg="add mod topLvl">
          <ac:chgData name="KARTER MAKOTOWINGTIM WONG" userId="87f3421f-7e5f-4328-a49b-3eb6eaf73452" providerId="ADAL" clId="{30C8A45D-7695-49AB-BC96-5E6E84CB5174}" dt="2025-06-11T03:59:46.300" v="14685" actId="165"/>
          <ac:picMkLst>
            <pc:docMk/>
            <pc:sldMk cId="2977264139" sldId="415"/>
            <ac:picMk id="11" creationId="{D05CDFD2-34BF-1C9B-A9E5-BEF323439499}"/>
          </ac:picMkLst>
        </pc:picChg>
      </pc:sldChg>
      <pc:sldChg chg="addSp delSp modSp mod modShow modNotesTx">
        <pc:chgData name="KARTER MAKOTOWINGTIM WONG" userId="87f3421f-7e5f-4328-a49b-3eb6eaf73452" providerId="ADAL" clId="{30C8A45D-7695-49AB-BC96-5E6E84CB5174}" dt="2025-06-11T06:13:02.114" v="21238" actId="1076"/>
        <pc:sldMkLst>
          <pc:docMk/>
          <pc:sldMk cId="1400478623" sldId="416"/>
        </pc:sldMkLst>
        <pc:spChg chg="add mod">
          <ac:chgData name="KARTER MAKOTOWINGTIM WONG" userId="87f3421f-7e5f-4328-a49b-3eb6eaf73452" providerId="ADAL" clId="{30C8A45D-7695-49AB-BC96-5E6E84CB5174}" dt="2025-06-11T01:43:30.655" v="11682"/>
          <ac:spMkLst>
            <pc:docMk/>
            <pc:sldMk cId="1400478623" sldId="416"/>
            <ac:spMk id="6" creationId="{161839BB-48EF-53A1-EF8B-35A6428115E6}"/>
          </ac:spMkLst>
        </pc:spChg>
        <pc:spChg chg="mod">
          <ac:chgData name="KARTER MAKOTOWINGTIM WONG" userId="87f3421f-7e5f-4328-a49b-3eb6eaf73452" providerId="ADAL" clId="{30C8A45D-7695-49AB-BC96-5E6E84CB5174}" dt="2025-06-11T06:11:57.152" v="21224" actId="1076"/>
          <ac:spMkLst>
            <pc:docMk/>
            <pc:sldMk cId="1400478623" sldId="416"/>
            <ac:spMk id="8" creationId="{696C8FEF-BD2C-99ED-F1D2-8D5E60DB632F}"/>
          </ac:spMkLst>
        </pc:spChg>
        <pc:grpChg chg="mod">
          <ac:chgData name="KARTER MAKOTOWINGTIM WONG" userId="87f3421f-7e5f-4328-a49b-3eb6eaf73452" providerId="ADAL" clId="{30C8A45D-7695-49AB-BC96-5E6E84CB5174}" dt="2025-06-11T06:13:02.114" v="21238" actId="1076"/>
          <ac:grpSpMkLst>
            <pc:docMk/>
            <pc:sldMk cId="1400478623" sldId="416"/>
            <ac:grpSpMk id="7" creationId="{F0BC27A0-AABB-0556-5F0A-2C7CF24FC040}"/>
          </ac:grpSpMkLst>
        </pc:grpChg>
        <pc:grpChg chg="mod">
          <ac:chgData name="KARTER MAKOTOWINGTIM WONG" userId="87f3421f-7e5f-4328-a49b-3eb6eaf73452" providerId="ADAL" clId="{30C8A45D-7695-49AB-BC96-5E6E84CB5174}" dt="2025-06-11T06:12:41.410" v="21234" actId="1076"/>
          <ac:grpSpMkLst>
            <pc:docMk/>
            <pc:sldMk cId="1400478623" sldId="416"/>
            <ac:grpSpMk id="18" creationId="{2EF5DD86-F741-2255-A6F9-E9A2D4A9747F}"/>
          </ac:grpSpMkLst>
        </pc:grpChg>
        <pc:grpChg chg="mod">
          <ac:chgData name="KARTER MAKOTOWINGTIM WONG" userId="87f3421f-7e5f-4328-a49b-3eb6eaf73452" providerId="ADAL" clId="{30C8A45D-7695-49AB-BC96-5E6E84CB5174}" dt="2025-06-11T06:12:44.063" v="21235" actId="1076"/>
          <ac:grpSpMkLst>
            <pc:docMk/>
            <pc:sldMk cId="1400478623" sldId="416"/>
            <ac:grpSpMk id="19" creationId="{D83E73C5-312D-08D7-1B1C-6A1C116FCD3B}"/>
          </ac:grpSpMkLst>
        </pc:grpChg>
        <pc:picChg chg="add mod">
          <ac:chgData name="KARTER MAKOTOWINGTIM WONG" userId="87f3421f-7e5f-4328-a49b-3eb6eaf73452" providerId="ADAL" clId="{30C8A45D-7695-49AB-BC96-5E6E84CB5174}" dt="2025-06-11T06:11:51.810" v="21223" actId="14100"/>
          <ac:picMkLst>
            <pc:docMk/>
            <pc:sldMk cId="1400478623" sldId="416"/>
            <ac:picMk id="3" creationId="{80CC4932-E8DC-5700-825E-F3BD6062161C}"/>
          </ac:picMkLst>
        </pc:picChg>
        <pc:picChg chg="add mod modCrop">
          <ac:chgData name="KARTER MAKOTOWINGTIM WONG" userId="87f3421f-7e5f-4328-a49b-3eb6eaf73452" providerId="ADAL" clId="{30C8A45D-7695-49AB-BC96-5E6E84CB5174}" dt="2025-06-11T06:12:50.302" v="21237" actId="1076"/>
          <ac:picMkLst>
            <pc:docMk/>
            <pc:sldMk cId="1400478623" sldId="416"/>
            <ac:picMk id="11" creationId="{50930E5E-532B-D44A-2640-DAF7EA1E1D21}"/>
          </ac:picMkLst>
        </pc:picChg>
        <pc:picChg chg="add mod">
          <ac:chgData name="KARTER MAKOTOWINGTIM WONG" userId="87f3421f-7e5f-4328-a49b-3eb6eaf73452" providerId="ADAL" clId="{30C8A45D-7695-49AB-BC96-5E6E84CB5174}" dt="2025-06-10T03:53:18.438" v="10770" actId="1076"/>
          <ac:picMkLst>
            <pc:docMk/>
            <pc:sldMk cId="1400478623" sldId="416"/>
            <ac:picMk id="17" creationId="{D5C1CA26-40FA-D71F-44B7-145AFE7D11C2}"/>
          </ac:picMkLst>
        </pc:picChg>
      </pc:sldChg>
      <pc:sldChg chg="addSp delSp modSp mod ord modShow modNotesTx">
        <pc:chgData name="KARTER MAKOTOWINGTIM WONG" userId="87f3421f-7e5f-4328-a49b-3eb6eaf73452" providerId="ADAL" clId="{30C8A45D-7695-49AB-BC96-5E6E84CB5174}" dt="2025-06-11T06:53:16.127" v="22302" actId="20577"/>
        <pc:sldMkLst>
          <pc:docMk/>
          <pc:sldMk cId="949119990" sldId="417"/>
        </pc:sldMkLst>
        <pc:spChg chg="add mod">
          <ac:chgData name="KARTER MAKOTOWINGTIM WONG" userId="87f3421f-7e5f-4328-a49b-3eb6eaf73452" providerId="ADAL" clId="{30C8A45D-7695-49AB-BC96-5E6E84CB5174}" dt="2025-06-11T01:32:26.140" v="11555" actId="1076"/>
          <ac:spMkLst>
            <pc:docMk/>
            <pc:sldMk cId="949119990" sldId="417"/>
            <ac:spMk id="3" creationId="{EE3D0ADF-3804-804D-0200-9389B2D5A18C}"/>
          </ac:spMkLst>
        </pc:spChg>
        <pc:spChg chg="mod">
          <ac:chgData name="KARTER MAKOTOWINGTIM WONG" userId="87f3421f-7e5f-4328-a49b-3eb6eaf73452" providerId="ADAL" clId="{30C8A45D-7695-49AB-BC96-5E6E84CB5174}" dt="2025-06-11T06:53:16.127" v="22302" actId="20577"/>
          <ac:spMkLst>
            <pc:docMk/>
            <pc:sldMk cId="949119990" sldId="417"/>
            <ac:spMk id="4" creationId="{0C995479-25EE-CA0C-8634-9A1AE1CF68BE}"/>
          </ac:spMkLst>
        </pc:spChg>
        <pc:spChg chg="mod">
          <ac:chgData name="KARTER MAKOTOWINGTIM WONG" userId="87f3421f-7e5f-4328-a49b-3eb6eaf73452" providerId="ADAL" clId="{30C8A45D-7695-49AB-BC96-5E6E84CB5174}" dt="2025-06-10T03:56:22.400" v="10789" actId="1076"/>
          <ac:spMkLst>
            <pc:docMk/>
            <pc:sldMk cId="949119990" sldId="417"/>
            <ac:spMk id="5" creationId="{4E961818-BD2F-8070-AAFA-AC4DC712D870}"/>
          </ac:spMkLst>
        </pc:spChg>
        <pc:picChg chg="mod">
          <ac:chgData name="KARTER MAKOTOWINGTIM WONG" userId="87f3421f-7e5f-4328-a49b-3eb6eaf73452" providerId="ADAL" clId="{30C8A45D-7695-49AB-BC96-5E6E84CB5174}" dt="2025-06-11T01:21:21.311" v="10910" actId="1076"/>
          <ac:picMkLst>
            <pc:docMk/>
            <pc:sldMk cId="949119990" sldId="417"/>
            <ac:picMk id="6" creationId="{193B747C-8865-9635-102B-4C7882A41A1C}"/>
          </ac:picMkLst>
        </pc:picChg>
        <pc:picChg chg="mod">
          <ac:chgData name="KARTER MAKOTOWINGTIM WONG" userId="87f3421f-7e5f-4328-a49b-3eb6eaf73452" providerId="ADAL" clId="{30C8A45D-7695-49AB-BC96-5E6E84CB5174}" dt="2025-06-11T01:32:26.140" v="11555" actId="1076"/>
          <ac:picMkLst>
            <pc:docMk/>
            <pc:sldMk cId="949119990" sldId="417"/>
            <ac:picMk id="8" creationId="{C1F614B7-74A3-9308-392D-5E44DF9E4BE6}"/>
          </ac:picMkLst>
        </pc:picChg>
        <pc:picChg chg="mod">
          <ac:chgData name="KARTER MAKOTOWINGTIM WONG" userId="87f3421f-7e5f-4328-a49b-3eb6eaf73452" providerId="ADAL" clId="{30C8A45D-7695-49AB-BC96-5E6E84CB5174}" dt="2025-06-11T01:22:36.798" v="10987" actId="1076"/>
          <ac:picMkLst>
            <pc:docMk/>
            <pc:sldMk cId="949119990" sldId="417"/>
            <ac:picMk id="12" creationId="{7EBAAF02-C605-1CF9-2016-4A09460A9AC4}"/>
          </ac:picMkLst>
        </pc:picChg>
      </pc:sldChg>
      <pc:sldChg chg="addSp delSp modSp add mod modNotesTx">
        <pc:chgData name="KARTER MAKOTOWINGTIM WONG" userId="87f3421f-7e5f-4328-a49b-3eb6eaf73452" providerId="ADAL" clId="{30C8A45D-7695-49AB-BC96-5E6E84CB5174}" dt="2025-06-11T06:15:08.540" v="21259" actId="1076"/>
        <pc:sldMkLst>
          <pc:docMk/>
          <pc:sldMk cId="331761965" sldId="418"/>
        </pc:sldMkLst>
        <pc:spChg chg="mod">
          <ac:chgData name="KARTER MAKOTOWINGTIM WONG" userId="87f3421f-7e5f-4328-a49b-3eb6eaf73452" providerId="ADAL" clId="{30C8A45D-7695-49AB-BC96-5E6E84CB5174}" dt="2025-06-11T01:43:11.682" v="11678" actId="20577"/>
          <ac:spMkLst>
            <pc:docMk/>
            <pc:sldMk cId="331761965" sldId="418"/>
            <ac:spMk id="4" creationId="{17C1BF62-63DB-D834-28F0-A7D86F0B1B01}"/>
          </ac:spMkLst>
        </pc:spChg>
        <pc:spChg chg="add mod">
          <ac:chgData name="KARTER MAKOTOWINGTIM WONG" userId="87f3421f-7e5f-4328-a49b-3eb6eaf73452" providerId="ADAL" clId="{30C8A45D-7695-49AB-BC96-5E6E84CB5174}" dt="2025-06-08T02:00:19.526" v="10485" actId="164"/>
          <ac:spMkLst>
            <pc:docMk/>
            <pc:sldMk cId="331761965" sldId="418"/>
            <ac:spMk id="9" creationId="{15BD4E23-5345-2031-F2F4-8DD5D07DFC8D}"/>
          </ac:spMkLst>
        </pc:spChg>
        <pc:spChg chg="mod">
          <ac:chgData name="KARTER MAKOTOWINGTIM WONG" userId="87f3421f-7e5f-4328-a49b-3eb6eaf73452" providerId="ADAL" clId="{30C8A45D-7695-49AB-BC96-5E6E84CB5174}" dt="2025-06-11T06:13:47.927" v="21245" actId="6549"/>
          <ac:spMkLst>
            <pc:docMk/>
            <pc:sldMk cId="331761965" sldId="418"/>
            <ac:spMk id="14" creationId="{4F9DD91C-B276-6BBF-BB3D-8A83034B85CF}"/>
          </ac:spMkLst>
        </pc:spChg>
        <pc:grpChg chg="mod">
          <ac:chgData name="KARTER MAKOTOWINGTIM WONG" userId="87f3421f-7e5f-4328-a49b-3eb6eaf73452" providerId="ADAL" clId="{30C8A45D-7695-49AB-BC96-5E6E84CB5174}" dt="2025-06-11T01:46:07.541" v="11710" actId="1076"/>
          <ac:grpSpMkLst>
            <pc:docMk/>
            <pc:sldMk cId="331761965" sldId="418"/>
            <ac:grpSpMk id="5" creationId="{94017892-F48E-E1E7-689D-76BED787E6C2}"/>
          </ac:grpSpMkLst>
        </pc:grpChg>
        <pc:grpChg chg="add mod">
          <ac:chgData name="KARTER MAKOTOWINGTIM WONG" userId="87f3421f-7e5f-4328-a49b-3eb6eaf73452" providerId="ADAL" clId="{30C8A45D-7695-49AB-BC96-5E6E84CB5174}" dt="2025-06-08T02:00:20.563" v="10486" actId="1076"/>
          <ac:grpSpMkLst>
            <pc:docMk/>
            <pc:sldMk cId="331761965" sldId="418"/>
            <ac:grpSpMk id="10" creationId="{4960EF62-9B68-6127-4B64-25671CA80B55}"/>
          </ac:grpSpMkLst>
        </pc:grpChg>
        <pc:grpChg chg="mod">
          <ac:chgData name="KARTER MAKOTOWINGTIM WONG" userId="87f3421f-7e5f-4328-a49b-3eb6eaf73452" providerId="ADAL" clId="{30C8A45D-7695-49AB-BC96-5E6E84CB5174}" dt="2025-06-11T01:44:11.117" v="11687" actId="1076"/>
          <ac:grpSpMkLst>
            <pc:docMk/>
            <pc:sldMk cId="331761965" sldId="418"/>
            <ac:grpSpMk id="15" creationId="{055E48F3-891B-54BA-EEEE-6FC96ECAF185}"/>
          </ac:grpSpMkLst>
        </pc:grpChg>
        <pc:picChg chg="add mod">
          <ac:chgData name="KARTER MAKOTOWINGTIM WONG" userId="87f3421f-7e5f-4328-a49b-3eb6eaf73452" providerId="ADAL" clId="{30C8A45D-7695-49AB-BC96-5E6E84CB5174}" dt="2025-06-08T02:00:19.526" v="10485" actId="164"/>
          <ac:picMkLst>
            <pc:docMk/>
            <pc:sldMk cId="331761965" sldId="418"/>
            <ac:picMk id="8" creationId="{46A8759A-11B7-40C0-B7C2-AD195F21CD4D}"/>
          </ac:picMkLst>
        </pc:picChg>
        <pc:picChg chg="mod modCrop">
          <ac:chgData name="KARTER MAKOTOWINGTIM WONG" userId="87f3421f-7e5f-4328-a49b-3eb6eaf73452" providerId="ADAL" clId="{30C8A45D-7695-49AB-BC96-5E6E84CB5174}" dt="2025-06-11T06:15:08.540" v="21259" actId="1076"/>
          <ac:picMkLst>
            <pc:docMk/>
            <pc:sldMk cId="331761965" sldId="418"/>
            <ac:picMk id="11" creationId="{D6AAD1B6-7D2C-5300-36B6-16D46811A697}"/>
          </ac:picMkLst>
        </pc:picChg>
      </pc:sldChg>
      <pc:sldChg chg="addSp modSp new mod modShow">
        <pc:chgData name="KARTER MAKOTOWINGTIM WONG" userId="87f3421f-7e5f-4328-a49b-3eb6eaf73452" providerId="ADAL" clId="{30C8A45D-7695-49AB-BC96-5E6E84CB5174}" dt="2025-06-11T05:54:35.883" v="20833" actId="729"/>
        <pc:sldMkLst>
          <pc:docMk/>
          <pc:sldMk cId="1408607455" sldId="419"/>
        </pc:sldMkLst>
        <pc:spChg chg="add mod">
          <ac:chgData name="KARTER MAKOTOWINGTIM WONG" userId="87f3421f-7e5f-4328-a49b-3eb6eaf73452" providerId="ADAL" clId="{30C8A45D-7695-49AB-BC96-5E6E84CB5174}" dt="2025-06-10T03:57:39.135" v="10793" actId="20577"/>
          <ac:spMkLst>
            <pc:docMk/>
            <pc:sldMk cId="1408607455" sldId="419"/>
            <ac:spMk id="3" creationId="{1E8F7B97-0873-2154-E95C-A6713EB28C1E}"/>
          </ac:spMkLst>
        </pc:spChg>
      </pc:sldChg>
      <pc:sldChg chg="addSp modSp mod modShow">
        <pc:chgData name="KARTER MAKOTOWINGTIM WONG" userId="87f3421f-7e5f-4328-a49b-3eb6eaf73452" providerId="ADAL" clId="{30C8A45D-7695-49AB-BC96-5E6E84CB5174}" dt="2025-06-11T05:55:41.405" v="20901" actId="20577"/>
        <pc:sldMkLst>
          <pc:docMk/>
          <pc:sldMk cId="1655346315" sldId="420"/>
        </pc:sldMkLst>
        <pc:spChg chg="add mod">
          <ac:chgData name="KARTER MAKOTOWINGTIM WONG" userId="87f3421f-7e5f-4328-a49b-3eb6eaf73452" providerId="ADAL" clId="{30C8A45D-7695-49AB-BC96-5E6E84CB5174}" dt="2025-06-11T05:55:41.405" v="20901" actId="20577"/>
          <ac:spMkLst>
            <pc:docMk/>
            <pc:sldMk cId="1655346315" sldId="420"/>
            <ac:spMk id="3" creationId="{8D385EE8-5C70-2911-6E3B-2DD00F247D87}"/>
          </ac:spMkLst>
        </pc:spChg>
        <pc:spChg chg="mod">
          <ac:chgData name="KARTER MAKOTOWINGTIM WONG" userId="87f3421f-7e5f-4328-a49b-3eb6eaf73452" providerId="ADAL" clId="{30C8A45D-7695-49AB-BC96-5E6E84CB5174}" dt="2025-06-11T05:55:24.329" v="20845" actId="1076"/>
          <ac:spMkLst>
            <pc:docMk/>
            <pc:sldMk cId="1655346315" sldId="420"/>
            <ac:spMk id="6" creationId="{6AD838C1-9D54-BE55-E857-1791B2B2DF01}"/>
          </ac:spMkLst>
        </pc:spChg>
      </pc:sldChg>
      <pc:sldChg chg="addSp delSp modSp add mod ord modShow modNotesTx">
        <pc:chgData name="KARTER MAKOTOWINGTIM WONG" userId="87f3421f-7e5f-4328-a49b-3eb6eaf73452" providerId="ADAL" clId="{30C8A45D-7695-49AB-BC96-5E6E84CB5174}" dt="2025-06-11T06:43:59.407" v="21833" actId="20577"/>
        <pc:sldMkLst>
          <pc:docMk/>
          <pc:sldMk cId="3194971168" sldId="421"/>
        </pc:sldMkLst>
        <pc:spChg chg="mod">
          <ac:chgData name="KARTER MAKOTOWINGTIM WONG" userId="87f3421f-7e5f-4328-a49b-3eb6eaf73452" providerId="ADAL" clId="{30C8A45D-7695-49AB-BC96-5E6E84CB5174}" dt="2025-06-11T06:23:55.588" v="21365" actId="27107"/>
          <ac:spMkLst>
            <pc:docMk/>
            <pc:sldMk cId="3194971168" sldId="421"/>
            <ac:spMk id="6157" creationId="{7B1A858A-D7CB-6346-9C12-AACB6452EF0D}"/>
          </ac:spMkLst>
        </pc:spChg>
        <pc:graphicFrameChg chg="add mod modGraphic">
          <ac:chgData name="KARTER MAKOTOWINGTIM WONG" userId="87f3421f-7e5f-4328-a49b-3eb6eaf73452" providerId="ADAL" clId="{30C8A45D-7695-49AB-BC96-5E6E84CB5174}" dt="2025-06-11T06:40:17.980" v="21494" actId="20577"/>
          <ac:graphicFrameMkLst>
            <pc:docMk/>
            <pc:sldMk cId="3194971168" sldId="421"/>
            <ac:graphicFrameMk id="6" creationId="{EB5558CC-4A6E-0DC0-2DF6-748D399B69E9}"/>
          </ac:graphicFrameMkLst>
        </pc:graphicFrameChg>
        <pc:graphicFrameChg chg="add mod modGraphic">
          <ac:chgData name="KARTER MAKOTOWINGTIM WONG" userId="87f3421f-7e5f-4328-a49b-3eb6eaf73452" providerId="ADAL" clId="{30C8A45D-7695-49AB-BC96-5E6E84CB5174}" dt="2025-06-11T06:27:11.569" v="21460" actId="14100"/>
          <ac:graphicFrameMkLst>
            <pc:docMk/>
            <pc:sldMk cId="3194971168" sldId="421"/>
            <ac:graphicFrameMk id="13" creationId="{B92819E8-6C1F-E443-2A18-E0A39EC9BCC4}"/>
          </ac:graphicFrameMkLst>
        </pc:graphicFrameChg>
      </pc:sldChg>
      <pc:sldChg chg="addSp delSp modSp add del mod">
        <pc:chgData name="KARTER MAKOTOWINGTIM WONG" userId="87f3421f-7e5f-4328-a49b-3eb6eaf73452" providerId="ADAL" clId="{30C8A45D-7695-49AB-BC96-5E6E84CB5174}" dt="2025-06-11T01:46:12.279" v="11711" actId="47"/>
        <pc:sldMkLst>
          <pc:docMk/>
          <pc:sldMk cId="254121472" sldId="422"/>
        </pc:sldMkLst>
      </pc:sldChg>
      <pc:sldChg chg="addSp delSp modSp add mod ord modShow modNotesTx">
        <pc:chgData name="KARTER MAKOTOWINGTIM WONG" userId="87f3421f-7e5f-4328-a49b-3eb6eaf73452" providerId="ADAL" clId="{30C8A45D-7695-49AB-BC96-5E6E84CB5174}" dt="2025-06-11T06:51:10.079" v="22261" actId="20577"/>
        <pc:sldMkLst>
          <pc:docMk/>
          <pc:sldMk cId="2145823957" sldId="422"/>
        </pc:sldMkLst>
        <pc:spChg chg="add mod">
          <ac:chgData name="KARTER MAKOTOWINGTIM WONG" userId="87f3421f-7e5f-4328-a49b-3eb6eaf73452" providerId="ADAL" clId="{30C8A45D-7695-49AB-BC96-5E6E84CB5174}" dt="2025-06-11T06:23:14.429" v="21350" actId="20577"/>
          <ac:spMkLst>
            <pc:docMk/>
            <pc:sldMk cId="2145823957" sldId="422"/>
            <ac:spMk id="4" creationId="{5135DD01-DFF3-B44C-7556-E521DD5A2067}"/>
          </ac:spMkLst>
        </pc:spChg>
        <pc:spChg chg="mod">
          <ac:chgData name="KARTER MAKOTOWINGTIM WONG" userId="87f3421f-7e5f-4328-a49b-3eb6eaf73452" providerId="ADAL" clId="{30C8A45D-7695-49AB-BC96-5E6E84CB5174}" dt="2025-06-11T06:23:33.800" v="21358" actId="20577"/>
          <ac:spMkLst>
            <pc:docMk/>
            <pc:sldMk cId="2145823957" sldId="422"/>
            <ac:spMk id="15368" creationId="{872B57E3-D9D4-57E0-E7D7-5F05C184F8E8}"/>
          </ac:spMkLst>
        </pc:spChg>
        <pc:graphicFrameChg chg="add mod">
          <ac:chgData name="KARTER MAKOTOWINGTIM WONG" userId="87f3421f-7e5f-4328-a49b-3eb6eaf73452" providerId="ADAL" clId="{30C8A45D-7695-49AB-BC96-5E6E84CB5174}" dt="2025-06-11T06:22:49.071" v="21326"/>
          <ac:graphicFrameMkLst>
            <pc:docMk/>
            <pc:sldMk cId="2145823957" sldId="422"/>
            <ac:graphicFrameMk id="3" creationId="{A97E142F-CBEF-0615-62C5-C0DBB10D853B}"/>
          </ac:graphicFrameMkLst>
        </pc:graphicFrameChg>
        <pc:graphicFrameChg chg="mod modGraphic">
          <ac:chgData name="KARTER MAKOTOWINGTIM WONG" userId="87f3421f-7e5f-4328-a49b-3eb6eaf73452" providerId="ADAL" clId="{30C8A45D-7695-49AB-BC96-5E6E84CB5174}" dt="2025-06-11T06:22:46.185" v="21324" actId="1076"/>
          <ac:graphicFrameMkLst>
            <pc:docMk/>
            <pc:sldMk cId="2145823957" sldId="422"/>
            <ac:graphicFrameMk id="7" creationId="{129808CF-8B65-FC4F-41E3-7C37E5310262}"/>
          </ac:graphicFrameMkLst>
        </pc:graphicFrameChg>
      </pc:sldChg>
      <pc:sldChg chg="addSp delSp modSp add mod modNotesTx">
        <pc:chgData name="KARTER MAKOTOWINGTIM WONG" userId="87f3421f-7e5f-4328-a49b-3eb6eaf73452" providerId="ADAL" clId="{30C8A45D-7695-49AB-BC96-5E6E84CB5174}" dt="2025-06-11T05:58:53.837" v="20905" actId="313"/>
        <pc:sldMkLst>
          <pc:docMk/>
          <pc:sldMk cId="2281730913" sldId="423"/>
        </pc:sldMkLst>
        <pc:spChg chg="add mod">
          <ac:chgData name="KARTER MAKOTOWINGTIM WONG" userId="87f3421f-7e5f-4328-a49b-3eb6eaf73452" providerId="ADAL" clId="{30C8A45D-7695-49AB-BC96-5E6E84CB5174}" dt="2025-06-11T05:40:46.404" v="20542" actId="1076"/>
          <ac:spMkLst>
            <pc:docMk/>
            <pc:sldMk cId="2281730913" sldId="423"/>
            <ac:spMk id="5" creationId="{308B8985-C56D-C6B1-3D76-E7A30161AE75}"/>
          </ac:spMkLst>
        </pc:spChg>
        <pc:spChg chg="add mod">
          <ac:chgData name="KARTER MAKOTOWINGTIM WONG" userId="87f3421f-7e5f-4328-a49b-3eb6eaf73452" providerId="ADAL" clId="{30C8A45D-7695-49AB-BC96-5E6E84CB5174}" dt="2025-06-11T05:40:42.757" v="20541" actId="1076"/>
          <ac:spMkLst>
            <pc:docMk/>
            <pc:sldMk cId="2281730913" sldId="423"/>
            <ac:spMk id="6" creationId="{CC0E6758-DF2A-451C-3948-FCA9E7BD6100}"/>
          </ac:spMkLst>
        </pc:spChg>
        <pc:picChg chg="add mod">
          <ac:chgData name="KARTER MAKOTOWINGTIM WONG" userId="87f3421f-7e5f-4328-a49b-3eb6eaf73452" providerId="ADAL" clId="{30C8A45D-7695-49AB-BC96-5E6E84CB5174}" dt="2025-06-11T05:40:30.515" v="20539" actId="14100"/>
          <ac:picMkLst>
            <pc:docMk/>
            <pc:sldMk cId="2281730913" sldId="423"/>
            <ac:picMk id="3" creationId="{D78A3BA8-CB74-870F-C163-54A1F0BCEF76}"/>
          </ac:picMkLst>
        </pc:picChg>
      </pc:sldChg>
      <pc:sldChg chg="add del modNotesTx">
        <pc:chgData name="KARTER MAKOTOWINGTIM WONG" userId="87f3421f-7e5f-4328-a49b-3eb6eaf73452" providerId="ADAL" clId="{30C8A45D-7695-49AB-BC96-5E6E84CB5174}" dt="2025-06-11T05:11:19.817" v="19987" actId="47"/>
        <pc:sldMkLst>
          <pc:docMk/>
          <pc:sldMk cId="3269851309" sldId="423"/>
        </pc:sldMkLst>
      </pc:sldChg>
      <pc:sldChg chg="addSp delSp modSp add mod ord">
        <pc:chgData name="KARTER MAKOTOWINGTIM WONG" userId="87f3421f-7e5f-4328-a49b-3eb6eaf73452" providerId="ADAL" clId="{30C8A45D-7695-49AB-BC96-5E6E84CB5174}" dt="2025-06-11T08:02:57.103" v="22319" actId="164"/>
        <pc:sldMkLst>
          <pc:docMk/>
          <pc:sldMk cId="1783979972" sldId="424"/>
        </pc:sldMkLst>
        <pc:spChg chg="mod">
          <ac:chgData name="KARTER MAKOTOWINGTIM WONG" userId="87f3421f-7e5f-4328-a49b-3eb6eaf73452" providerId="ADAL" clId="{30C8A45D-7695-49AB-BC96-5E6E84CB5174}" dt="2025-06-11T06:23:28.661" v="21356" actId="20577"/>
          <ac:spMkLst>
            <pc:docMk/>
            <pc:sldMk cId="1783979972" sldId="424"/>
            <ac:spMk id="12297" creationId="{7F231780-6812-B8A1-C9A7-7D1AC8E2C6E9}"/>
          </ac:spMkLst>
        </pc:spChg>
      </pc:sldChg>
      <pc:sldChg chg="addSp delSp modSp add del mod">
        <pc:chgData name="KARTER MAKOTOWINGTIM WONG" userId="87f3421f-7e5f-4328-a49b-3eb6eaf73452" providerId="ADAL" clId="{30C8A45D-7695-49AB-BC96-5E6E84CB5174}" dt="2025-06-11T05:50:04.286" v="20728" actId="2890"/>
        <pc:sldMkLst>
          <pc:docMk/>
          <pc:sldMk cId="3144613980" sldId="424"/>
        </pc:sldMkLst>
      </pc:sldChg>
      <pc:sldChg chg="new">
        <pc:chgData name="KARTER MAKOTOWINGTIM WONG" userId="87f3421f-7e5f-4328-a49b-3eb6eaf73452" providerId="ADAL" clId="{30C8A45D-7695-49AB-BC96-5E6E84CB5174}" dt="2025-06-11T05:54:30.189" v="20831" actId="680"/>
        <pc:sldMkLst>
          <pc:docMk/>
          <pc:sldMk cId="3695274642" sldId="425"/>
        </pc:sldMkLst>
      </pc:sldChg>
      <pc:sldChg chg="add del modNotesTx">
        <pc:chgData name="KARTER MAKOTOWINGTIM WONG" userId="87f3421f-7e5f-4328-a49b-3eb6eaf73452" providerId="ADAL" clId="{30C8A45D-7695-49AB-BC96-5E6E84CB5174}" dt="2025-06-11T06:43:42.098" v="21801" actId="47"/>
        <pc:sldMkLst>
          <pc:docMk/>
          <pc:sldMk cId="2804107292" sldId="426"/>
        </pc:sldMkLst>
      </pc:sldChg>
    </pc:docChg>
  </pc:docChgLst>
  <pc:docChgLst>
    <pc:chgData name="KARTER MAKOTOWINGTIM WONG" userId="87f3421f-7e5f-4328-a49b-3eb6eaf73452" providerId="ADAL" clId="{0E0E7888-FCB6-49B9-A2EC-FF738E71E1C3}"/>
    <pc:docChg chg="undo custSel addSld modSld sldOrd">
      <pc:chgData name="KARTER MAKOTOWINGTIM WONG" userId="87f3421f-7e5f-4328-a49b-3eb6eaf73452" providerId="ADAL" clId="{0E0E7888-FCB6-49B9-A2EC-FF738E71E1C3}" dt="2025-06-15T23:56:53.896" v="2585" actId="20577"/>
      <pc:docMkLst>
        <pc:docMk/>
      </pc:docMkLst>
      <pc:sldChg chg="mod modShow modNotesTx">
        <pc:chgData name="KARTER MAKOTOWINGTIM WONG" userId="87f3421f-7e5f-4328-a49b-3eb6eaf73452" providerId="ADAL" clId="{0E0E7888-FCB6-49B9-A2EC-FF738E71E1C3}" dt="2025-06-09T07:31:14.717" v="2531" actId="729"/>
        <pc:sldMkLst>
          <pc:docMk/>
          <pc:sldMk cId="0" sldId="271"/>
        </pc:sldMkLst>
      </pc:sldChg>
      <pc:sldChg chg="addSp delSp modSp mod modShow modNotesTx">
        <pc:chgData name="KARTER MAKOTOWINGTIM WONG" userId="87f3421f-7e5f-4328-a49b-3eb6eaf73452" providerId="ADAL" clId="{0E0E7888-FCB6-49B9-A2EC-FF738E71E1C3}" dt="2025-06-15T23:56:41.044" v="2578" actId="20577"/>
        <pc:sldMkLst>
          <pc:docMk/>
          <pc:sldMk cId="0" sldId="367"/>
        </pc:sldMkLst>
        <pc:spChg chg="mod">
          <ac:chgData name="KARTER MAKOTOWINGTIM WONG" userId="87f3421f-7e5f-4328-a49b-3eb6eaf73452" providerId="ADAL" clId="{0E0E7888-FCB6-49B9-A2EC-FF738E71E1C3}" dt="2025-06-15T23:56:41.044" v="2578" actId="20577"/>
          <ac:spMkLst>
            <pc:docMk/>
            <pc:sldMk cId="0" sldId="367"/>
            <ac:spMk id="17412" creationId="{42162288-F155-9918-6113-4FE702655873}"/>
          </ac:spMkLst>
        </pc:spChg>
        <pc:picChg chg="add mod">
          <ac:chgData name="KARTER MAKOTOWINGTIM WONG" userId="87f3421f-7e5f-4328-a49b-3eb6eaf73452" providerId="ADAL" clId="{0E0E7888-FCB6-49B9-A2EC-FF738E71E1C3}" dt="2025-06-09T06:19:51.779" v="1810" actId="1076"/>
          <ac:picMkLst>
            <pc:docMk/>
            <pc:sldMk cId="0" sldId="367"/>
            <ac:picMk id="4" creationId="{0FC75BDB-BBB8-8D9F-129F-966987D62ECD}"/>
          </ac:picMkLst>
        </pc:picChg>
      </pc:sldChg>
      <pc:sldChg chg="modSp mod modShow modNotesTx">
        <pc:chgData name="KARTER MAKOTOWINGTIM WONG" userId="87f3421f-7e5f-4328-a49b-3eb6eaf73452" providerId="ADAL" clId="{0E0E7888-FCB6-49B9-A2EC-FF738E71E1C3}" dt="2025-06-09T07:31:18.879" v="2532" actId="729"/>
        <pc:sldMkLst>
          <pc:docMk/>
          <pc:sldMk cId="0" sldId="387"/>
        </pc:sldMkLst>
        <pc:spChg chg="mod">
          <ac:chgData name="KARTER MAKOTOWINGTIM WONG" userId="87f3421f-7e5f-4328-a49b-3eb6eaf73452" providerId="ADAL" clId="{0E0E7888-FCB6-49B9-A2EC-FF738E71E1C3}" dt="2025-06-09T06:53:28.733" v="2079" actId="20577"/>
          <ac:spMkLst>
            <pc:docMk/>
            <pc:sldMk cId="0" sldId="387"/>
            <ac:spMk id="23" creationId="{4CCBC938-FE93-89F6-3192-7194E4DEAB77}"/>
          </ac:spMkLst>
        </pc:spChg>
      </pc:sldChg>
      <pc:sldChg chg="modSp mod modShow">
        <pc:chgData name="KARTER MAKOTOWINGTIM WONG" userId="87f3421f-7e5f-4328-a49b-3eb6eaf73452" providerId="ADAL" clId="{0E0E7888-FCB6-49B9-A2EC-FF738E71E1C3}" dt="2025-06-15T23:56:19.123" v="2571" actId="20577"/>
        <pc:sldMkLst>
          <pc:docMk/>
          <pc:sldMk cId="0" sldId="389"/>
        </pc:sldMkLst>
        <pc:spChg chg="mod">
          <ac:chgData name="KARTER MAKOTOWINGTIM WONG" userId="87f3421f-7e5f-4328-a49b-3eb6eaf73452" providerId="ADAL" clId="{0E0E7888-FCB6-49B9-A2EC-FF738E71E1C3}" dt="2025-06-15T23:56:14.488" v="2569" actId="14100"/>
          <ac:spMkLst>
            <pc:docMk/>
            <pc:sldMk cId="0" sldId="389"/>
            <ac:spMk id="2" creationId="{2F39D4E6-B9AD-D08C-4B34-4D765D75E6CD}"/>
          </ac:spMkLst>
        </pc:spChg>
        <pc:spChg chg="mod">
          <ac:chgData name="KARTER MAKOTOWINGTIM WONG" userId="87f3421f-7e5f-4328-a49b-3eb6eaf73452" providerId="ADAL" clId="{0E0E7888-FCB6-49B9-A2EC-FF738E71E1C3}" dt="2025-06-09T03:50:45.226" v="78" actId="1076"/>
          <ac:spMkLst>
            <pc:docMk/>
            <pc:sldMk cId="0" sldId="389"/>
            <ac:spMk id="3" creationId="{AE079F54-83D7-542D-0D32-9A05E5ABC411}"/>
          </ac:spMkLst>
        </pc:spChg>
        <pc:spChg chg="mod">
          <ac:chgData name="KARTER MAKOTOWINGTIM WONG" userId="87f3421f-7e5f-4328-a49b-3eb6eaf73452" providerId="ADAL" clId="{0E0E7888-FCB6-49B9-A2EC-FF738E71E1C3}" dt="2025-06-15T23:56:19.123" v="2571" actId="20577"/>
          <ac:spMkLst>
            <pc:docMk/>
            <pc:sldMk cId="0" sldId="389"/>
            <ac:spMk id="11266" creationId="{9C92B7AA-60EA-5D84-C27C-220903081640}"/>
          </ac:spMkLst>
        </pc:spChg>
      </pc:sldChg>
      <pc:sldChg chg="addSp modSp mod modShow">
        <pc:chgData name="KARTER MAKOTOWINGTIM WONG" userId="87f3421f-7e5f-4328-a49b-3eb6eaf73452" providerId="ADAL" clId="{0E0E7888-FCB6-49B9-A2EC-FF738E71E1C3}" dt="2025-06-09T07:31:01.404" v="2529" actId="729"/>
        <pc:sldMkLst>
          <pc:docMk/>
          <pc:sldMk cId="0" sldId="390"/>
        </pc:sldMkLst>
      </pc:sldChg>
      <pc:sldChg chg="addSp modSp mod ord modShow modNotesTx">
        <pc:chgData name="KARTER MAKOTOWINGTIM WONG" userId="87f3421f-7e5f-4328-a49b-3eb6eaf73452" providerId="ADAL" clId="{0E0E7888-FCB6-49B9-A2EC-FF738E71E1C3}" dt="2025-06-15T23:55:56.784" v="2565" actId="20577"/>
        <pc:sldMkLst>
          <pc:docMk/>
          <pc:sldMk cId="0" sldId="405"/>
        </pc:sldMkLst>
        <pc:spChg chg="mod">
          <ac:chgData name="KARTER MAKOTOWINGTIM WONG" userId="87f3421f-7e5f-4328-a49b-3eb6eaf73452" providerId="ADAL" clId="{0E0E7888-FCB6-49B9-A2EC-FF738E71E1C3}" dt="2025-06-15T23:55:53.086" v="2563" actId="14100"/>
          <ac:spMkLst>
            <pc:docMk/>
            <pc:sldMk cId="0" sldId="405"/>
            <ac:spMk id="4" creationId="{3980B27C-31FE-5FF0-F9E8-13822A83080A}"/>
          </ac:spMkLst>
        </pc:spChg>
        <pc:spChg chg="mod">
          <ac:chgData name="KARTER MAKOTOWINGTIM WONG" userId="87f3421f-7e5f-4328-a49b-3eb6eaf73452" providerId="ADAL" clId="{0E0E7888-FCB6-49B9-A2EC-FF738E71E1C3}" dt="2025-06-15T23:55:56.784" v="2565" actId="20577"/>
          <ac:spMkLst>
            <pc:docMk/>
            <pc:sldMk cId="0" sldId="405"/>
            <ac:spMk id="10244" creationId="{0F6199C8-1128-33F3-87A7-325CEE4BA282}"/>
          </ac:spMkLst>
        </pc:spChg>
      </pc:sldChg>
      <pc:sldChg chg="addSp delSp modSp mod modShow modNotesTx">
        <pc:chgData name="KARTER MAKOTOWINGTIM WONG" userId="87f3421f-7e5f-4328-a49b-3eb6eaf73452" providerId="ADAL" clId="{0E0E7888-FCB6-49B9-A2EC-FF738E71E1C3}" dt="2025-06-15T23:56:34.733" v="2576" actId="20577"/>
        <pc:sldMkLst>
          <pc:docMk/>
          <pc:sldMk cId="0" sldId="407"/>
        </pc:sldMkLst>
        <pc:spChg chg="add mod ord">
          <ac:chgData name="KARTER MAKOTOWINGTIM WONG" userId="87f3421f-7e5f-4328-a49b-3eb6eaf73452" providerId="ADAL" clId="{0E0E7888-FCB6-49B9-A2EC-FF738E71E1C3}" dt="2025-06-09T03:47:35.968" v="56" actId="167"/>
          <ac:spMkLst>
            <pc:docMk/>
            <pc:sldMk cId="0" sldId="407"/>
            <ac:spMk id="8" creationId="{2D9C00B7-A1B2-C4FE-E991-9AFF4E7A7831}"/>
          </ac:spMkLst>
        </pc:spChg>
        <pc:spChg chg="mod">
          <ac:chgData name="KARTER MAKOTOWINGTIM WONG" userId="87f3421f-7e5f-4328-a49b-3eb6eaf73452" providerId="ADAL" clId="{0E0E7888-FCB6-49B9-A2EC-FF738E71E1C3}" dt="2025-06-15T23:56:34.733" v="2576" actId="20577"/>
          <ac:spMkLst>
            <pc:docMk/>
            <pc:sldMk cId="0" sldId="407"/>
            <ac:spMk id="15367" creationId="{F9CAFE46-AD2E-D445-443C-5917A8E4E5B1}"/>
          </ac:spMkLst>
        </pc:spChg>
        <pc:graphicFrameChg chg="add mod ord modGraphic">
          <ac:chgData name="KARTER MAKOTOWINGTIM WONG" userId="87f3421f-7e5f-4328-a49b-3eb6eaf73452" providerId="ADAL" clId="{0E0E7888-FCB6-49B9-A2EC-FF738E71E1C3}" dt="2025-06-09T03:47:35.968" v="56" actId="167"/>
          <ac:graphicFrameMkLst>
            <pc:docMk/>
            <pc:sldMk cId="0" sldId="407"/>
            <ac:graphicFrameMk id="6" creationId="{20628BE5-8BC3-31D0-6D6E-C044BEB596E5}"/>
          </ac:graphicFrameMkLst>
        </pc:graphicFrameChg>
      </pc:sldChg>
      <pc:sldChg chg="modSp mod modShow modNotesTx">
        <pc:chgData name="KARTER MAKOTOWINGTIM WONG" userId="87f3421f-7e5f-4328-a49b-3eb6eaf73452" providerId="ADAL" clId="{0E0E7888-FCB6-49B9-A2EC-FF738E71E1C3}" dt="2025-06-09T07:31:26.239" v="2533" actId="729"/>
        <pc:sldMkLst>
          <pc:docMk/>
          <pc:sldMk cId="0" sldId="413"/>
        </pc:sldMkLst>
        <pc:spChg chg="mod">
          <ac:chgData name="KARTER MAKOTOWINGTIM WONG" userId="87f3421f-7e5f-4328-a49b-3eb6eaf73452" providerId="ADAL" clId="{0E0E7888-FCB6-49B9-A2EC-FF738E71E1C3}" dt="2025-06-09T06:18:27.402" v="1791" actId="1076"/>
          <ac:spMkLst>
            <pc:docMk/>
            <pc:sldMk cId="0" sldId="413"/>
            <ac:spMk id="9" creationId="{02777AF6-5F16-A6AC-CE44-B1B0A468AC41}"/>
          </ac:spMkLst>
        </pc:spChg>
      </pc:sldChg>
      <pc:sldChg chg="modSp mod modShow modNotesTx">
        <pc:chgData name="KARTER MAKOTOWINGTIM WONG" userId="87f3421f-7e5f-4328-a49b-3eb6eaf73452" providerId="ADAL" clId="{0E0E7888-FCB6-49B9-A2EC-FF738E71E1C3}" dt="2025-06-15T23:56:53.896" v="2585" actId="20577"/>
        <pc:sldMkLst>
          <pc:docMk/>
          <pc:sldMk cId="3206680773" sldId="414"/>
        </pc:sldMkLst>
        <pc:spChg chg="mod">
          <ac:chgData name="KARTER MAKOTOWINGTIM WONG" userId="87f3421f-7e5f-4328-a49b-3eb6eaf73452" providerId="ADAL" clId="{0E0E7888-FCB6-49B9-A2EC-FF738E71E1C3}" dt="2025-06-15T23:56:53.896" v="2585" actId="20577"/>
          <ac:spMkLst>
            <pc:docMk/>
            <pc:sldMk cId="3206680773" sldId="414"/>
            <ac:spMk id="4098" creationId="{7F7ABB5D-6F5C-9396-B52D-A76D41895302}"/>
          </ac:spMkLst>
        </pc:spChg>
      </pc:sldChg>
      <pc:sldChg chg="addSp delSp modSp mod ord modShow modNotesTx">
        <pc:chgData name="KARTER MAKOTOWINGTIM WONG" userId="87f3421f-7e5f-4328-a49b-3eb6eaf73452" providerId="ADAL" clId="{0E0E7888-FCB6-49B9-A2EC-FF738E71E1C3}" dt="2025-06-15T23:55:47.699" v="2562" actId="20577"/>
        <pc:sldMkLst>
          <pc:docMk/>
          <pc:sldMk cId="2977264139" sldId="415"/>
        </pc:sldMkLst>
        <pc:spChg chg="mod">
          <ac:chgData name="KARTER MAKOTOWINGTIM WONG" userId="87f3421f-7e5f-4328-a49b-3eb6eaf73452" providerId="ADAL" clId="{0E0E7888-FCB6-49B9-A2EC-FF738E71E1C3}" dt="2025-06-15T23:55:47.699" v="2562" actId="20577"/>
          <ac:spMkLst>
            <pc:docMk/>
            <pc:sldMk cId="2977264139" sldId="415"/>
            <ac:spMk id="2" creationId="{E26E204C-E71C-863D-D347-4A7EDE00B1C8}"/>
          </ac:spMkLst>
        </pc:spChg>
      </pc:sldChg>
      <pc:sldChg chg="addSp delSp modSp mod ord modShow modNotesTx">
        <pc:chgData name="KARTER MAKOTOWINGTIM WONG" userId="87f3421f-7e5f-4328-a49b-3eb6eaf73452" providerId="ADAL" clId="{0E0E7888-FCB6-49B9-A2EC-FF738E71E1C3}" dt="2025-06-15T23:55:30.712" v="2557" actId="20577"/>
        <pc:sldMkLst>
          <pc:docMk/>
          <pc:sldMk cId="1400478623" sldId="416"/>
        </pc:sldMkLst>
        <pc:spChg chg="mod">
          <ac:chgData name="KARTER MAKOTOWINGTIM WONG" userId="87f3421f-7e5f-4328-a49b-3eb6eaf73452" providerId="ADAL" clId="{0E0E7888-FCB6-49B9-A2EC-FF738E71E1C3}" dt="2025-06-15T23:55:30.712" v="2557" actId="20577"/>
          <ac:spMkLst>
            <pc:docMk/>
            <pc:sldMk cId="1400478623" sldId="416"/>
            <ac:spMk id="2" creationId="{86E928D2-8315-BB88-958A-9EA0420FAC1A}"/>
          </ac:spMkLst>
        </pc:spChg>
        <pc:spChg chg="mod">
          <ac:chgData name="KARTER MAKOTOWINGTIM WONG" userId="87f3421f-7e5f-4328-a49b-3eb6eaf73452" providerId="ADAL" clId="{0E0E7888-FCB6-49B9-A2EC-FF738E71E1C3}" dt="2025-06-15T23:55:25.850" v="2555" actId="14100"/>
          <ac:spMkLst>
            <pc:docMk/>
            <pc:sldMk cId="1400478623" sldId="416"/>
            <ac:spMk id="6" creationId="{161839BB-48EF-53A1-EF8B-35A6428115E6}"/>
          </ac:spMkLst>
        </pc:spChg>
        <pc:spChg chg="add mod">
          <ac:chgData name="KARTER MAKOTOWINGTIM WONG" userId="87f3421f-7e5f-4328-a49b-3eb6eaf73452" providerId="ADAL" clId="{0E0E7888-FCB6-49B9-A2EC-FF738E71E1C3}" dt="2025-06-09T05:38:08.154" v="1506" actId="20577"/>
          <ac:spMkLst>
            <pc:docMk/>
            <pc:sldMk cId="1400478623" sldId="416"/>
            <ac:spMk id="8" creationId="{696C8FEF-BD2C-99ED-F1D2-8D5E60DB632F}"/>
          </ac:spMkLst>
        </pc:spChg>
        <pc:spChg chg="add mod">
          <ac:chgData name="KARTER MAKOTOWINGTIM WONG" userId="87f3421f-7e5f-4328-a49b-3eb6eaf73452" providerId="ADAL" clId="{0E0E7888-FCB6-49B9-A2EC-FF738E71E1C3}" dt="2025-06-09T05:38:26.101" v="1518" actId="20577"/>
          <ac:spMkLst>
            <pc:docMk/>
            <pc:sldMk cId="1400478623" sldId="416"/>
            <ac:spMk id="12" creationId="{E5B00660-565F-50B1-5BD2-3B77FD4C1C0A}"/>
          </ac:spMkLst>
        </pc:spChg>
        <pc:spChg chg="add mod">
          <ac:chgData name="KARTER MAKOTOWINGTIM WONG" userId="87f3421f-7e5f-4328-a49b-3eb6eaf73452" providerId="ADAL" clId="{0E0E7888-FCB6-49B9-A2EC-FF738E71E1C3}" dt="2025-06-09T05:38:43.550" v="1529" actId="20577"/>
          <ac:spMkLst>
            <pc:docMk/>
            <pc:sldMk cId="1400478623" sldId="416"/>
            <ac:spMk id="14" creationId="{F60318DA-2039-B681-21CF-305FDDFB62A0}"/>
          </ac:spMkLst>
        </pc:spChg>
      </pc:sldChg>
      <pc:sldChg chg="addSp modSp mod modShow modNotesTx">
        <pc:chgData name="KARTER MAKOTOWINGTIM WONG" userId="87f3421f-7e5f-4328-a49b-3eb6eaf73452" providerId="ADAL" clId="{0E0E7888-FCB6-49B9-A2EC-FF738E71E1C3}" dt="2025-06-09T07:31:01.404" v="2529" actId="729"/>
        <pc:sldMkLst>
          <pc:docMk/>
          <pc:sldMk cId="949119990" sldId="417"/>
        </pc:sldMkLst>
        <pc:spChg chg="mod">
          <ac:chgData name="KARTER MAKOTOWINGTIM WONG" userId="87f3421f-7e5f-4328-a49b-3eb6eaf73452" providerId="ADAL" clId="{0E0E7888-FCB6-49B9-A2EC-FF738E71E1C3}" dt="2025-06-09T06:19:22.871" v="1807" actId="1076"/>
          <ac:spMkLst>
            <pc:docMk/>
            <pc:sldMk cId="949119990" sldId="417"/>
            <ac:spMk id="5" creationId="{4E961818-BD2F-8070-AAFA-AC4DC712D870}"/>
          </ac:spMkLst>
        </pc:spChg>
        <pc:picChg chg="add mod">
          <ac:chgData name="KARTER MAKOTOWINGTIM WONG" userId="87f3421f-7e5f-4328-a49b-3eb6eaf73452" providerId="ADAL" clId="{0E0E7888-FCB6-49B9-A2EC-FF738E71E1C3}" dt="2025-06-09T06:32:16.726" v="1819" actId="1076"/>
          <ac:picMkLst>
            <pc:docMk/>
            <pc:sldMk cId="949119990" sldId="417"/>
            <ac:picMk id="6" creationId="{193B747C-8865-9635-102B-4C7882A41A1C}"/>
          </ac:picMkLst>
        </pc:picChg>
        <pc:picChg chg="add mod">
          <ac:chgData name="KARTER MAKOTOWINGTIM WONG" userId="87f3421f-7e5f-4328-a49b-3eb6eaf73452" providerId="ADAL" clId="{0E0E7888-FCB6-49B9-A2EC-FF738E71E1C3}" dt="2025-06-09T06:32:10.280" v="1816" actId="1076"/>
          <ac:picMkLst>
            <pc:docMk/>
            <pc:sldMk cId="949119990" sldId="417"/>
            <ac:picMk id="8" creationId="{C1F614B7-74A3-9308-392D-5E44DF9E4BE6}"/>
          </ac:picMkLst>
        </pc:picChg>
        <pc:picChg chg="add mod">
          <ac:chgData name="KARTER MAKOTOWINGTIM WONG" userId="87f3421f-7e5f-4328-a49b-3eb6eaf73452" providerId="ADAL" clId="{0E0E7888-FCB6-49B9-A2EC-FF738E71E1C3}" dt="2025-06-09T06:32:02.868" v="1812" actId="1076"/>
          <ac:picMkLst>
            <pc:docMk/>
            <pc:sldMk cId="949119990" sldId="417"/>
            <ac:picMk id="12" creationId="{7EBAAF02-C605-1CF9-2016-4A09460A9AC4}"/>
          </ac:picMkLst>
        </pc:picChg>
      </pc:sldChg>
      <pc:sldChg chg="addSp modSp mod modShow modNotesTx">
        <pc:chgData name="KARTER MAKOTOWINGTIM WONG" userId="87f3421f-7e5f-4328-a49b-3eb6eaf73452" providerId="ADAL" clId="{0E0E7888-FCB6-49B9-A2EC-FF738E71E1C3}" dt="2025-06-15T23:55:40.053" v="2560" actId="20577"/>
        <pc:sldMkLst>
          <pc:docMk/>
          <pc:sldMk cId="331761965" sldId="418"/>
        </pc:sldMkLst>
        <pc:spChg chg="mod">
          <ac:chgData name="KARTER MAKOTOWINGTIM WONG" userId="87f3421f-7e5f-4328-a49b-3eb6eaf73452" providerId="ADAL" clId="{0E0E7888-FCB6-49B9-A2EC-FF738E71E1C3}" dt="2025-06-15T23:55:40.053" v="2560" actId="20577"/>
          <ac:spMkLst>
            <pc:docMk/>
            <pc:sldMk cId="331761965" sldId="418"/>
            <ac:spMk id="2" creationId="{00D77160-451F-48D8-EDA1-92C4E1C039EE}"/>
          </ac:spMkLst>
        </pc:spChg>
        <pc:spChg chg="add mod">
          <ac:chgData name="KARTER MAKOTOWINGTIM WONG" userId="87f3421f-7e5f-4328-a49b-3eb6eaf73452" providerId="ADAL" clId="{0E0E7888-FCB6-49B9-A2EC-FF738E71E1C3}" dt="2025-06-09T05:40:51.360" v="1589" actId="5793"/>
          <ac:spMkLst>
            <pc:docMk/>
            <pc:sldMk cId="331761965" sldId="418"/>
            <ac:spMk id="3" creationId="{23DAE6F8-8C06-8B05-F522-8566F69D1617}"/>
          </ac:spMkLst>
        </pc:spChg>
        <pc:spChg chg="mod">
          <ac:chgData name="KARTER MAKOTOWINGTIM WONG" userId="87f3421f-7e5f-4328-a49b-3eb6eaf73452" providerId="ADAL" clId="{0E0E7888-FCB6-49B9-A2EC-FF738E71E1C3}" dt="2025-06-15T23:55:37.396" v="2558" actId="14100"/>
          <ac:spMkLst>
            <pc:docMk/>
            <pc:sldMk cId="331761965" sldId="418"/>
            <ac:spMk id="4" creationId="{17C1BF62-63DB-D834-28F0-A7D86F0B1B01}"/>
          </ac:spMkLst>
        </pc:spChg>
        <pc:spChg chg="add mod">
          <ac:chgData name="KARTER MAKOTOWINGTIM WONG" userId="87f3421f-7e5f-4328-a49b-3eb6eaf73452" providerId="ADAL" clId="{0E0E7888-FCB6-49B9-A2EC-FF738E71E1C3}" dt="2025-06-09T05:41:43.301" v="1663" actId="164"/>
          <ac:spMkLst>
            <pc:docMk/>
            <pc:sldMk cId="331761965" sldId="418"/>
            <ac:spMk id="14" creationId="{4F9DD91C-B276-6BBF-BB3D-8A83034B85CF}"/>
          </ac:spMkLst>
        </pc:spChg>
        <pc:grpChg chg="add mod">
          <ac:chgData name="KARTER MAKOTOWINGTIM WONG" userId="87f3421f-7e5f-4328-a49b-3eb6eaf73452" providerId="ADAL" clId="{0E0E7888-FCB6-49B9-A2EC-FF738E71E1C3}" dt="2025-06-09T05:39:39.204" v="1580" actId="1076"/>
          <ac:grpSpMkLst>
            <pc:docMk/>
            <pc:sldMk cId="331761965" sldId="418"/>
            <ac:grpSpMk id="5" creationId="{94017892-F48E-E1E7-689D-76BED787E6C2}"/>
          </ac:grpSpMkLst>
        </pc:grpChg>
        <pc:grpChg chg="mod">
          <ac:chgData name="KARTER MAKOTOWINGTIM WONG" userId="87f3421f-7e5f-4328-a49b-3eb6eaf73452" providerId="ADAL" clId="{0E0E7888-FCB6-49B9-A2EC-FF738E71E1C3}" dt="2025-06-09T05:39:36.993" v="1579" actId="164"/>
          <ac:grpSpMkLst>
            <pc:docMk/>
            <pc:sldMk cId="331761965" sldId="418"/>
            <ac:grpSpMk id="10" creationId="{4960EF62-9B68-6127-4B64-25671CA80B55}"/>
          </ac:grpSpMkLst>
        </pc:grpChg>
        <pc:grpChg chg="add mod">
          <ac:chgData name="KARTER MAKOTOWINGTIM WONG" userId="87f3421f-7e5f-4328-a49b-3eb6eaf73452" providerId="ADAL" clId="{0E0E7888-FCB6-49B9-A2EC-FF738E71E1C3}" dt="2025-06-09T05:41:43.301" v="1663" actId="164"/>
          <ac:grpSpMkLst>
            <pc:docMk/>
            <pc:sldMk cId="331761965" sldId="418"/>
            <ac:grpSpMk id="15" creationId="{055E48F3-891B-54BA-EEEE-6FC96ECAF185}"/>
          </ac:grpSpMkLst>
        </pc:grpChg>
        <pc:picChg chg="add mod">
          <ac:chgData name="KARTER MAKOTOWINGTIM WONG" userId="87f3421f-7e5f-4328-a49b-3eb6eaf73452" providerId="ADAL" clId="{0E0E7888-FCB6-49B9-A2EC-FF738E71E1C3}" dt="2025-06-09T05:41:43.301" v="1663" actId="164"/>
          <ac:picMkLst>
            <pc:docMk/>
            <pc:sldMk cId="331761965" sldId="418"/>
            <ac:picMk id="11" creationId="{D6AAD1B6-7D2C-5300-36B6-16D46811A697}"/>
          </ac:picMkLst>
        </pc:picChg>
      </pc:sldChg>
      <pc:sldChg chg="modSp mod modShow">
        <pc:chgData name="KARTER MAKOTOWINGTIM WONG" userId="87f3421f-7e5f-4328-a49b-3eb6eaf73452" providerId="ADAL" clId="{0E0E7888-FCB6-49B9-A2EC-FF738E71E1C3}" dt="2025-06-09T06:36:16.659" v="2070" actId="20577"/>
        <pc:sldMkLst>
          <pc:docMk/>
          <pc:sldMk cId="1408607455" sldId="419"/>
        </pc:sldMkLst>
        <pc:spChg chg="mod">
          <ac:chgData name="KARTER MAKOTOWINGTIM WONG" userId="87f3421f-7e5f-4328-a49b-3eb6eaf73452" providerId="ADAL" clId="{0E0E7888-FCB6-49B9-A2EC-FF738E71E1C3}" dt="2025-06-09T06:36:16.659" v="2070" actId="20577"/>
          <ac:spMkLst>
            <pc:docMk/>
            <pc:sldMk cId="1408607455" sldId="419"/>
            <ac:spMk id="3" creationId="{1E8F7B97-0873-2154-E95C-A6713EB28C1E}"/>
          </ac:spMkLst>
        </pc:spChg>
      </pc:sldChg>
      <pc:sldChg chg="addSp delSp modSp new mod modShow modNotesTx">
        <pc:chgData name="KARTER MAKOTOWINGTIM WONG" userId="87f3421f-7e5f-4328-a49b-3eb6eaf73452" providerId="ADAL" clId="{0E0E7888-FCB6-49B9-A2EC-FF738E71E1C3}" dt="2025-06-09T07:31:01.404" v="2529" actId="729"/>
        <pc:sldMkLst>
          <pc:docMk/>
          <pc:sldMk cId="1655346315" sldId="420"/>
        </pc:sldMkLst>
        <pc:spChg chg="add mod">
          <ac:chgData name="KARTER MAKOTOWINGTIM WONG" userId="87f3421f-7e5f-4328-a49b-3eb6eaf73452" providerId="ADAL" clId="{0E0E7888-FCB6-49B9-A2EC-FF738E71E1C3}" dt="2025-06-09T07:25:28.475" v="2528" actId="20577"/>
          <ac:spMkLst>
            <pc:docMk/>
            <pc:sldMk cId="1655346315" sldId="420"/>
            <ac:spMk id="6" creationId="{6AD838C1-9D54-BE55-E857-1791B2B2DF01}"/>
          </ac:spMkLst>
        </pc:spChg>
      </pc:sldChg>
      <pc:sldChg chg="modSp mod">
        <pc:chgData name="KARTER MAKOTOWINGTIM WONG" userId="87f3421f-7e5f-4328-a49b-3eb6eaf73452" providerId="ADAL" clId="{0E0E7888-FCB6-49B9-A2EC-FF738E71E1C3}" dt="2025-06-15T23:56:45.282" v="2580" actId="20577"/>
        <pc:sldMkLst>
          <pc:docMk/>
          <pc:sldMk cId="3194971168" sldId="421"/>
        </pc:sldMkLst>
        <pc:spChg chg="mod">
          <ac:chgData name="KARTER MAKOTOWINGTIM WONG" userId="87f3421f-7e5f-4328-a49b-3eb6eaf73452" providerId="ADAL" clId="{0E0E7888-FCB6-49B9-A2EC-FF738E71E1C3}" dt="2025-06-15T23:56:45.282" v="2580" actId="20577"/>
          <ac:spMkLst>
            <pc:docMk/>
            <pc:sldMk cId="3194971168" sldId="421"/>
            <ac:spMk id="2" creationId="{B6A6EDB7-FF4A-2B02-1A5C-C885188E4070}"/>
          </ac:spMkLst>
        </pc:spChg>
      </pc:sldChg>
      <pc:sldChg chg="modSp mod">
        <pc:chgData name="KARTER MAKOTOWINGTIM WONG" userId="87f3421f-7e5f-4328-a49b-3eb6eaf73452" providerId="ADAL" clId="{0E0E7888-FCB6-49B9-A2EC-FF738E71E1C3}" dt="2025-06-15T23:56:29.608" v="2574" actId="20577"/>
        <pc:sldMkLst>
          <pc:docMk/>
          <pc:sldMk cId="2145823957" sldId="422"/>
        </pc:sldMkLst>
        <pc:spChg chg="mod">
          <ac:chgData name="KARTER MAKOTOWINGTIM WONG" userId="87f3421f-7e5f-4328-a49b-3eb6eaf73452" providerId="ADAL" clId="{0E0E7888-FCB6-49B9-A2EC-FF738E71E1C3}" dt="2025-06-15T23:56:29.608" v="2574" actId="20577"/>
          <ac:spMkLst>
            <pc:docMk/>
            <pc:sldMk cId="2145823957" sldId="422"/>
            <ac:spMk id="15367" creationId="{3E0140CB-BFF4-BF7C-5DD6-7CCF5CD8821D}"/>
          </ac:spMkLst>
        </pc:spChg>
      </pc:sldChg>
      <pc:sldChg chg="modSp mod">
        <pc:chgData name="KARTER MAKOTOWINGTIM WONG" userId="87f3421f-7e5f-4328-a49b-3eb6eaf73452" providerId="ADAL" clId="{0E0E7888-FCB6-49B9-A2EC-FF738E71E1C3}" dt="2025-06-15T23:56:04.867" v="2568" actId="20577"/>
        <pc:sldMkLst>
          <pc:docMk/>
          <pc:sldMk cId="2281730913" sldId="423"/>
        </pc:sldMkLst>
        <pc:spChg chg="mod">
          <ac:chgData name="KARTER MAKOTOWINGTIM WONG" userId="87f3421f-7e5f-4328-a49b-3eb6eaf73452" providerId="ADAL" clId="{0E0E7888-FCB6-49B9-A2EC-FF738E71E1C3}" dt="2025-06-15T23:56:02.351" v="2566" actId="14100"/>
          <ac:spMkLst>
            <pc:docMk/>
            <pc:sldMk cId="2281730913" sldId="423"/>
            <ac:spMk id="4" creationId="{30DDBB21-6F51-009B-0FA4-6E70436DA73C}"/>
          </ac:spMkLst>
        </pc:spChg>
        <pc:spChg chg="mod">
          <ac:chgData name="KARTER MAKOTOWINGTIM WONG" userId="87f3421f-7e5f-4328-a49b-3eb6eaf73452" providerId="ADAL" clId="{0E0E7888-FCB6-49B9-A2EC-FF738E71E1C3}" dt="2025-06-15T23:56:04.867" v="2568" actId="20577"/>
          <ac:spMkLst>
            <pc:docMk/>
            <pc:sldMk cId="2281730913" sldId="423"/>
            <ac:spMk id="10244" creationId="{0FEF3C9E-5E59-2FFB-9D5D-D3974B9ADB0E}"/>
          </ac:spMkLst>
        </pc:spChg>
      </pc:sldChg>
      <pc:sldChg chg="modSp mod">
        <pc:chgData name="KARTER MAKOTOWINGTIM WONG" userId="87f3421f-7e5f-4328-a49b-3eb6eaf73452" providerId="ADAL" clId="{0E0E7888-FCB6-49B9-A2EC-FF738E71E1C3}" dt="2025-06-15T23:56:24.670" v="2573" actId="20577"/>
        <pc:sldMkLst>
          <pc:docMk/>
          <pc:sldMk cId="1783979972" sldId="424"/>
        </pc:sldMkLst>
        <pc:spChg chg="mod">
          <ac:chgData name="KARTER MAKOTOWINGTIM WONG" userId="87f3421f-7e5f-4328-a49b-3eb6eaf73452" providerId="ADAL" clId="{0E0E7888-FCB6-49B9-A2EC-FF738E71E1C3}" dt="2025-06-15T23:56:24.670" v="2573" actId="20577"/>
          <ac:spMkLst>
            <pc:docMk/>
            <pc:sldMk cId="1783979972" sldId="424"/>
            <ac:spMk id="12296" creationId="{17A48D73-E9B0-2A71-24D7-A194BC76979D}"/>
          </ac:spMkLst>
        </pc:spChg>
      </pc:sldChg>
    </pc:docChg>
  </pc:docChgLst>
  <pc:docChgLst>
    <pc:chgData name="KARTER MAKOTOWINGTIM WONG" userId="87f3421f-7e5f-4328-a49b-3eb6eaf73452" providerId="ADAL" clId="{17395FE7-C4D3-4270-BD34-C859292BF14A}"/>
    <pc:docChg chg="modSld sldOrd">
      <pc:chgData name="KARTER MAKOTOWINGTIM WONG" userId="87f3421f-7e5f-4328-a49b-3eb6eaf73452" providerId="ADAL" clId="{17395FE7-C4D3-4270-BD34-C859292BF14A}" dt="2025-06-16T04:47:56.400" v="15" actId="729"/>
      <pc:docMkLst>
        <pc:docMk/>
      </pc:docMkLst>
      <pc:sldChg chg="mod ord modShow">
        <pc:chgData name="KARTER MAKOTOWINGTIM WONG" userId="87f3421f-7e5f-4328-a49b-3eb6eaf73452" providerId="ADAL" clId="{17395FE7-C4D3-4270-BD34-C859292BF14A}" dt="2025-06-16T04:47:56.400" v="15" actId="729"/>
        <pc:sldMkLst>
          <pc:docMk/>
          <pc:sldMk cId="0" sldId="413"/>
        </pc:sldMkLst>
      </pc:sldChg>
      <pc:sldChg chg="modNotesTx">
        <pc:chgData name="KARTER MAKOTOWINGTIM WONG" userId="87f3421f-7e5f-4328-a49b-3eb6eaf73452" providerId="ADAL" clId="{17395FE7-C4D3-4270-BD34-C859292BF14A}" dt="2025-06-16T04:38:41.225" v="12" actId="20577"/>
        <pc:sldMkLst>
          <pc:docMk/>
          <pc:sldMk cId="1400478623" sldId="416"/>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1E4203-2F25-469A-AD84-93C704A821F9}" type="doc">
      <dgm:prSet loTypeId="urn:microsoft.com/office/officeart/2005/8/layout/process1" loCatId="process" qsTypeId="urn:microsoft.com/office/officeart/2005/8/quickstyle/simple1" qsCatId="simple" csTypeId="urn:microsoft.com/office/officeart/2005/8/colors/accent1_2" csCatId="accent1" phldr="1"/>
      <dgm:spPr/>
    </dgm:pt>
    <dgm:pt modelId="{76F5D61F-F263-4731-A52A-507C3CDB3BD1}">
      <dgm:prSet phldrT="[Text]" custT="1">
        <dgm:style>
          <a:lnRef idx="1">
            <a:schemeClr val="accent6"/>
          </a:lnRef>
          <a:fillRef idx="3">
            <a:schemeClr val="accent6"/>
          </a:fillRef>
          <a:effectRef idx="2">
            <a:schemeClr val="accent6"/>
          </a:effectRef>
          <a:fontRef idx="minor">
            <a:schemeClr val="lt1"/>
          </a:fontRef>
        </dgm:style>
      </dgm:prSet>
      <dgm:spPr/>
      <dgm:t>
        <a:bodyPr/>
        <a:lstStyle/>
        <a:p>
          <a:r>
            <a:rPr lang="en-US" sz="2400" dirty="0">
              <a:solidFill>
                <a:schemeClr val="bg1"/>
              </a:solidFill>
              <a:latin typeface="+mj-lt"/>
            </a:rPr>
            <a:t>Point Cloud Formation</a:t>
          </a:r>
        </a:p>
      </dgm:t>
    </dgm:pt>
    <dgm:pt modelId="{41A845F6-1092-4459-A170-D41693D9897A}" type="parTrans" cxnId="{27ADA437-719F-4AEF-A17F-B33937FF4622}">
      <dgm:prSet/>
      <dgm:spPr/>
      <dgm:t>
        <a:bodyPr/>
        <a:lstStyle/>
        <a:p>
          <a:endParaRPr lang="en-US"/>
        </a:p>
      </dgm:t>
    </dgm:pt>
    <dgm:pt modelId="{395F6CBC-9FFF-4ADE-A582-299687868278}" type="sibTrans" cxnId="{27ADA437-719F-4AEF-A17F-B33937FF4622}">
      <dgm:prSet/>
      <dgm:spPr>
        <a:solidFill>
          <a:schemeClr val="accent2"/>
        </a:solidFill>
        <a:ln>
          <a:solidFill>
            <a:schemeClr val="tx1"/>
          </a:solidFill>
        </a:ln>
      </dgm:spPr>
      <dgm:t>
        <a:bodyPr/>
        <a:lstStyle/>
        <a:p>
          <a:endParaRPr lang="en-US"/>
        </a:p>
      </dgm:t>
    </dgm:pt>
    <dgm:pt modelId="{E344FC80-6928-4ACB-B12B-E4A354D77215}">
      <dgm:prSet phldrT="[Text]" custT="1">
        <dgm:style>
          <a:lnRef idx="1">
            <a:schemeClr val="accent6"/>
          </a:lnRef>
          <a:fillRef idx="3">
            <a:schemeClr val="accent6"/>
          </a:fillRef>
          <a:effectRef idx="2">
            <a:schemeClr val="accent6"/>
          </a:effectRef>
          <a:fontRef idx="minor">
            <a:schemeClr val="lt1"/>
          </a:fontRef>
        </dgm:style>
      </dgm:prSet>
      <dgm:spPr/>
      <dgm:t>
        <a:bodyPr/>
        <a:lstStyle/>
        <a:p>
          <a:r>
            <a:rPr lang="en-US" sz="2400" dirty="0">
              <a:solidFill>
                <a:schemeClr val="bg1"/>
              </a:solidFill>
              <a:latin typeface="+mj-lt"/>
            </a:rPr>
            <a:t>Tool Path Generation</a:t>
          </a:r>
        </a:p>
      </dgm:t>
    </dgm:pt>
    <dgm:pt modelId="{2DDE8F93-58B3-4A29-8FB0-3B4CE07391DE}" type="parTrans" cxnId="{7D35FE0C-9B5E-47D9-8F1D-51B5C0818C25}">
      <dgm:prSet/>
      <dgm:spPr/>
      <dgm:t>
        <a:bodyPr/>
        <a:lstStyle/>
        <a:p>
          <a:endParaRPr lang="en-US"/>
        </a:p>
      </dgm:t>
    </dgm:pt>
    <dgm:pt modelId="{64840F78-449D-41BA-9202-C61C699FADD2}" type="sibTrans" cxnId="{7D35FE0C-9B5E-47D9-8F1D-51B5C0818C25}">
      <dgm:prSet/>
      <dgm:spPr>
        <a:solidFill>
          <a:schemeClr val="accent2"/>
        </a:solidFill>
        <a:ln>
          <a:solidFill>
            <a:schemeClr val="tx1"/>
          </a:solidFill>
        </a:ln>
      </dgm:spPr>
      <dgm:t>
        <a:bodyPr/>
        <a:lstStyle/>
        <a:p>
          <a:endParaRPr lang="en-US"/>
        </a:p>
      </dgm:t>
    </dgm:pt>
    <dgm:pt modelId="{43B52AA3-6A08-4C37-A58E-FE973F9BCF28}">
      <dgm:prSet phldrT="[Text]" custT="1">
        <dgm:style>
          <a:lnRef idx="1">
            <a:schemeClr val="accent6"/>
          </a:lnRef>
          <a:fillRef idx="3">
            <a:schemeClr val="accent6"/>
          </a:fillRef>
          <a:effectRef idx="2">
            <a:schemeClr val="accent6"/>
          </a:effectRef>
          <a:fontRef idx="minor">
            <a:schemeClr val="lt1"/>
          </a:fontRef>
        </dgm:style>
      </dgm:prSet>
      <dgm:spPr/>
      <dgm:t>
        <a:bodyPr/>
        <a:lstStyle/>
        <a:p>
          <a:r>
            <a:rPr lang="en-US" sz="2400" dirty="0">
              <a:solidFill>
                <a:schemeClr val="bg1"/>
              </a:solidFill>
              <a:latin typeface="+mj-lt"/>
            </a:rPr>
            <a:t>G-Code</a:t>
          </a:r>
        </a:p>
      </dgm:t>
    </dgm:pt>
    <dgm:pt modelId="{07FA812C-9A84-47CA-A708-FE5DD758E0D9}" type="parTrans" cxnId="{8BE381D6-D2B5-424C-BD92-61D4DDC17B62}">
      <dgm:prSet/>
      <dgm:spPr/>
      <dgm:t>
        <a:bodyPr/>
        <a:lstStyle/>
        <a:p>
          <a:endParaRPr lang="en-US"/>
        </a:p>
      </dgm:t>
    </dgm:pt>
    <dgm:pt modelId="{1FF50BB0-F61B-4A08-9236-B6655BE89BFD}" type="sibTrans" cxnId="{8BE381D6-D2B5-424C-BD92-61D4DDC17B62}">
      <dgm:prSet/>
      <dgm:spPr/>
      <dgm:t>
        <a:bodyPr/>
        <a:lstStyle/>
        <a:p>
          <a:endParaRPr lang="en-US"/>
        </a:p>
      </dgm:t>
    </dgm:pt>
    <dgm:pt modelId="{C0F6CAE2-9BB3-44E9-ABDE-374D8458DF07}">
      <dgm:prSet phldrT="[Text]" custT="1">
        <dgm:style>
          <a:lnRef idx="1">
            <a:schemeClr val="accent6"/>
          </a:lnRef>
          <a:fillRef idx="3">
            <a:schemeClr val="accent6"/>
          </a:fillRef>
          <a:effectRef idx="2">
            <a:schemeClr val="accent6"/>
          </a:effectRef>
          <a:fontRef idx="minor">
            <a:schemeClr val="lt1"/>
          </a:fontRef>
        </dgm:style>
      </dgm:prSet>
      <dgm:spPr/>
      <dgm:t>
        <a:bodyPr/>
        <a:lstStyle/>
        <a:p>
          <a:r>
            <a:rPr lang="en-US" sz="2400" dirty="0">
              <a:solidFill>
                <a:schemeClr val="bg1"/>
              </a:solidFill>
              <a:latin typeface="+mj-lt"/>
            </a:rPr>
            <a:t>STL Data</a:t>
          </a:r>
        </a:p>
      </dgm:t>
    </dgm:pt>
    <dgm:pt modelId="{DC177591-FB84-4B6A-9BCD-26CCD59DD472}" type="parTrans" cxnId="{85DD3BCA-80F2-45C8-86FD-2E98B517AD5B}">
      <dgm:prSet/>
      <dgm:spPr/>
      <dgm:t>
        <a:bodyPr/>
        <a:lstStyle/>
        <a:p>
          <a:endParaRPr lang="en-US"/>
        </a:p>
      </dgm:t>
    </dgm:pt>
    <dgm:pt modelId="{F58268AD-A0A5-48AE-83C0-5DE3D09DC33D}" type="sibTrans" cxnId="{85DD3BCA-80F2-45C8-86FD-2E98B517AD5B}">
      <dgm:prSet/>
      <dgm:spPr>
        <a:solidFill>
          <a:schemeClr val="accent2"/>
        </a:solidFill>
        <a:ln>
          <a:solidFill>
            <a:schemeClr val="tx1"/>
          </a:solidFill>
        </a:ln>
      </dgm:spPr>
      <dgm:t>
        <a:bodyPr/>
        <a:lstStyle/>
        <a:p>
          <a:endParaRPr lang="en-US"/>
        </a:p>
      </dgm:t>
    </dgm:pt>
    <dgm:pt modelId="{A5D737FA-0BDC-4528-BEDF-659F34732174}" type="pres">
      <dgm:prSet presAssocID="{DC1E4203-2F25-469A-AD84-93C704A821F9}" presName="Name0" presStyleCnt="0">
        <dgm:presLayoutVars>
          <dgm:dir/>
          <dgm:resizeHandles val="exact"/>
        </dgm:presLayoutVars>
      </dgm:prSet>
      <dgm:spPr/>
    </dgm:pt>
    <dgm:pt modelId="{AEA939FB-9639-455E-8AAA-68ADDF7B3028}" type="pres">
      <dgm:prSet presAssocID="{C0F6CAE2-9BB3-44E9-ABDE-374D8458DF07}" presName="node" presStyleLbl="node1" presStyleIdx="0" presStyleCnt="4">
        <dgm:presLayoutVars>
          <dgm:bulletEnabled val="1"/>
        </dgm:presLayoutVars>
      </dgm:prSet>
      <dgm:spPr/>
    </dgm:pt>
    <dgm:pt modelId="{796AB7A5-ACB5-4EC2-8C9A-07AE062A5B88}" type="pres">
      <dgm:prSet presAssocID="{F58268AD-A0A5-48AE-83C0-5DE3D09DC33D}" presName="sibTrans" presStyleLbl="sibTrans2D1" presStyleIdx="0" presStyleCnt="3"/>
      <dgm:spPr/>
    </dgm:pt>
    <dgm:pt modelId="{A821EC0C-94BC-4100-905B-335D2F96250B}" type="pres">
      <dgm:prSet presAssocID="{F58268AD-A0A5-48AE-83C0-5DE3D09DC33D}" presName="connectorText" presStyleLbl="sibTrans2D1" presStyleIdx="0" presStyleCnt="3"/>
      <dgm:spPr/>
    </dgm:pt>
    <dgm:pt modelId="{118C2573-48C0-4E40-9429-761A7853F569}" type="pres">
      <dgm:prSet presAssocID="{76F5D61F-F263-4731-A52A-507C3CDB3BD1}" presName="node" presStyleLbl="node1" presStyleIdx="1" presStyleCnt="4">
        <dgm:presLayoutVars>
          <dgm:bulletEnabled val="1"/>
        </dgm:presLayoutVars>
      </dgm:prSet>
      <dgm:spPr/>
    </dgm:pt>
    <dgm:pt modelId="{CCAD73D1-3F3B-44B5-92FD-FB5C8CC699EE}" type="pres">
      <dgm:prSet presAssocID="{395F6CBC-9FFF-4ADE-A582-299687868278}" presName="sibTrans" presStyleLbl="sibTrans2D1" presStyleIdx="1" presStyleCnt="3"/>
      <dgm:spPr/>
    </dgm:pt>
    <dgm:pt modelId="{5EA6E0CE-E23D-425E-8B81-055056CC4144}" type="pres">
      <dgm:prSet presAssocID="{395F6CBC-9FFF-4ADE-A582-299687868278}" presName="connectorText" presStyleLbl="sibTrans2D1" presStyleIdx="1" presStyleCnt="3"/>
      <dgm:spPr/>
    </dgm:pt>
    <dgm:pt modelId="{12BDA978-51CD-4342-B3DB-50EEA6F20091}" type="pres">
      <dgm:prSet presAssocID="{E344FC80-6928-4ACB-B12B-E4A354D77215}" presName="node" presStyleLbl="node1" presStyleIdx="2" presStyleCnt="4">
        <dgm:presLayoutVars>
          <dgm:bulletEnabled val="1"/>
        </dgm:presLayoutVars>
      </dgm:prSet>
      <dgm:spPr/>
    </dgm:pt>
    <dgm:pt modelId="{39E365C3-EF61-48EB-9CAF-3106C0728B0C}" type="pres">
      <dgm:prSet presAssocID="{64840F78-449D-41BA-9202-C61C699FADD2}" presName="sibTrans" presStyleLbl="sibTrans2D1" presStyleIdx="2" presStyleCnt="3"/>
      <dgm:spPr/>
    </dgm:pt>
    <dgm:pt modelId="{859E1427-152B-408A-8295-9B7C24F3BF92}" type="pres">
      <dgm:prSet presAssocID="{64840F78-449D-41BA-9202-C61C699FADD2}" presName="connectorText" presStyleLbl="sibTrans2D1" presStyleIdx="2" presStyleCnt="3"/>
      <dgm:spPr/>
    </dgm:pt>
    <dgm:pt modelId="{9523F211-D72D-4F46-AE18-24C03FBBB474}" type="pres">
      <dgm:prSet presAssocID="{43B52AA3-6A08-4C37-A58E-FE973F9BCF28}" presName="node" presStyleLbl="node1" presStyleIdx="3" presStyleCnt="4">
        <dgm:presLayoutVars>
          <dgm:bulletEnabled val="1"/>
        </dgm:presLayoutVars>
      </dgm:prSet>
      <dgm:spPr/>
    </dgm:pt>
  </dgm:ptLst>
  <dgm:cxnLst>
    <dgm:cxn modelId="{5E565706-BE83-4F79-B9CD-54BC2878C58A}" type="presOf" srcId="{43B52AA3-6A08-4C37-A58E-FE973F9BCF28}" destId="{9523F211-D72D-4F46-AE18-24C03FBBB474}" srcOrd="0" destOrd="0" presId="urn:microsoft.com/office/officeart/2005/8/layout/process1"/>
    <dgm:cxn modelId="{296B670A-1984-413C-892E-8F01B187FF97}" type="presOf" srcId="{395F6CBC-9FFF-4ADE-A582-299687868278}" destId="{5EA6E0CE-E23D-425E-8B81-055056CC4144}" srcOrd="1" destOrd="0" presId="urn:microsoft.com/office/officeart/2005/8/layout/process1"/>
    <dgm:cxn modelId="{7D35FE0C-9B5E-47D9-8F1D-51B5C0818C25}" srcId="{DC1E4203-2F25-469A-AD84-93C704A821F9}" destId="{E344FC80-6928-4ACB-B12B-E4A354D77215}" srcOrd="2" destOrd="0" parTransId="{2DDE8F93-58B3-4A29-8FB0-3B4CE07391DE}" sibTransId="{64840F78-449D-41BA-9202-C61C699FADD2}"/>
    <dgm:cxn modelId="{5B2A9814-FB31-4C1D-821B-7B170CEE0B84}" type="presOf" srcId="{64840F78-449D-41BA-9202-C61C699FADD2}" destId="{39E365C3-EF61-48EB-9CAF-3106C0728B0C}" srcOrd="0" destOrd="0" presId="urn:microsoft.com/office/officeart/2005/8/layout/process1"/>
    <dgm:cxn modelId="{27ADA437-719F-4AEF-A17F-B33937FF4622}" srcId="{DC1E4203-2F25-469A-AD84-93C704A821F9}" destId="{76F5D61F-F263-4731-A52A-507C3CDB3BD1}" srcOrd="1" destOrd="0" parTransId="{41A845F6-1092-4459-A170-D41693D9897A}" sibTransId="{395F6CBC-9FFF-4ADE-A582-299687868278}"/>
    <dgm:cxn modelId="{70721438-E821-4AF5-BA71-66DFA794F9D5}" type="presOf" srcId="{C0F6CAE2-9BB3-44E9-ABDE-374D8458DF07}" destId="{AEA939FB-9639-455E-8AAA-68ADDF7B3028}" srcOrd="0" destOrd="0" presId="urn:microsoft.com/office/officeart/2005/8/layout/process1"/>
    <dgm:cxn modelId="{955DFB69-B817-40CB-8660-D4956D14819F}" type="presOf" srcId="{E344FC80-6928-4ACB-B12B-E4A354D77215}" destId="{12BDA978-51CD-4342-B3DB-50EEA6F20091}" srcOrd="0" destOrd="0" presId="urn:microsoft.com/office/officeart/2005/8/layout/process1"/>
    <dgm:cxn modelId="{F61B6B6B-D875-4097-8067-6EF6498997A4}" type="presOf" srcId="{76F5D61F-F263-4731-A52A-507C3CDB3BD1}" destId="{118C2573-48C0-4E40-9429-761A7853F569}" srcOrd="0" destOrd="0" presId="urn:microsoft.com/office/officeart/2005/8/layout/process1"/>
    <dgm:cxn modelId="{4BCDB86B-B2A6-43A6-9571-1336BFD2C0AC}" type="presOf" srcId="{F58268AD-A0A5-48AE-83C0-5DE3D09DC33D}" destId="{796AB7A5-ACB5-4EC2-8C9A-07AE062A5B88}" srcOrd="0" destOrd="0" presId="urn:microsoft.com/office/officeart/2005/8/layout/process1"/>
    <dgm:cxn modelId="{DE378250-D117-468D-A7BE-A61BE7743098}" type="presOf" srcId="{395F6CBC-9FFF-4ADE-A582-299687868278}" destId="{CCAD73D1-3F3B-44B5-92FD-FB5C8CC699EE}" srcOrd="0" destOrd="0" presId="urn:microsoft.com/office/officeart/2005/8/layout/process1"/>
    <dgm:cxn modelId="{2FCC1F7A-DA84-49A8-BC78-8158868D8B37}" type="presOf" srcId="{F58268AD-A0A5-48AE-83C0-5DE3D09DC33D}" destId="{A821EC0C-94BC-4100-905B-335D2F96250B}" srcOrd="1" destOrd="0" presId="urn:microsoft.com/office/officeart/2005/8/layout/process1"/>
    <dgm:cxn modelId="{D1F64193-6CF4-4FAF-8F09-91F6293D2BE5}" type="presOf" srcId="{64840F78-449D-41BA-9202-C61C699FADD2}" destId="{859E1427-152B-408A-8295-9B7C24F3BF92}" srcOrd="1" destOrd="0" presId="urn:microsoft.com/office/officeart/2005/8/layout/process1"/>
    <dgm:cxn modelId="{85DD3BCA-80F2-45C8-86FD-2E98B517AD5B}" srcId="{DC1E4203-2F25-469A-AD84-93C704A821F9}" destId="{C0F6CAE2-9BB3-44E9-ABDE-374D8458DF07}" srcOrd="0" destOrd="0" parTransId="{DC177591-FB84-4B6A-9BCD-26CCD59DD472}" sibTransId="{F58268AD-A0A5-48AE-83C0-5DE3D09DC33D}"/>
    <dgm:cxn modelId="{A1613FD4-A123-4C02-836B-B771AD9FC355}" type="presOf" srcId="{DC1E4203-2F25-469A-AD84-93C704A821F9}" destId="{A5D737FA-0BDC-4528-BEDF-659F34732174}" srcOrd="0" destOrd="0" presId="urn:microsoft.com/office/officeart/2005/8/layout/process1"/>
    <dgm:cxn modelId="{8BE381D6-D2B5-424C-BD92-61D4DDC17B62}" srcId="{DC1E4203-2F25-469A-AD84-93C704A821F9}" destId="{43B52AA3-6A08-4C37-A58E-FE973F9BCF28}" srcOrd="3" destOrd="0" parTransId="{07FA812C-9A84-47CA-A708-FE5DD758E0D9}" sibTransId="{1FF50BB0-F61B-4A08-9236-B6655BE89BFD}"/>
    <dgm:cxn modelId="{71277180-1138-4769-8B03-6C0F163D3184}" type="presParOf" srcId="{A5D737FA-0BDC-4528-BEDF-659F34732174}" destId="{AEA939FB-9639-455E-8AAA-68ADDF7B3028}" srcOrd="0" destOrd="0" presId="urn:microsoft.com/office/officeart/2005/8/layout/process1"/>
    <dgm:cxn modelId="{9529889B-5961-47CE-93F8-2F97BB4024B2}" type="presParOf" srcId="{A5D737FA-0BDC-4528-BEDF-659F34732174}" destId="{796AB7A5-ACB5-4EC2-8C9A-07AE062A5B88}" srcOrd="1" destOrd="0" presId="urn:microsoft.com/office/officeart/2005/8/layout/process1"/>
    <dgm:cxn modelId="{3CDCE3E8-EA4F-459B-BF5F-E1E535BDD8FF}" type="presParOf" srcId="{796AB7A5-ACB5-4EC2-8C9A-07AE062A5B88}" destId="{A821EC0C-94BC-4100-905B-335D2F96250B}" srcOrd="0" destOrd="0" presId="urn:microsoft.com/office/officeart/2005/8/layout/process1"/>
    <dgm:cxn modelId="{0D24E0B3-861A-4DF9-A313-BB0E80F613DD}" type="presParOf" srcId="{A5D737FA-0BDC-4528-BEDF-659F34732174}" destId="{118C2573-48C0-4E40-9429-761A7853F569}" srcOrd="2" destOrd="0" presId="urn:microsoft.com/office/officeart/2005/8/layout/process1"/>
    <dgm:cxn modelId="{C223C45B-0F50-4086-AAE8-64DA7D0FE54C}" type="presParOf" srcId="{A5D737FA-0BDC-4528-BEDF-659F34732174}" destId="{CCAD73D1-3F3B-44B5-92FD-FB5C8CC699EE}" srcOrd="3" destOrd="0" presId="urn:microsoft.com/office/officeart/2005/8/layout/process1"/>
    <dgm:cxn modelId="{5FEF117A-8534-4FA2-A2DA-A7B497264A99}" type="presParOf" srcId="{CCAD73D1-3F3B-44B5-92FD-FB5C8CC699EE}" destId="{5EA6E0CE-E23D-425E-8B81-055056CC4144}" srcOrd="0" destOrd="0" presId="urn:microsoft.com/office/officeart/2005/8/layout/process1"/>
    <dgm:cxn modelId="{803FEB64-2624-4E8B-A754-9168926B5D2E}" type="presParOf" srcId="{A5D737FA-0BDC-4528-BEDF-659F34732174}" destId="{12BDA978-51CD-4342-B3DB-50EEA6F20091}" srcOrd="4" destOrd="0" presId="urn:microsoft.com/office/officeart/2005/8/layout/process1"/>
    <dgm:cxn modelId="{806D633B-6B8D-4AD8-88C2-85BC4156AFC0}" type="presParOf" srcId="{A5D737FA-0BDC-4528-BEDF-659F34732174}" destId="{39E365C3-EF61-48EB-9CAF-3106C0728B0C}" srcOrd="5" destOrd="0" presId="urn:microsoft.com/office/officeart/2005/8/layout/process1"/>
    <dgm:cxn modelId="{F82A9216-B302-4CF5-AF08-F39E6E7D905E}" type="presParOf" srcId="{39E365C3-EF61-48EB-9CAF-3106C0728B0C}" destId="{859E1427-152B-408A-8295-9B7C24F3BF92}" srcOrd="0" destOrd="0" presId="urn:microsoft.com/office/officeart/2005/8/layout/process1"/>
    <dgm:cxn modelId="{92D33B18-CE5B-45DD-80C6-702DD719A639}" type="presParOf" srcId="{A5D737FA-0BDC-4528-BEDF-659F34732174}" destId="{9523F211-D72D-4F46-AE18-24C03FBBB474}"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DC1E4203-2F25-469A-AD84-93C704A821F9}" type="doc">
      <dgm:prSet loTypeId="urn:microsoft.com/office/officeart/2005/8/layout/bProcess3" loCatId="process" qsTypeId="urn:microsoft.com/office/officeart/2005/8/quickstyle/simple1" qsCatId="simple" csTypeId="urn:microsoft.com/office/officeart/2005/8/colors/accent2_1" csCatId="accent2" phldr="1"/>
      <dgm:spPr/>
    </dgm:pt>
    <dgm:pt modelId="{76F5D61F-F263-4731-A52A-507C3CDB3BD1}">
      <dgm:prSet phldrT="[Text]">
        <dgm:style>
          <a:lnRef idx="1">
            <a:schemeClr val="accent6"/>
          </a:lnRef>
          <a:fillRef idx="3">
            <a:schemeClr val="accent6"/>
          </a:fillRef>
          <a:effectRef idx="2">
            <a:schemeClr val="accent6"/>
          </a:effectRef>
          <a:fontRef idx="minor">
            <a:schemeClr val="lt1"/>
          </a:fontRef>
        </dgm:style>
      </dgm:prSet>
      <dgm:spPr/>
      <dgm:t>
        <a:bodyPr/>
        <a:lstStyle/>
        <a:p>
          <a:r>
            <a:rPr lang="en-US" dirty="0">
              <a:solidFill>
                <a:schemeClr val="bg1"/>
              </a:solidFill>
              <a:latin typeface="+mj-lt"/>
            </a:rPr>
            <a:t>Point Cloud Formation</a:t>
          </a:r>
        </a:p>
      </dgm:t>
    </dgm:pt>
    <dgm:pt modelId="{41A845F6-1092-4459-A170-D41693D9897A}" type="parTrans" cxnId="{27ADA437-719F-4AEF-A17F-B33937FF4622}">
      <dgm:prSet/>
      <dgm:spPr/>
      <dgm:t>
        <a:bodyPr/>
        <a:lstStyle/>
        <a:p>
          <a:endParaRPr lang="en-US"/>
        </a:p>
      </dgm:t>
    </dgm:pt>
    <dgm:pt modelId="{395F6CBC-9FFF-4ADE-A582-299687868278}" type="sibTrans" cxnId="{27ADA437-719F-4AEF-A17F-B33937FF4622}">
      <dgm:prSet>
        <dgm:style>
          <a:lnRef idx="2">
            <a:schemeClr val="accent2"/>
          </a:lnRef>
          <a:fillRef idx="0">
            <a:schemeClr val="accent2"/>
          </a:fillRef>
          <a:effectRef idx="1">
            <a:schemeClr val="accent2"/>
          </a:effectRef>
          <a:fontRef idx="minor">
            <a:schemeClr val="tx1"/>
          </a:fontRef>
        </dgm:style>
      </dgm:prSet>
      <dgm:spPr/>
      <dgm:t>
        <a:bodyPr/>
        <a:lstStyle/>
        <a:p>
          <a:endParaRPr lang="en-US"/>
        </a:p>
      </dgm:t>
    </dgm:pt>
    <dgm:pt modelId="{E344FC80-6928-4ACB-B12B-E4A354D77215}">
      <dgm:prSet phldrT="[Text]">
        <dgm:style>
          <a:lnRef idx="1">
            <a:schemeClr val="accent6"/>
          </a:lnRef>
          <a:fillRef idx="3">
            <a:schemeClr val="accent6"/>
          </a:fillRef>
          <a:effectRef idx="2">
            <a:schemeClr val="accent6"/>
          </a:effectRef>
          <a:fontRef idx="minor">
            <a:schemeClr val="lt1"/>
          </a:fontRef>
        </dgm:style>
      </dgm:prSet>
      <dgm:spPr/>
      <dgm:t>
        <a:bodyPr/>
        <a:lstStyle/>
        <a:p>
          <a:r>
            <a:rPr lang="en-US" dirty="0">
              <a:solidFill>
                <a:schemeClr val="bg1"/>
              </a:solidFill>
              <a:latin typeface="+mj-lt"/>
            </a:rPr>
            <a:t>Updated Tool Path Generation</a:t>
          </a:r>
        </a:p>
      </dgm:t>
    </dgm:pt>
    <dgm:pt modelId="{2DDE8F93-58B3-4A29-8FB0-3B4CE07391DE}" type="parTrans" cxnId="{7D35FE0C-9B5E-47D9-8F1D-51B5C0818C25}">
      <dgm:prSet/>
      <dgm:spPr/>
      <dgm:t>
        <a:bodyPr/>
        <a:lstStyle/>
        <a:p>
          <a:endParaRPr lang="en-US"/>
        </a:p>
      </dgm:t>
    </dgm:pt>
    <dgm:pt modelId="{64840F78-449D-41BA-9202-C61C699FADD2}" type="sibTrans" cxnId="{7D35FE0C-9B5E-47D9-8F1D-51B5C0818C25}">
      <dgm:prSet>
        <dgm:style>
          <a:lnRef idx="2">
            <a:schemeClr val="accent2"/>
          </a:lnRef>
          <a:fillRef idx="0">
            <a:schemeClr val="accent2"/>
          </a:fillRef>
          <a:effectRef idx="1">
            <a:schemeClr val="accent2"/>
          </a:effectRef>
          <a:fontRef idx="minor">
            <a:schemeClr val="tx1"/>
          </a:fontRef>
        </dgm:style>
      </dgm:prSet>
      <dgm:spPr/>
      <dgm:t>
        <a:bodyPr/>
        <a:lstStyle/>
        <a:p>
          <a:endParaRPr lang="en-US"/>
        </a:p>
      </dgm:t>
    </dgm:pt>
    <dgm:pt modelId="{43B52AA3-6A08-4C37-A58E-FE973F9BCF28}">
      <dgm:prSet phldrT="[Text]">
        <dgm:style>
          <a:lnRef idx="1">
            <a:schemeClr val="accent6"/>
          </a:lnRef>
          <a:fillRef idx="3">
            <a:schemeClr val="accent6"/>
          </a:fillRef>
          <a:effectRef idx="2">
            <a:schemeClr val="accent6"/>
          </a:effectRef>
          <a:fontRef idx="minor">
            <a:schemeClr val="lt1"/>
          </a:fontRef>
        </dgm:style>
      </dgm:prSet>
      <dgm:spPr/>
      <dgm:t>
        <a:bodyPr/>
        <a:lstStyle/>
        <a:p>
          <a:r>
            <a:rPr lang="en-US" dirty="0">
              <a:solidFill>
                <a:schemeClr val="bg1"/>
              </a:solidFill>
              <a:latin typeface="+mj-lt"/>
            </a:rPr>
            <a:t>G-Code</a:t>
          </a:r>
        </a:p>
      </dgm:t>
    </dgm:pt>
    <dgm:pt modelId="{07FA812C-9A84-47CA-A708-FE5DD758E0D9}" type="parTrans" cxnId="{8BE381D6-D2B5-424C-BD92-61D4DDC17B62}">
      <dgm:prSet/>
      <dgm:spPr/>
      <dgm:t>
        <a:bodyPr/>
        <a:lstStyle/>
        <a:p>
          <a:endParaRPr lang="en-US"/>
        </a:p>
      </dgm:t>
    </dgm:pt>
    <dgm:pt modelId="{1FF50BB0-F61B-4A08-9236-B6655BE89BFD}" type="sibTrans" cxnId="{8BE381D6-D2B5-424C-BD92-61D4DDC17B62}">
      <dgm:prSet/>
      <dgm:spPr/>
      <dgm:t>
        <a:bodyPr/>
        <a:lstStyle/>
        <a:p>
          <a:endParaRPr lang="en-US"/>
        </a:p>
      </dgm:t>
    </dgm:pt>
    <dgm:pt modelId="{C0F6CAE2-9BB3-44E9-ABDE-374D8458DF07}">
      <dgm:prSet phldrT="[Text]">
        <dgm:style>
          <a:lnRef idx="1">
            <a:schemeClr val="accent6"/>
          </a:lnRef>
          <a:fillRef idx="3">
            <a:schemeClr val="accent6"/>
          </a:fillRef>
          <a:effectRef idx="2">
            <a:schemeClr val="accent6"/>
          </a:effectRef>
          <a:fontRef idx="minor">
            <a:schemeClr val="lt1"/>
          </a:fontRef>
        </dgm:style>
      </dgm:prSet>
      <dgm:spPr/>
      <dgm:t>
        <a:bodyPr/>
        <a:lstStyle/>
        <a:p>
          <a:r>
            <a:rPr lang="en-US" dirty="0">
              <a:solidFill>
                <a:schemeClr val="bg1"/>
              </a:solidFill>
              <a:latin typeface="+mj-lt"/>
            </a:rPr>
            <a:t>STL Data</a:t>
          </a:r>
        </a:p>
      </dgm:t>
    </dgm:pt>
    <dgm:pt modelId="{DC177591-FB84-4B6A-9BCD-26CCD59DD472}" type="parTrans" cxnId="{85DD3BCA-80F2-45C8-86FD-2E98B517AD5B}">
      <dgm:prSet/>
      <dgm:spPr/>
      <dgm:t>
        <a:bodyPr/>
        <a:lstStyle/>
        <a:p>
          <a:endParaRPr lang="en-US"/>
        </a:p>
      </dgm:t>
    </dgm:pt>
    <dgm:pt modelId="{F58268AD-A0A5-48AE-83C0-5DE3D09DC33D}" type="sibTrans" cxnId="{85DD3BCA-80F2-45C8-86FD-2E98B517AD5B}">
      <dgm:prSet>
        <dgm:style>
          <a:lnRef idx="2">
            <a:schemeClr val="accent2"/>
          </a:lnRef>
          <a:fillRef idx="0">
            <a:schemeClr val="accent2"/>
          </a:fillRef>
          <a:effectRef idx="1">
            <a:schemeClr val="accent2"/>
          </a:effectRef>
          <a:fontRef idx="minor">
            <a:schemeClr val="tx1"/>
          </a:fontRef>
        </dgm:style>
      </dgm:prSet>
      <dgm:spPr/>
      <dgm:t>
        <a:bodyPr/>
        <a:lstStyle/>
        <a:p>
          <a:endParaRPr lang="en-US"/>
        </a:p>
      </dgm:t>
    </dgm:pt>
    <dgm:pt modelId="{A04EF15B-8FA6-47B6-BC13-C870FFE28E64}">
      <dgm:prSet phldrT="[Text]">
        <dgm:style>
          <a:lnRef idx="1">
            <a:schemeClr val="accent6"/>
          </a:lnRef>
          <a:fillRef idx="3">
            <a:schemeClr val="accent6"/>
          </a:fillRef>
          <a:effectRef idx="2">
            <a:schemeClr val="accent6"/>
          </a:effectRef>
          <a:fontRef idx="minor">
            <a:schemeClr val="lt1"/>
          </a:fontRef>
        </dgm:style>
      </dgm:prSet>
      <dgm:spPr/>
      <dgm:t>
        <a:bodyPr/>
        <a:lstStyle/>
        <a:p>
          <a:r>
            <a:rPr lang="en-US">
              <a:solidFill>
                <a:schemeClr val="bg1"/>
              </a:solidFill>
              <a:latin typeface="+mj-lt"/>
            </a:rPr>
            <a:t>Toolpath Adjustments</a:t>
          </a:r>
          <a:endParaRPr lang="en-US" dirty="0">
            <a:solidFill>
              <a:schemeClr val="bg1"/>
            </a:solidFill>
            <a:latin typeface="+mj-lt"/>
          </a:endParaRPr>
        </a:p>
      </dgm:t>
    </dgm:pt>
    <dgm:pt modelId="{C7205564-3215-471E-83BB-3D76420CCA68}" type="parTrans" cxnId="{A88D7852-5895-447B-9F1F-75602DDD0307}">
      <dgm:prSet/>
      <dgm:spPr/>
      <dgm:t>
        <a:bodyPr/>
        <a:lstStyle/>
        <a:p>
          <a:endParaRPr lang="en-US"/>
        </a:p>
      </dgm:t>
    </dgm:pt>
    <dgm:pt modelId="{2F3F46A0-E4F2-46A2-86F8-168D245A6AD6}" type="sibTrans" cxnId="{A88D7852-5895-447B-9F1F-75602DDD0307}">
      <dgm:prSet>
        <dgm:style>
          <a:lnRef idx="2">
            <a:schemeClr val="accent2"/>
          </a:lnRef>
          <a:fillRef idx="0">
            <a:schemeClr val="accent2"/>
          </a:fillRef>
          <a:effectRef idx="1">
            <a:schemeClr val="accent2"/>
          </a:effectRef>
          <a:fontRef idx="minor">
            <a:schemeClr val="tx1"/>
          </a:fontRef>
        </dgm:style>
      </dgm:prSet>
      <dgm:spPr/>
      <dgm:t>
        <a:bodyPr/>
        <a:lstStyle/>
        <a:p>
          <a:endParaRPr lang="en-US"/>
        </a:p>
      </dgm:t>
    </dgm:pt>
    <dgm:pt modelId="{420686FC-619D-4312-A37C-137211D4D0A3}">
      <dgm:prSet phldrT="[Text]">
        <dgm:style>
          <a:lnRef idx="1">
            <a:schemeClr val="accent6"/>
          </a:lnRef>
          <a:fillRef idx="3">
            <a:schemeClr val="accent6"/>
          </a:fillRef>
          <a:effectRef idx="2">
            <a:schemeClr val="accent6"/>
          </a:effectRef>
          <a:fontRef idx="minor">
            <a:schemeClr val="lt1"/>
          </a:fontRef>
        </dgm:style>
      </dgm:prSet>
      <dgm:spPr/>
      <dgm:t>
        <a:bodyPr/>
        <a:lstStyle/>
        <a:p>
          <a:r>
            <a:rPr lang="en-US" dirty="0">
              <a:solidFill>
                <a:schemeClr val="bg1"/>
              </a:solidFill>
              <a:latin typeface="+mj-lt"/>
            </a:rPr>
            <a:t>Points Sorting</a:t>
          </a:r>
        </a:p>
      </dgm:t>
    </dgm:pt>
    <dgm:pt modelId="{0F301568-5089-496E-AC79-264F3FF66B5F}" type="sibTrans" cxnId="{2A4F58AD-67B6-4A16-BDAA-BE50E98470CA}">
      <dgm:prSet>
        <dgm:style>
          <a:lnRef idx="2">
            <a:schemeClr val="accent2"/>
          </a:lnRef>
          <a:fillRef idx="0">
            <a:schemeClr val="accent2"/>
          </a:fillRef>
          <a:effectRef idx="1">
            <a:schemeClr val="accent2"/>
          </a:effectRef>
          <a:fontRef idx="minor">
            <a:schemeClr val="tx1"/>
          </a:fontRef>
        </dgm:style>
      </dgm:prSet>
      <dgm:spPr/>
      <dgm:t>
        <a:bodyPr/>
        <a:lstStyle/>
        <a:p>
          <a:endParaRPr lang="en-US"/>
        </a:p>
      </dgm:t>
    </dgm:pt>
    <dgm:pt modelId="{52144F16-5B1C-45F6-BB41-C459233D4460}" type="parTrans" cxnId="{2A4F58AD-67B6-4A16-BDAA-BE50E98470CA}">
      <dgm:prSet/>
      <dgm:spPr/>
      <dgm:t>
        <a:bodyPr/>
        <a:lstStyle/>
        <a:p>
          <a:endParaRPr lang="en-US"/>
        </a:p>
      </dgm:t>
    </dgm:pt>
    <dgm:pt modelId="{D14ED6C3-B1F3-42BA-9540-9BB2890E21E2}" type="pres">
      <dgm:prSet presAssocID="{DC1E4203-2F25-469A-AD84-93C704A821F9}" presName="Name0" presStyleCnt="0">
        <dgm:presLayoutVars>
          <dgm:dir/>
          <dgm:resizeHandles val="exact"/>
        </dgm:presLayoutVars>
      </dgm:prSet>
      <dgm:spPr/>
    </dgm:pt>
    <dgm:pt modelId="{FC8B91F7-21AA-404E-A706-B9B45F912C7F}" type="pres">
      <dgm:prSet presAssocID="{C0F6CAE2-9BB3-44E9-ABDE-374D8458DF07}" presName="node" presStyleLbl="node1" presStyleIdx="0" presStyleCnt="6">
        <dgm:presLayoutVars>
          <dgm:bulletEnabled val="1"/>
        </dgm:presLayoutVars>
      </dgm:prSet>
      <dgm:spPr/>
    </dgm:pt>
    <dgm:pt modelId="{D3A29717-5BE2-414A-92D1-7D92C9C1C72A}" type="pres">
      <dgm:prSet presAssocID="{F58268AD-A0A5-48AE-83C0-5DE3D09DC33D}" presName="sibTrans" presStyleLbl="sibTrans1D1" presStyleIdx="0" presStyleCnt="5"/>
      <dgm:spPr/>
    </dgm:pt>
    <dgm:pt modelId="{CCEA22BB-6BDD-480A-965B-F8AE9C4428B0}" type="pres">
      <dgm:prSet presAssocID="{F58268AD-A0A5-48AE-83C0-5DE3D09DC33D}" presName="connectorText" presStyleLbl="sibTrans1D1" presStyleIdx="0" presStyleCnt="5"/>
      <dgm:spPr/>
    </dgm:pt>
    <dgm:pt modelId="{87F619F6-A398-4757-AA1E-3E7E7ACE1340}" type="pres">
      <dgm:prSet presAssocID="{76F5D61F-F263-4731-A52A-507C3CDB3BD1}" presName="node" presStyleLbl="node1" presStyleIdx="1" presStyleCnt="6">
        <dgm:presLayoutVars>
          <dgm:bulletEnabled val="1"/>
        </dgm:presLayoutVars>
      </dgm:prSet>
      <dgm:spPr/>
    </dgm:pt>
    <dgm:pt modelId="{240D5DE1-3BA7-4122-8F0F-88FDF6CF2EE7}" type="pres">
      <dgm:prSet presAssocID="{395F6CBC-9FFF-4ADE-A582-299687868278}" presName="sibTrans" presStyleLbl="sibTrans1D1" presStyleIdx="1" presStyleCnt="5"/>
      <dgm:spPr/>
    </dgm:pt>
    <dgm:pt modelId="{504DB3C1-E57D-4B0F-BD01-6F9B8ACCF69B}" type="pres">
      <dgm:prSet presAssocID="{395F6CBC-9FFF-4ADE-A582-299687868278}" presName="connectorText" presStyleLbl="sibTrans1D1" presStyleIdx="1" presStyleCnt="5"/>
      <dgm:spPr/>
    </dgm:pt>
    <dgm:pt modelId="{258D6E65-DECE-422C-BDAA-8FFCF7776186}" type="pres">
      <dgm:prSet presAssocID="{420686FC-619D-4312-A37C-137211D4D0A3}" presName="node" presStyleLbl="node1" presStyleIdx="2" presStyleCnt="6">
        <dgm:presLayoutVars>
          <dgm:bulletEnabled val="1"/>
        </dgm:presLayoutVars>
      </dgm:prSet>
      <dgm:spPr/>
    </dgm:pt>
    <dgm:pt modelId="{BA6441FB-B331-42C0-9406-F5895833BE2D}" type="pres">
      <dgm:prSet presAssocID="{0F301568-5089-496E-AC79-264F3FF66B5F}" presName="sibTrans" presStyleLbl="sibTrans1D1" presStyleIdx="2" presStyleCnt="5"/>
      <dgm:spPr/>
    </dgm:pt>
    <dgm:pt modelId="{5413A638-1851-4459-B27C-BA4E944D3F0E}" type="pres">
      <dgm:prSet presAssocID="{0F301568-5089-496E-AC79-264F3FF66B5F}" presName="connectorText" presStyleLbl="sibTrans1D1" presStyleIdx="2" presStyleCnt="5"/>
      <dgm:spPr/>
    </dgm:pt>
    <dgm:pt modelId="{015ABD11-69A7-480E-9D14-6C127921B2F9}" type="pres">
      <dgm:prSet presAssocID="{E344FC80-6928-4ACB-B12B-E4A354D77215}" presName="node" presStyleLbl="node1" presStyleIdx="3" presStyleCnt="6">
        <dgm:presLayoutVars>
          <dgm:bulletEnabled val="1"/>
        </dgm:presLayoutVars>
      </dgm:prSet>
      <dgm:spPr/>
    </dgm:pt>
    <dgm:pt modelId="{A806F96A-F015-4ACA-9C66-270A6B217FC9}" type="pres">
      <dgm:prSet presAssocID="{64840F78-449D-41BA-9202-C61C699FADD2}" presName="sibTrans" presStyleLbl="sibTrans1D1" presStyleIdx="3" presStyleCnt="5"/>
      <dgm:spPr/>
    </dgm:pt>
    <dgm:pt modelId="{5299D12B-0457-4AE7-AA56-7BCA5CD98BE6}" type="pres">
      <dgm:prSet presAssocID="{64840F78-449D-41BA-9202-C61C699FADD2}" presName="connectorText" presStyleLbl="sibTrans1D1" presStyleIdx="3" presStyleCnt="5"/>
      <dgm:spPr/>
    </dgm:pt>
    <dgm:pt modelId="{7EF91780-ADB5-4FD8-9ED0-08B33006DB52}" type="pres">
      <dgm:prSet presAssocID="{A04EF15B-8FA6-47B6-BC13-C870FFE28E64}" presName="node" presStyleLbl="node1" presStyleIdx="4" presStyleCnt="6">
        <dgm:presLayoutVars>
          <dgm:bulletEnabled val="1"/>
        </dgm:presLayoutVars>
      </dgm:prSet>
      <dgm:spPr/>
    </dgm:pt>
    <dgm:pt modelId="{08A99B7C-1437-489A-9E5B-C784024BC799}" type="pres">
      <dgm:prSet presAssocID="{2F3F46A0-E4F2-46A2-86F8-168D245A6AD6}" presName="sibTrans" presStyleLbl="sibTrans1D1" presStyleIdx="4" presStyleCnt="5"/>
      <dgm:spPr/>
    </dgm:pt>
    <dgm:pt modelId="{CBB0F0EC-703F-4129-864E-D6AC1BD5D7BC}" type="pres">
      <dgm:prSet presAssocID="{2F3F46A0-E4F2-46A2-86F8-168D245A6AD6}" presName="connectorText" presStyleLbl="sibTrans1D1" presStyleIdx="4" presStyleCnt="5"/>
      <dgm:spPr/>
    </dgm:pt>
    <dgm:pt modelId="{D069652B-242C-495E-BACA-68EF43498BC5}" type="pres">
      <dgm:prSet presAssocID="{43B52AA3-6A08-4C37-A58E-FE973F9BCF28}" presName="node" presStyleLbl="node1" presStyleIdx="5" presStyleCnt="6">
        <dgm:presLayoutVars>
          <dgm:bulletEnabled val="1"/>
        </dgm:presLayoutVars>
      </dgm:prSet>
      <dgm:spPr/>
    </dgm:pt>
  </dgm:ptLst>
  <dgm:cxnLst>
    <dgm:cxn modelId="{E775E804-4C50-4010-8208-0EE68A40EAAE}" type="presOf" srcId="{0F301568-5089-496E-AC79-264F3FF66B5F}" destId="{BA6441FB-B331-42C0-9406-F5895833BE2D}" srcOrd="0" destOrd="0" presId="urn:microsoft.com/office/officeart/2005/8/layout/bProcess3"/>
    <dgm:cxn modelId="{D1B96907-438F-4D0A-9DC5-0B2576B49ADC}" type="presOf" srcId="{0F301568-5089-496E-AC79-264F3FF66B5F}" destId="{5413A638-1851-4459-B27C-BA4E944D3F0E}" srcOrd="1" destOrd="0" presId="urn:microsoft.com/office/officeart/2005/8/layout/bProcess3"/>
    <dgm:cxn modelId="{7D35FE0C-9B5E-47D9-8F1D-51B5C0818C25}" srcId="{DC1E4203-2F25-469A-AD84-93C704A821F9}" destId="{E344FC80-6928-4ACB-B12B-E4A354D77215}" srcOrd="3" destOrd="0" parTransId="{2DDE8F93-58B3-4A29-8FB0-3B4CE07391DE}" sibTransId="{64840F78-449D-41BA-9202-C61C699FADD2}"/>
    <dgm:cxn modelId="{DD009F18-A768-4307-ABFD-0F3D399CBABC}" type="presOf" srcId="{2F3F46A0-E4F2-46A2-86F8-168D245A6AD6}" destId="{08A99B7C-1437-489A-9E5B-C784024BC799}" srcOrd="0" destOrd="0" presId="urn:microsoft.com/office/officeart/2005/8/layout/bProcess3"/>
    <dgm:cxn modelId="{7F8D752D-3639-4E0A-BDC8-85205050218D}" type="presOf" srcId="{C0F6CAE2-9BB3-44E9-ABDE-374D8458DF07}" destId="{FC8B91F7-21AA-404E-A706-B9B45F912C7F}" srcOrd="0" destOrd="0" presId="urn:microsoft.com/office/officeart/2005/8/layout/bProcess3"/>
    <dgm:cxn modelId="{A093092E-EA30-4A0C-850E-96325E04F83B}" type="presOf" srcId="{A04EF15B-8FA6-47B6-BC13-C870FFE28E64}" destId="{7EF91780-ADB5-4FD8-9ED0-08B33006DB52}" srcOrd="0" destOrd="0" presId="urn:microsoft.com/office/officeart/2005/8/layout/bProcess3"/>
    <dgm:cxn modelId="{88E15D32-B644-4D0B-A5AA-8179891B805B}" type="presOf" srcId="{43B52AA3-6A08-4C37-A58E-FE973F9BCF28}" destId="{D069652B-242C-495E-BACA-68EF43498BC5}" srcOrd="0" destOrd="0" presId="urn:microsoft.com/office/officeart/2005/8/layout/bProcess3"/>
    <dgm:cxn modelId="{91D59135-937B-4BF0-9524-CEA061A1373E}" type="presOf" srcId="{420686FC-619D-4312-A37C-137211D4D0A3}" destId="{258D6E65-DECE-422C-BDAA-8FFCF7776186}" srcOrd="0" destOrd="0" presId="urn:microsoft.com/office/officeart/2005/8/layout/bProcess3"/>
    <dgm:cxn modelId="{27ADA437-719F-4AEF-A17F-B33937FF4622}" srcId="{DC1E4203-2F25-469A-AD84-93C704A821F9}" destId="{76F5D61F-F263-4731-A52A-507C3CDB3BD1}" srcOrd="1" destOrd="0" parTransId="{41A845F6-1092-4459-A170-D41693D9897A}" sibTransId="{395F6CBC-9FFF-4ADE-A582-299687868278}"/>
    <dgm:cxn modelId="{8801F66F-3C54-4934-8FD9-77783BC2DBA2}" type="presOf" srcId="{F58268AD-A0A5-48AE-83C0-5DE3D09DC33D}" destId="{CCEA22BB-6BDD-480A-965B-F8AE9C4428B0}" srcOrd="1" destOrd="0" presId="urn:microsoft.com/office/officeart/2005/8/layout/bProcess3"/>
    <dgm:cxn modelId="{A88D7852-5895-447B-9F1F-75602DDD0307}" srcId="{DC1E4203-2F25-469A-AD84-93C704A821F9}" destId="{A04EF15B-8FA6-47B6-BC13-C870FFE28E64}" srcOrd="4" destOrd="0" parTransId="{C7205564-3215-471E-83BB-3D76420CCA68}" sibTransId="{2F3F46A0-E4F2-46A2-86F8-168D245A6AD6}"/>
    <dgm:cxn modelId="{0C026E85-3A96-4489-AB2D-E75DEF472D4D}" type="presOf" srcId="{F58268AD-A0A5-48AE-83C0-5DE3D09DC33D}" destId="{D3A29717-5BE2-414A-92D1-7D92C9C1C72A}" srcOrd="0" destOrd="0" presId="urn:microsoft.com/office/officeart/2005/8/layout/bProcess3"/>
    <dgm:cxn modelId="{33F15286-0D71-4F70-8358-DAF0B1081FAD}" type="presOf" srcId="{395F6CBC-9FFF-4ADE-A582-299687868278}" destId="{240D5DE1-3BA7-4122-8F0F-88FDF6CF2EE7}" srcOrd="0" destOrd="0" presId="urn:microsoft.com/office/officeart/2005/8/layout/bProcess3"/>
    <dgm:cxn modelId="{E6BEBD8C-523E-4E21-B697-39BDA057BA7C}" type="presOf" srcId="{E344FC80-6928-4ACB-B12B-E4A354D77215}" destId="{015ABD11-69A7-480E-9D14-6C127921B2F9}" srcOrd="0" destOrd="0" presId="urn:microsoft.com/office/officeart/2005/8/layout/bProcess3"/>
    <dgm:cxn modelId="{20A3A8A2-0DFC-4E81-A8F3-408309C92045}" type="presOf" srcId="{DC1E4203-2F25-469A-AD84-93C704A821F9}" destId="{D14ED6C3-B1F3-42BA-9540-9BB2890E21E2}" srcOrd="0" destOrd="0" presId="urn:microsoft.com/office/officeart/2005/8/layout/bProcess3"/>
    <dgm:cxn modelId="{2A4F58AD-67B6-4A16-BDAA-BE50E98470CA}" srcId="{DC1E4203-2F25-469A-AD84-93C704A821F9}" destId="{420686FC-619D-4312-A37C-137211D4D0A3}" srcOrd="2" destOrd="0" parTransId="{52144F16-5B1C-45F6-BB41-C459233D4460}" sibTransId="{0F301568-5089-496E-AC79-264F3FF66B5F}"/>
    <dgm:cxn modelId="{85DD3BCA-80F2-45C8-86FD-2E98B517AD5B}" srcId="{DC1E4203-2F25-469A-AD84-93C704A821F9}" destId="{C0F6CAE2-9BB3-44E9-ABDE-374D8458DF07}" srcOrd="0" destOrd="0" parTransId="{DC177591-FB84-4B6A-9BCD-26CCD59DD472}" sibTransId="{F58268AD-A0A5-48AE-83C0-5DE3D09DC33D}"/>
    <dgm:cxn modelId="{6408A6CD-DE6D-4AC8-AB73-EAA5AF0CC336}" type="presOf" srcId="{64840F78-449D-41BA-9202-C61C699FADD2}" destId="{A806F96A-F015-4ACA-9C66-270A6B217FC9}" srcOrd="0" destOrd="0" presId="urn:microsoft.com/office/officeart/2005/8/layout/bProcess3"/>
    <dgm:cxn modelId="{8BE381D6-D2B5-424C-BD92-61D4DDC17B62}" srcId="{DC1E4203-2F25-469A-AD84-93C704A821F9}" destId="{43B52AA3-6A08-4C37-A58E-FE973F9BCF28}" srcOrd="5" destOrd="0" parTransId="{07FA812C-9A84-47CA-A708-FE5DD758E0D9}" sibTransId="{1FF50BB0-F61B-4A08-9236-B6655BE89BFD}"/>
    <dgm:cxn modelId="{E13E67D9-9FB3-4E01-B43A-B618D6E43F45}" type="presOf" srcId="{64840F78-449D-41BA-9202-C61C699FADD2}" destId="{5299D12B-0457-4AE7-AA56-7BCA5CD98BE6}" srcOrd="1" destOrd="0" presId="urn:microsoft.com/office/officeart/2005/8/layout/bProcess3"/>
    <dgm:cxn modelId="{F3EB71D9-A0F0-4264-89BA-53B8D986F2C8}" type="presOf" srcId="{76F5D61F-F263-4731-A52A-507C3CDB3BD1}" destId="{87F619F6-A398-4757-AA1E-3E7E7ACE1340}" srcOrd="0" destOrd="0" presId="urn:microsoft.com/office/officeart/2005/8/layout/bProcess3"/>
    <dgm:cxn modelId="{1F5AD3F1-ED9F-4011-B0A4-E5F79168DEC9}" type="presOf" srcId="{2F3F46A0-E4F2-46A2-86F8-168D245A6AD6}" destId="{CBB0F0EC-703F-4129-864E-D6AC1BD5D7BC}" srcOrd="1" destOrd="0" presId="urn:microsoft.com/office/officeart/2005/8/layout/bProcess3"/>
    <dgm:cxn modelId="{543E7CFC-D0E3-4D15-B66E-ECE8068154B4}" type="presOf" srcId="{395F6CBC-9FFF-4ADE-A582-299687868278}" destId="{504DB3C1-E57D-4B0F-BD01-6F9B8ACCF69B}" srcOrd="1" destOrd="0" presId="urn:microsoft.com/office/officeart/2005/8/layout/bProcess3"/>
    <dgm:cxn modelId="{B0F6468F-37C6-4873-ADBA-8C959CB81B96}" type="presParOf" srcId="{D14ED6C3-B1F3-42BA-9540-9BB2890E21E2}" destId="{FC8B91F7-21AA-404E-A706-B9B45F912C7F}" srcOrd="0" destOrd="0" presId="urn:microsoft.com/office/officeart/2005/8/layout/bProcess3"/>
    <dgm:cxn modelId="{9DF1AD32-0903-42CA-A9A5-4C2DBBB28C00}" type="presParOf" srcId="{D14ED6C3-B1F3-42BA-9540-9BB2890E21E2}" destId="{D3A29717-5BE2-414A-92D1-7D92C9C1C72A}" srcOrd="1" destOrd="0" presId="urn:microsoft.com/office/officeart/2005/8/layout/bProcess3"/>
    <dgm:cxn modelId="{EE8607A3-C262-4C6F-936F-32518ACDFDB9}" type="presParOf" srcId="{D3A29717-5BE2-414A-92D1-7D92C9C1C72A}" destId="{CCEA22BB-6BDD-480A-965B-F8AE9C4428B0}" srcOrd="0" destOrd="0" presId="urn:microsoft.com/office/officeart/2005/8/layout/bProcess3"/>
    <dgm:cxn modelId="{2161F294-C62E-4673-81E2-D7CA0E1C185E}" type="presParOf" srcId="{D14ED6C3-B1F3-42BA-9540-9BB2890E21E2}" destId="{87F619F6-A398-4757-AA1E-3E7E7ACE1340}" srcOrd="2" destOrd="0" presId="urn:microsoft.com/office/officeart/2005/8/layout/bProcess3"/>
    <dgm:cxn modelId="{44C464DA-F359-4ACD-9DC2-C1F54B35E24B}" type="presParOf" srcId="{D14ED6C3-B1F3-42BA-9540-9BB2890E21E2}" destId="{240D5DE1-3BA7-4122-8F0F-88FDF6CF2EE7}" srcOrd="3" destOrd="0" presId="urn:microsoft.com/office/officeart/2005/8/layout/bProcess3"/>
    <dgm:cxn modelId="{7FE321A9-B55B-43BC-A6EF-EA596DF274C8}" type="presParOf" srcId="{240D5DE1-3BA7-4122-8F0F-88FDF6CF2EE7}" destId="{504DB3C1-E57D-4B0F-BD01-6F9B8ACCF69B}" srcOrd="0" destOrd="0" presId="urn:microsoft.com/office/officeart/2005/8/layout/bProcess3"/>
    <dgm:cxn modelId="{9EA7164A-4228-4015-8E60-63F053BCCC89}" type="presParOf" srcId="{D14ED6C3-B1F3-42BA-9540-9BB2890E21E2}" destId="{258D6E65-DECE-422C-BDAA-8FFCF7776186}" srcOrd="4" destOrd="0" presId="urn:microsoft.com/office/officeart/2005/8/layout/bProcess3"/>
    <dgm:cxn modelId="{FFFE07F9-6D73-45BC-9C5A-CE0B677C2749}" type="presParOf" srcId="{D14ED6C3-B1F3-42BA-9540-9BB2890E21E2}" destId="{BA6441FB-B331-42C0-9406-F5895833BE2D}" srcOrd="5" destOrd="0" presId="urn:microsoft.com/office/officeart/2005/8/layout/bProcess3"/>
    <dgm:cxn modelId="{075FA983-DD74-40F5-8240-D9DFFB851E89}" type="presParOf" srcId="{BA6441FB-B331-42C0-9406-F5895833BE2D}" destId="{5413A638-1851-4459-B27C-BA4E944D3F0E}" srcOrd="0" destOrd="0" presId="urn:microsoft.com/office/officeart/2005/8/layout/bProcess3"/>
    <dgm:cxn modelId="{F013B8C5-6318-4B36-90E1-117370C98499}" type="presParOf" srcId="{D14ED6C3-B1F3-42BA-9540-9BB2890E21E2}" destId="{015ABD11-69A7-480E-9D14-6C127921B2F9}" srcOrd="6" destOrd="0" presId="urn:microsoft.com/office/officeart/2005/8/layout/bProcess3"/>
    <dgm:cxn modelId="{461B9211-38EE-424C-91F7-950B0D635CE5}" type="presParOf" srcId="{D14ED6C3-B1F3-42BA-9540-9BB2890E21E2}" destId="{A806F96A-F015-4ACA-9C66-270A6B217FC9}" srcOrd="7" destOrd="0" presId="urn:microsoft.com/office/officeart/2005/8/layout/bProcess3"/>
    <dgm:cxn modelId="{1B9791E1-2A42-45F2-8F76-0345F96440E5}" type="presParOf" srcId="{A806F96A-F015-4ACA-9C66-270A6B217FC9}" destId="{5299D12B-0457-4AE7-AA56-7BCA5CD98BE6}" srcOrd="0" destOrd="0" presId="urn:microsoft.com/office/officeart/2005/8/layout/bProcess3"/>
    <dgm:cxn modelId="{E9691C19-9A25-4088-B80D-AF39C0C33853}" type="presParOf" srcId="{D14ED6C3-B1F3-42BA-9540-9BB2890E21E2}" destId="{7EF91780-ADB5-4FD8-9ED0-08B33006DB52}" srcOrd="8" destOrd="0" presId="urn:microsoft.com/office/officeart/2005/8/layout/bProcess3"/>
    <dgm:cxn modelId="{1E4C6623-2DEB-412B-9A18-173FC5ADB019}" type="presParOf" srcId="{D14ED6C3-B1F3-42BA-9540-9BB2890E21E2}" destId="{08A99B7C-1437-489A-9E5B-C784024BC799}" srcOrd="9" destOrd="0" presId="urn:microsoft.com/office/officeart/2005/8/layout/bProcess3"/>
    <dgm:cxn modelId="{C48C0AE7-9477-45B5-95B1-F40A9E13891D}" type="presParOf" srcId="{08A99B7C-1437-489A-9E5B-C784024BC799}" destId="{CBB0F0EC-703F-4129-864E-D6AC1BD5D7BC}" srcOrd="0" destOrd="0" presId="urn:microsoft.com/office/officeart/2005/8/layout/bProcess3"/>
    <dgm:cxn modelId="{F658E612-5E42-4855-ACDD-C8CB75A6DD09}" type="presParOf" srcId="{D14ED6C3-B1F3-42BA-9540-9BB2890E21E2}" destId="{D069652B-242C-495E-BACA-68EF43498BC5}" srcOrd="10" destOrd="0" presId="urn:microsoft.com/office/officeart/2005/8/layout/bProcess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A939FB-9639-455E-8AAA-68ADDF7B3028}">
      <dsp:nvSpPr>
        <dsp:cNvPr id="0" name=""/>
        <dsp:cNvSpPr/>
      </dsp:nvSpPr>
      <dsp:spPr>
        <a:xfrm>
          <a:off x="8479" y="1617948"/>
          <a:ext cx="1755200" cy="1201215"/>
        </a:xfrm>
        <a:prstGeom prst="roundRect">
          <a:avLst>
            <a:gd name="adj" fmla="val 10000"/>
          </a:avLst>
        </a:prstGeom>
        <a:gradFill rotWithShape="1">
          <a:gsLst>
            <a:gs pos="0">
              <a:schemeClr val="accent6">
                <a:shade val="51000"/>
                <a:satMod val="130000"/>
              </a:schemeClr>
            </a:gs>
            <a:gs pos="80000">
              <a:schemeClr val="accent6">
                <a:shade val="93000"/>
                <a:satMod val="130000"/>
              </a:schemeClr>
            </a:gs>
            <a:gs pos="100000">
              <a:schemeClr val="accent6">
                <a:shade val="94000"/>
                <a:satMod val="135000"/>
              </a:schemeClr>
            </a:gs>
          </a:gsLst>
          <a:lin ang="16200000" scaled="0"/>
        </a:gradFill>
        <a:ln w="9525" cap="flat" cmpd="sng" algn="ctr">
          <a:solidFill>
            <a:schemeClr val="accent6">
              <a:shade val="95000"/>
              <a:satMod val="105000"/>
            </a:schemeClr>
          </a:solidFill>
          <a:prstDash val="solid"/>
        </a:ln>
        <a:effectLst>
          <a:outerShdw blurRad="40000" dist="23000" dir="5400000" rotWithShape="0">
            <a:srgbClr val="000000">
              <a:alpha val="35000"/>
            </a:srgbClr>
          </a:outerShdw>
        </a:effectLst>
      </dsp:spPr>
      <dsp:style>
        <a:lnRef idx="1">
          <a:schemeClr val="accent6"/>
        </a:lnRef>
        <a:fillRef idx="3">
          <a:schemeClr val="accent6"/>
        </a:fillRef>
        <a:effectRef idx="2">
          <a:schemeClr val="accent6"/>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bg1"/>
              </a:solidFill>
              <a:latin typeface="+mj-lt"/>
            </a:rPr>
            <a:t>STL Data</a:t>
          </a:r>
        </a:p>
      </dsp:txBody>
      <dsp:txXfrm>
        <a:off x="43661" y="1653130"/>
        <a:ext cx="1684836" cy="1130851"/>
      </dsp:txXfrm>
    </dsp:sp>
    <dsp:sp modelId="{796AB7A5-ACB5-4EC2-8C9A-07AE062A5B88}">
      <dsp:nvSpPr>
        <dsp:cNvPr id="0" name=""/>
        <dsp:cNvSpPr/>
      </dsp:nvSpPr>
      <dsp:spPr>
        <a:xfrm>
          <a:off x="1939199" y="2000911"/>
          <a:ext cx="372102" cy="435289"/>
        </a:xfrm>
        <a:prstGeom prst="rightArrow">
          <a:avLst>
            <a:gd name="adj1" fmla="val 60000"/>
            <a:gd name="adj2" fmla="val 50000"/>
          </a:avLst>
        </a:prstGeom>
        <a:solidFill>
          <a:schemeClr val="accent2"/>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1939199" y="2087969"/>
        <a:ext cx="260471" cy="261173"/>
      </dsp:txXfrm>
    </dsp:sp>
    <dsp:sp modelId="{118C2573-48C0-4E40-9429-761A7853F569}">
      <dsp:nvSpPr>
        <dsp:cNvPr id="0" name=""/>
        <dsp:cNvSpPr/>
      </dsp:nvSpPr>
      <dsp:spPr>
        <a:xfrm>
          <a:off x="2465759" y="1617948"/>
          <a:ext cx="1755200" cy="1201215"/>
        </a:xfrm>
        <a:prstGeom prst="roundRect">
          <a:avLst>
            <a:gd name="adj" fmla="val 10000"/>
          </a:avLst>
        </a:prstGeom>
        <a:gradFill rotWithShape="1">
          <a:gsLst>
            <a:gs pos="0">
              <a:schemeClr val="accent6">
                <a:shade val="51000"/>
                <a:satMod val="130000"/>
              </a:schemeClr>
            </a:gs>
            <a:gs pos="80000">
              <a:schemeClr val="accent6">
                <a:shade val="93000"/>
                <a:satMod val="130000"/>
              </a:schemeClr>
            </a:gs>
            <a:gs pos="100000">
              <a:schemeClr val="accent6">
                <a:shade val="94000"/>
                <a:satMod val="135000"/>
              </a:schemeClr>
            </a:gs>
          </a:gsLst>
          <a:lin ang="16200000" scaled="0"/>
        </a:gradFill>
        <a:ln w="9525" cap="flat" cmpd="sng" algn="ctr">
          <a:solidFill>
            <a:schemeClr val="accent6">
              <a:shade val="95000"/>
              <a:satMod val="105000"/>
            </a:schemeClr>
          </a:solidFill>
          <a:prstDash val="solid"/>
        </a:ln>
        <a:effectLst>
          <a:outerShdw blurRad="40000" dist="23000" dir="5400000" rotWithShape="0">
            <a:srgbClr val="000000">
              <a:alpha val="35000"/>
            </a:srgbClr>
          </a:outerShdw>
        </a:effectLst>
      </dsp:spPr>
      <dsp:style>
        <a:lnRef idx="1">
          <a:schemeClr val="accent6"/>
        </a:lnRef>
        <a:fillRef idx="3">
          <a:schemeClr val="accent6"/>
        </a:fillRef>
        <a:effectRef idx="2">
          <a:schemeClr val="accent6"/>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bg1"/>
              </a:solidFill>
              <a:latin typeface="+mj-lt"/>
            </a:rPr>
            <a:t>Point Cloud Formation</a:t>
          </a:r>
        </a:p>
      </dsp:txBody>
      <dsp:txXfrm>
        <a:off x="2500941" y="1653130"/>
        <a:ext cx="1684836" cy="1130851"/>
      </dsp:txXfrm>
    </dsp:sp>
    <dsp:sp modelId="{CCAD73D1-3F3B-44B5-92FD-FB5C8CC699EE}">
      <dsp:nvSpPr>
        <dsp:cNvPr id="0" name=""/>
        <dsp:cNvSpPr/>
      </dsp:nvSpPr>
      <dsp:spPr>
        <a:xfrm>
          <a:off x="4396479" y="2000911"/>
          <a:ext cx="372102" cy="435289"/>
        </a:xfrm>
        <a:prstGeom prst="rightArrow">
          <a:avLst>
            <a:gd name="adj1" fmla="val 60000"/>
            <a:gd name="adj2" fmla="val 50000"/>
          </a:avLst>
        </a:prstGeom>
        <a:solidFill>
          <a:schemeClr val="accent2"/>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4396479" y="2087969"/>
        <a:ext cx="260471" cy="261173"/>
      </dsp:txXfrm>
    </dsp:sp>
    <dsp:sp modelId="{12BDA978-51CD-4342-B3DB-50EEA6F20091}">
      <dsp:nvSpPr>
        <dsp:cNvPr id="0" name=""/>
        <dsp:cNvSpPr/>
      </dsp:nvSpPr>
      <dsp:spPr>
        <a:xfrm>
          <a:off x="4923040" y="1617948"/>
          <a:ext cx="1755200" cy="1201215"/>
        </a:xfrm>
        <a:prstGeom prst="roundRect">
          <a:avLst>
            <a:gd name="adj" fmla="val 10000"/>
          </a:avLst>
        </a:prstGeom>
        <a:gradFill rotWithShape="1">
          <a:gsLst>
            <a:gs pos="0">
              <a:schemeClr val="accent6">
                <a:shade val="51000"/>
                <a:satMod val="130000"/>
              </a:schemeClr>
            </a:gs>
            <a:gs pos="80000">
              <a:schemeClr val="accent6">
                <a:shade val="93000"/>
                <a:satMod val="130000"/>
              </a:schemeClr>
            </a:gs>
            <a:gs pos="100000">
              <a:schemeClr val="accent6">
                <a:shade val="94000"/>
                <a:satMod val="135000"/>
              </a:schemeClr>
            </a:gs>
          </a:gsLst>
          <a:lin ang="16200000" scaled="0"/>
        </a:gradFill>
        <a:ln w="9525" cap="flat" cmpd="sng" algn="ctr">
          <a:solidFill>
            <a:schemeClr val="accent6">
              <a:shade val="95000"/>
              <a:satMod val="105000"/>
            </a:schemeClr>
          </a:solidFill>
          <a:prstDash val="solid"/>
        </a:ln>
        <a:effectLst>
          <a:outerShdw blurRad="40000" dist="23000" dir="5400000" rotWithShape="0">
            <a:srgbClr val="000000">
              <a:alpha val="35000"/>
            </a:srgbClr>
          </a:outerShdw>
        </a:effectLst>
      </dsp:spPr>
      <dsp:style>
        <a:lnRef idx="1">
          <a:schemeClr val="accent6"/>
        </a:lnRef>
        <a:fillRef idx="3">
          <a:schemeClr val="accent6"/>
        </a:fillRef>
        <a:effectRef idx="2">
          <a:schemeClr val="accent6"/>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bg1"/>
              </a:solidFill>
              <a:latin typeface="+mj-lt"/>
            </a:rPr>
            <a:t>Tool Path Generation</a:t>
          </a:r>
        </a:p>
      </dsp:txBody>
      <dsp:txXfrm>
        <a:off x="4958222" y="1653130"/>
        <a:ext cx="1684836" cy="1130851"/>
      </dsp:txXfrm>
    </dsp:sp>
    <dsp:sp modelId="{39E365C3-EF61-48EB-9CAF-3106C0728B0C}">
      <dsp:nvSpPr>
        <dsp:cNvPr id="0" name=""/>
        <dsp:cNvSpPr/>
      </dsp:nvSpPr>
      <dsp:spPr>
        <a:xfrm>
          <a:off x="6853760" y="2000911"/>
          <a:ext cx="372102" cy="435289"/>
        </a:xfrm>
        <a:prstGeom prst="rightArrow">
          <a:avLst>
            <a:gd name="adj1" fmla="val 60000"/>
            <a:gd name="adj2" fmla="val 50000"/>
          </a:avLst>
        </a:prstGeom>
        <a:solidFill>
          <a:schemeClr val="accent2"/>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6853760" y="2087969"/>
        <a:ext cx="260471" cy="261173"/>
      </dsp:txXfrm>
    </dsp:sp>
    <dsp:sp modelId="{9523F211-D72D-4F46-AE18-24C03FBBB474}">
      <dsp:nvSpPr>
        <dsp:cNvPr id="0" name=""/>
        <dsp:cNvSpPr/>
      </dsp:nvSpPr>
      <dsp:spPr>
        <a:xfrm>
          <a:off x="7380320" y="1617948"/>
          <a:ext cx="1755200" cy="1201215"/>
        </a:xfrm>
        <a:prstGeom prst="roundRect">
          <a:avLst>
            <a:gd name="adj" fmla="val 10000"/>
          </a:avLst>
        </a:prstGeom>
        <a:gradFill rotWithShape="1">
          <a:gsLst>
            <a:gs pos="0">
              <a:schemeClr val="accent6">
                <a:shade val="51000"/>
                <a:satMod val="130000"/>
              </a:schemeClr>
            </a:gs>
            <a:gs pos="80000">
              <a:schemeClr val="accent6">
                <a:shade val="93000"/>
                <a:satMod val="130000"/>
              </a:schemeClr>
            </a:gs>
            <a:gs pos="100000">
              <a:schemeClr val="accent6">
                <a:shade val="94000"/>
                <a:satMod val="135000"/>
              </a:schemeClr>
            </a:gs>
          </a:gsLst>
          <a:lin ang="16200000" scaled="0"/>
        </a:gradFill>
        <a:ln w="9525" cap="flat" cmpd="sng" algn="ctr">
          <a:solidFill>
            <a:schemeClr val="accent6">
              <a:shade val="95000"/>
              <a:satMod val="105000"/>
            </a:schemeClr>
          </a:solidFill>
          <a:prstDash val="solid"/>
        </a:ln>
        <a:effectLst>
          <a:outerShdw blurRad="40000" dist="23000" dir="5400000" rotWithShape="0">
            <a:srgbClr val="000000">
              <a:alpha val="35000"/>
            </a:srgbClr>
          </a:outerShdw>
        </a:effectLst>
      </dsp:spPr>
      <dsp:style>
        <a:lnRef idx="1">
          <a:schemeClr val="accent6"/>
        </a:lnRef>
        <a:fillRef idx="3">
          <a:schemeClr val="accent6"/>
        </a:fillRef>
        <a:effectRef idx="2">
          <a:schemeClr val="accent6"/>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bg1"/>
              </a:solidFill>
              <a:latin typeface="+mj-lt"/>
            </a:rPr>
            <a:t>G-Code</a:t>
          </a:r>
        </a:p>
      </dsp:txBody>
      <dsp:txXfrm>
        <a:off x="7415502" y="1653130"/>
        <a:ext cx="1684836" cy="113085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A29717-5BE2-414A-92D1-7D92C9C1C72A}">
      <dsp:nvSpPr>
        <dsp:cNvPr id="0" name=""/>
        <dsp:cNvSpPr/>
      </dsp:nvSpPr>
      <dsp:spPr>
        <a:xfrm>
          <a:off x="2829714" y="671967"/>
          <a:ext cx="517772" cy="91440"/>
        </a:xfrm>
        <a:custGeom>
          <a:avLst/>
          <a:gdLst/>
          <a:ahLst/>
          <a:cxnLst/>
          <a:rect l="0" t="0" r="0" b="0"/>
          <a:pathLst>
            <a:path>
              <a:moveTo>
                <a:pt x="0" y="45720"/>
              </a:moveTo>
              <a:lnTo>
                <a:pt x="517772" y="45720"/>
              </a:lnTo>
            </a:path>
          </a:pathLst>
        </a:custGeom>
        <a:noFill/>
        <a:ln w="25400" cap="flat" cmpd="sng" algn="ctr">
          <a:solidFill>
            <a:schemeClr val="accent2"/>
          </a:solidFill>
          <a:prstDash val="solid"/>
          <a:tailEnd type="arrow"/>
        </a:ln>
        <a:effectLst>
          <a:outerShdw blurRad="40000" dist="20000" dir="5400000" rotWithShape="0">
            <a:srgbClr val="000000">
              <a:alpha val="38000"/>
            </a:srgbClr>
          </a:outerShdw>
        </a:effectLst>
      </dsp:spPr>
      <dsp:style>
        <a:lnRef idx="2">
          <a:schemeClr val="accent2"/>
        </a:lnRef>
        <a:fillRef idx="0">
          <a:schemeClr val="accent2"/>
        </a:fillRef>
        <a:effectRef idx="1">
          <a:schemeClr val="accent2"/>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074891" y="714946"/>
        <a:ext cx="27418" cy="5483"/>
      </dsp:txXfrm>
    </dsp:sp>
    <dsp:sp modelId="{FC8B91F7-21AA-404E-A706-B9B45F912C7F}">
      <dsp:nvSpPr>
        <dsp:cNvPr id="0" name=""/>
        <dsp:cNvSpPr/>
      </dsp:nvSpPr>
      <dsp:spPr>
        <a:xfrm>
          <a:off x="447288" y="2420"/>
          <a:ext cx="2384226" cy="1430535"/>
        </a:xfrm>
        <a:prstGeom prst="rect">
          <a:avLst/>
        </a:prstGeom>
        <a:gradFill rotWithShape="1">
          <a:gsLst>
            <a:gs pos="0">
              <a:schemeClr val="accent6">
                <a:shade val="51000"/>
                <a:satMod val="130000"/>
              </a:schemeClr>
            </a:gs>
            <a:gs pos="80000">
              <a:schemeClr val="accent6">
                <a:shade val="93000"/>
                <a:satMod val="130000"/>
              </a:schemeClr>
            </a:gs>
            <a:gs pos="100000">
              <a:schemeClr val="accent6">
                <a:shade val="94000"/>
                <a:satMod val="135000"/>
              </a:schemeClr>
            </a:gs>
          </a:gsLst>
          <a:lin ang="16200000" scaled="0"/>
        </a:gradFill>
        <a:ln w="9525" cap="flat" cmpd="sng" algn="ctr">
          <a:solidFill>
            <a:schemeClr val="accent6">
              <a:shade val="95000"/>
              <a:satMod val="105000"/>
            </a:schemeClr>
          </a:solidFill>
          <a:prstDash val="solid"/>
        </a:ln>
        <a:effectLst>
          <a:outerShdw blurRad="40000" dist="23000" dir="5400000" rotWithShape="0">
            <a:srgbClr val="000000">
              <a:alpha val="35000"/>
            </a:srgbClr>
          </a:outerShdw>
        </a:effectLst>
      </dsp:spPr>
      <dsp:style>
        <a:lnRef idx="1">
          <a:schemeClr val="accent6"/>
        </a:lnRef>
        <a:fillRef idx="3">
          <a:schemeClr val="accent6"/>
        </a:fillRef>
        <a:effectRef idx="2">
          <a:schemeClr val="accent6"/>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US" sz="2600" kern="1200" dirty="0">
              <a:solidFill>
                <a:schemeClr val="bg1"/>
              </a:solidFill>
              <a:latin typeface="+mj-lt"/>
            </a:rPr>
            <a:t>STL Data</a:t>
          </a:r>
        </a:p>
      </dsp:txBody>
      <dsp:txXfrm>
        <a:off x="447288" y="2420"/>
        <a:ext cx="2384226" cy="1430535"/>
      </dsp:txXfrm>
    </dsp:sp>
    <dsp:sp modelId="{240D5DE1-3BA7-4122-8F0F-88FDF6CF2EE7}">
      <dsp:nvSpPr>
        <dsp:cNvPr id="0" name=""/>
        <dsp:cNvSpPr/>
      </dsp:nvSpPr>
      <dsp:spPr>
        <a:xfrm>
          <a:off x="5762313" y="671967"/>
          <a:ext cx="517772" cy="91440"/>
        </a:xfrm>
        <a:custGeom>
          <a:avLst/>
          <a:gdLst/>
          <a:ahLst/>
          <a:cxnLst/>
          <a:rect l="0" t="0" r="0" b="0"/>
          <a:pathLst>
            <a:path>
              <a:moveTo>
                <a:pt x="0" y="45720"/>
              </a:moveTo>
              <a:lnTo>
                <a:pt x="517772" y="45720"/>
              </a:lnTo>
            </a:path>
          </a:pathLst>
        </a:custGeom>
        <a:noFill/>
        <a:ln w="25400" cap="flat" cmpd="sng" algn="ctr">
          <a:solidFill>
            <a:schemeClr val="accent2"/>
          </a:solidFill>
          <a:prstDash val="solid"/>
          <a:tailEnd type="arrow"/>
        </a:ln>
        <a:effectLst>
          <a:outerShdw blurRad="40000" dist="20000" dir="5400000" rotWithShape="0">
            <a:srgbClr val="000000">
              <a:alpha val="38000"/>
            </a:srgbClr>
          </a:outerShdw>
        </a:effectLst>
      </dsp:spPr>
      <dsp:style>
        <a:lnRef idx="2">
          <a:schemeClr val="accent2"/>
        </a:lnRef>
        <a:fillRef idx="0">
          <a:schemeClr val="accent2"/>
        </a:fillRef>
        <a:effectRef idx="1">
          <a:schemeClr val="accent2"/>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007490" y="714946"/>
        <a:ext cx="27418" cy="5483"/>
      </dsp:txXfrm>
    </dsp:sp>
    <dsp:sp modelId="{87F619F6-A398-4757-AA1E-3E7E7ACE1340}">
      <dsp:nvSpPr>
        <dsp:cNvPr id="0" name=""/>
        <dsp:cNvSpPr/>
      </dsp:nvSpPr>
      <dsp:spPr>
        <a:xfrm>
          <a:off x="3379886" y="2420"/>
          <a:ext cx="2384226" cy="1430535"/>
        </a:xfrm>
        <a:prstGeom prst="rect">
          <a:avLst/>
        </a:prstGeom>
        <a:gradFill rotWithShape="1">
          <a:gsLst>
            <a:gs pos="0">
              <a:schemeClr val="accent6">
                <a:shade val="51000"/>
                <a:satMod val="130000"/>
              </a:schemeClr>
            </a:gs>
            <a:gs pos="80000">
              <a:schemeClr val="accent6">
                <a:shade val="93000"/>
                <a:satMod val="130000"/>
              </a:schemeClr>
            </a:gs>
            <a:gs pos="100000">
              <a:schemeClr val="accent6">
                <a:shade val="94000"/>
                <a:satMod val="135000"/>
              </a:schemeClr>
            </a:gs>
          </a:gsLst>
          <a:lin ang="16200000" scaled="0"/>
        </a:gradFill>
        <a:ln w="9525" cap="flat" cmpd="sng" algn="ctr">
          <a:solidFill>
            <a:schemeClr val="accent6">
              <a:shade val="95000"/>
              <a:satMod val="105000"/>
            </a:schemeClr>
          </a:solidFill>
          <a:prstDash val="solid"/>
        </a:ln>
        <a:effectLst>
          <a:outerShdw blurRad="40000" dist="23000" dir="5400000" rotWithShape="0">
            <a:srgbClr val="000000">
              <a:alpha val="35000"/>
            </a:srgbClr>
          </a:outerShdw>
        </a:effectLst>
      </dsp:spPr>
      <dsp:style>
        <a:lnRef idx="1">
          <a:schemeClr val="accent6"/>
        </a:lnRef>
        <a:fillRef idx="3">
          <a:schemeClr val="accent6"/>
        </a:fillRef>
        <a:effectRef idx="2">
          <a:schemeClr val="accent6"/>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US" sz="2600" kern="1200" dirty="0">
              <a:solidFill>
                <a:schemeClr val="bg1"/>
              </a:solidFill>
              <a:latin typeface="+mj-lt"/>
            </a:rPr>
            <a:t>Point Cloud Formation</a:t>
          </a:r>
        </a:p>
      </dsp:txBody>
      <dsp:txXfrm>
        <a:off x="3379886" y="2420"/>
        <a:ext cx="2384226" cy="1430535"/>
      </dsp:txXfrm>
    </dsp:sp>
    <dsp:sp modelId="{BA6441FB-B331-42C0-9406-F5895833BE2D}">
      <dsp:nvSpPr>
        <dsp:cNvPr id="0" name=""/>
        <dsp:cNvSpPr/>
      </dsp:nvSpPr>
      <dsp:spPr>
        <a:xfrm>
          <a:off x="1639401" y="1431155"/>
          <a:ext cx="5865197" cy="517772"/>
        </a:xfrm>
        <a:custGeom>
          <a:avLst/>
          <a:gdLst/>
          <a:ahLst/>
          <a:cxnLst/>
          <a:rect l="0" t="0" r="0" b="0"/>
          <a:pathLst>
            <a:path>
              <a:moveTo>
                <a:pt x="5865197" y="0"/>
              </a:moveTo>
              <a:lnTo>
                <a:pt x="5865197" y="275986"/>
              </a:lnTo>
              <a:lnTo>
                <a:pt x="0" y="275986"/>
              </a:lnTo>
              <a:lnTo>
                <a:pt x="0" y="517772"/>
              </a:lnTo>
            </a:path>
          </a:pathLst>
        </a:custGeom>
        <a:noFill/>
        <a:ln w="25400" cap="flat" cmpd="sng" algn="ctr">
          <a:solidFill>
            <a:schemeClr val="accent2"/>
          </a:solidFill>
          <a:prstDash val="solid"/>
          <a:tailEnd type="arrow"/>
        </a:ln>
        <a:effectLst>
          <a:outerShdw blurRad="40000" dist="20000" dir="5400000" rotWithShape="0">
            <a:srgbClr val="000000">
              <a:alpha val="38000"/>
            </a:srgbClr>
          </a:outerShdw>
        </a:effectLst>
      </dsp:spPr>
      <dsp:style>
        <a:lnRef idx="2">
          <a:schemeClr val="accent2"/>
        </a:lnRef>
        <a:fillRef idx="0">
          <a:schemeClr val="accent2"/>
        </a:fillRef>
        <a:effectRef idx="1">
          <a:schemeClr val="accent2"/>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24730" y="1687300"/>
        <a:ext cx="294538" cy="5483"/>
      </dsp:txXfrm>
    </dsp:sp>
    <dsp:sp modelId="{258D6E65-DECE-422C-BDAA-8FFCF7776186}">
      <dsp:nvSpPr>
        <dsp:cNvPr id="0" name=""/>
        <dsp:cNvSpPr/>
      </dsp:nvSpPr>
      <dsp:spPr>
        <a:xfrm>
          <a:off x="6312485" y="2420"/>
          <a:ext cx="2384226" cy="1430535"/>
        </a:xfrm>
        <a:prstGeom prst="rect">
          <a:avLst/>
        </a:prstGeom>
        <a:gradFill rotWithShape="1">
          <a:gsLst>
            <a:gs pos="0">
              <a:schemeClr val="accent6">
                <a:shade val="51000"/>
                <a:satMod val="130000"/>
              </a:schemeClr>
            </a:gs>
            <a:gs pos="80000">
              <a:schemeClr val="accent6">
                <a:shade val="93000"/>
                <a:satMod val="130000"/>
              </a:schemeClr>
            </a:gs>
            <a:gs pos="100000">
              <a:schemeClr val="accent6">
                <a:shade val="94000"/>
                <a:satMod val="135000"/>
              </a:schemeClr>
            </a:gs>
          </a:gsLst>
          <a:lin ang="16200000" scaled="0"/>
        </a:gradFill>
        <a:ln w="9525" cap="flat" cmpd="sng" algn="ctr">
          <a:solidFill>
            <a:schemeClr val="accent6">
              <a:shade val="95000"/>
              <a:satMod val="105000"/>
            </a:schemeClr>
          </a:solidFill>
          <a:prstDash val="solid"/>
        </a:ln>
        <a:effectLst>
          <a:outerShdw blurRad="40000" dist="23000" dir="5400000" rotWithShape="0">
            <a:srgbClr val="000000">
              <a:alpha val="35000"/>
            </a:srgbClr>
          </a:outerShdw>
        </a:effectLst>
      </dsp:spPr>
      <dsp:style>
        <a:lnRef idx="1">
          <a:schemeClr val="accent6"/>
        </a:lnRef>
        <a:fillRef idx="3">
          <a:schemeClr val="accent6"/>
        </a:fillRef>
        <a:effectRef idx="2">
          <a:schemeClr val="accent6"/>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US" sz="2600" kern="1200" dirty="0">
              <a:solidFill>
                <a:schemeClr val="bg1"/>
              </a:solidFill>
              <a:latin typeface="+mj-lt"/>
            </a:rPr>
            <a:t>Points Sorting</a:t>
          </a:r>
        </a:p>
      </dsp:txBody>
      <dsp:txXfrm>
        <a:off x="6312485" y="2420"/>
        <a:ext cx="2384226" cy="1430535"/>
      </dsp:txXfrm>
    </dsp:sp>
    <dsp:sp modelId="{A806F96A-F015-4ACA-9C66-270A6B217FC9}">
      <dsp:nvSpPr>
        <dsp:cNvPr id="0" name=""/>
        <dsp:cNvSpPr/>
      </dsp:nvSpPr>
      <dsp:spPr>
        <a:xfrm>
          <a:off x="2829714" y="2650876"/>
          <a:ext cx="517772" cy="91440"/>
        </a:xfrm>
        <a:custGeom>
          <a:avLst/>
          <a:gdLst/>
          <a:ahLst/>
          <a:cxnLst/>
          <a:rect l="0" t="0" r="0" b="0"/>
          <a:pathLst>
            <a:path>
              <a:moveTo>
                <a:pt x="0" y="45720"/>
              </a:moveTo>
              <a:lnTo>
                <a:pt x="517772" y="45720"/>
              </a:lnTo>
            </a:path>
          </a:pathLst>
        </a:custGeom>
        <a:noFill/>
        <a:ln w="25400" cap="flat" cmpd="sng" algn="ctr">
          <a:solidFill>
            <a:schemeClr val="accent2"/>
          </a:solidFill>
          <a:prstDash val="solid"/>
          <a:tailEnd type="arrow"/>
        </a:ln>
        <a:effectLst>
          <a:outerShdw blurRad="40000" dist="20000" dir="5400000" rotWithShape="0">
            <a:srgbClr val="000000">
              <a:alpha val="38000"/>
            </a:srgbClr>
          </a:outerShdw>
        </a:effectLst>
      </dsp:spPr>
      <dsp:style>
        <a:lnRef idx="2">
          <a:schemeClr val="accent2"/>
        </a:lnRef>
        <a:fillRef idx="0">
          <a:schemeClr val="accent2"/>
        </a:fillRef>
        <a:effectRef idx="1">
          <a:schemeClr val="accent2"/>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074891" y="2693854"/>
        <a:ext cx="27418" cy="5483"/>
      </dsp:txXfrm>
    </dsp:sp>
    <dsp:sp modelId="{015ABD11-69A7-480E-9D14-6C127921B2F9}">
      <dsp:nvSpPr>
        <dsp:cNvPr id="0" name=""/>
        <dsp:cNvSpPr/>
      </dsp:nvSpPr>
      <dsp:spPr>
        <a:xfrm>
          <a:off x="447288" y="1981328"/>
          <a:ext cx="2384226" cy="1430535"/>
        </a:xfrm>
        <a:prstGeom prst="rect">
          <a:avLst/>
        </a:prstGeom>
        <a:gradFill rotWithShape="1">
          <a:gsLst>
            <a:gs pos="0">
              <a:schemeClr val="accent6">
                <a:shade val="51000"/>
                <a:satMod val="130000"/>
              </a:schemeClr>
            </a:gs>
            <a:gs pos="80000">
              <a:schemeClr val="accent6">
                <a:shade val="93000"/>
                <a:satMod val="130000"/>
              </a:schemeClr>
            </a:gs>
            <a:gs pos="100000">
              <a:schemeClr val="accent6">
                <a:shade val="94000"/>
                <a:satMod val="135000"/>
              </a:schemeClr>
            </a:gs>
          </a:gsLst>
          <a:lin ang="16200000" scaled="0"/>
        </a:gradFill>
        <a:ln w="9525" cap="flat" cmpd="sng" algn="ctr">
          <a:solidFill>
            <a:schemeClr val="accent6">
              <a:shade val="95000"/>
              <a:satMod val="105000"/>
            </a:schemeClr>
          </a:solidFill>
          <a:prstDash val="solid"/>
        </a:ln>
        <a:effectLst>
          <a:outerShdw blurRad="40000" dist="23000" dir="5400000" rotWithShape="0">
            <a:srgbClr val="000000">
              <a:alpha val="35000"/>
            </a:srgbClr>
          </a:outerShdw>
        </a:effectLst>
      </dsp:spPr>
      <dsp:style>
        <a:lnRef idx="1">
          <a:schemeClr val="accent6"/>
        </a:lnRef>
        <a:fillRef idx="3">
          <a:schemeClr val="accent6"/>
        </a:fillRef>
        <a:effectRef idx="2">
          <a:schemeClr val="accent6"/>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US" sz="2600" kern="1200" dirty="0">
              <a:solidFill>
                <a:schemeClr val="bg1"/>
              </a:solidFill>
              <a:latin typeface="+mj-lt"/>
            </a:rPr>
            <a:t>Updated Tool Path Generation</a:t>
          </a:r>
        </a:p>
      </dsp:txBody>
      <dsp:txXfrm>
        <a:off x="447288" y="1981328"/>
        <a:ext cx="2384226" cy="1430535"/>
      </dsp:txXfrm>
    </dsp:sp>
    <dsp:sp modelId="{08A99B7C-1437-489A-9E5B-C784024BC799}">
      <dsp:nvSpPr>
        <dsp:cNvPr id="0" name=""/>
        <dsp:cNvSpPr/>
      </dsp:nvSpPr>
      <dsp:spPr>
        <a:xfrm>
          <a:off x="5762313" y="2650876"/>
          <a:ext cx="517772" cy="91440"/>
        </a:xfrm>
        <a:custGeom>
          <a:avLst/>
          <a:gdLst/>
          <a:ahLst/>
          <a:cxnLst/>
          <a:rect l="0" t="0" r="0" b="0"/>
          <a:pathLst>
            <a:path>
              <a:moveTo>
                <a:pt x="0" y="45720"/>
              </a:moveTo>
              <a:lnTo>
                <a:pt x="517772" y="45720"/>
              </a:lnTo>
            </a:path>
          </a:pathLst>
        </a:custGeom>
        <a:noFill/>
        <a:ln w="25400" cap="flat" cmpd="sng" algn="ctr">
          <a:solidFill>
            <a:schemeClr val="accent2"/>
          </a:solidFill>
          <a:prstDash val="solid"/>
          <a:tailEnd type="arrow"/>
        </a:ln>
        <a:effectLst>
          <a:outerShdw blurRad="40000" dist="20000" dir="5400000" rotWithShape="0">
            <a:srgbClr val="000000">
              <a:alpha val="38000"/>
            </a:srgbClr>
          </a:outerShdw>
        </a:effectLst>
      </dsp:spPr>
      <dsp:style>
        <a:lnRef idx="2">
          <a:schemeClr val="accent2"/>
        </a:lnRef>
        <a:fillRef idx="0">
          <a:schemeClr val="accent2"/>
        </a:fillRef>
        <a:effectRef idx="1">
          <a:schemeClr val="accent2"/>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007490" y="2693854"/>
        <a:ext cx="27418" cy="5483"/>
      </dsp:txXfrm>
    </dsp:sp>
    <dsp:sp modelId="{7EF91780-ADB5-4FD8-9ED0-08B33006DB52}">
      <dsp:nvSpPr>
        <dsp:cNvPr id="0" name=""/>
        <dsp:cNvSpPr/>
      </dsp:nvSpPr>
      <dsp:spPr>
        <a:xfrm>
          <a:off x="3379886" y="1981328"/>
          <a:ext cx="2384226" cy="1430535"/>
        </a:xfrm>
        <a:prstGeom prst="rect">
          <a:avLst/>
        </a:prstGeom>
        <a:gradFill rotWithShape="1">
          <a:gsLst>
            <a:gs pos="0">
              <a:schemeClr val="accent6">
                <a:shade val="51000"/>
                <a:satMod val="130000"/>
              </a:schemeClr>
            </a:gs>
            <a:gs pos="80000">
              <a:schemeClr val="accent6">
                <a:shade val="93000"/>
                <a:satMod val="130000"/>
              </a:schemeClr>
            </a:gs>
            <a:gs pos="100000">
              <a:schemeClr val="accent6">
                <a:shade val="94000"/>
                <a:satMod val="135000"/>
              </a:schemeClr>
            </a:gs>
          </a:gsLst>
          <a:lin ang="16200000" scaled="0"/>
        </a:gradFill>
        <a:ln w="9525" cap="flat" cmpd="sng" algn="ctr">
          <a:solidFill>
            <a:schemeClr val="accent6">
              <a:shade val="95000"/>
              <a:satMod val="105000"/>
            </a:schemeClr>
          </a:solidFill>
          <a:prstDash val="solid"/>
        </a:ln>
        <a:effectLst>
          <a:outerShdw blurRad="40000" dist="23000" dir="5400000" rotWithShape="0">
            <a:srgbClr val="000000">
              <a:alpha val="35000"/>
            </a:srgbClr>
          </a:outerShdw>
        </a:effectLst>
      </dsp:spPr>
      <dsp:style>
        <a:lnRef idx="1">
          <a:schemeClr val="accent6"/>
        </a:lnRef>
        <a:fillRef idx="3">
          <a:schemeClr val="accent6"/>
        </a:fillRef>
        <a:effectRef idx="2">
          <a:schemeClr val="accent6"/>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US" sz="2600" kern="1200">
              <a:solidFill>
                <a:schemeClr val="bg1"/>
              </a:solidFill>
              <a:latin typeface="+mj-lt"/>
            </a:rPr>
            <a:t>Toolpath Adjustments</a:t>
          </a:r>
          <a:endParaRPr lang="en-US" sz="2600" kern="1200" dirty="0">
            <a:solidFill>
              <a:schemeClr val="bg1"/>
            </a:solidFill>
            <a:latin typeface="+mj-lt"/>
          </a:endParaRPr>
        </a:p>
      </dsp:txBody>
      <dsp:txXfrm>
        <a:off x="3379886" y="1981328"/>
        <a:ext cx="2384226" cy="1430535"/>
      </dsp:txXfrm>
    </dsp:sp>
    <dsp:sp modelId="{D069652B-242C-495E-BACA-68EF43498BC5}">
      <dsp:nvSpPr>
        <dsp:cNvPr id="0" name=""/>
        <dsp:cNvSpPr/>
      </dsp:nvSpPr>
      <dsp:spPr>
        <a:xfrm>
          <a:off x="6312485" y="1981328"/>
          <a:ext cx="2384226" cy="1430535"/>
        </a:xfrm>
        <a:prstGeom prst="rect">
          <a:avLst/>
        </a:prstGeom>
        <a:gradFill rotWithShape="1">
          <a:gsLst>
            <a:gs pos="0">
              <a:schemeClr val="accent6">
                <a:shade val="51000"/>
                <a:satMod val="130000"/>
              </a:schemeClr>
            </a:gs>
            <a:gs pos="80000">
              <a:schemeClr val="accent6">
                <a:shade val="93000"/>
                <a:satMod val="130000"/>
              </a:schemeClr>
            </a:gs>
            <a:gs pos="100000">
              <a:schemeClr val="accent6">
                <a:shade val="94000"/>
                <a:satMod val="135000"/>
              </a:schemeClr>
            </a:gs>
          </a:gsLst>
          <a:lin ang="16200000" scaled="0"/>
        </a:gradFill>
        <a:ln w="9525" cap="flat" cmpd="sng" algn="ctr">
          <a:solidFill>
            <a:schemeClr val="accent6">
              <a:shade val="95000"/>
              <a:satMod val="105000"/>
            </a:schemeClr>
          </a:solidFill>
          <a:prstDash val="solid"/>
        </a:ln>
        <a:effectLst>
          <a:outerShdw blurRad="40000" dist="23000" dir="5400000" rotWithShape="0">
            <a:srgbClr val="000000">
              <a:alpha val="35000"/>
            </a:srgbClr>
          </a:outerShdw>
        </a:effectLst>
      </dsp:spPr>
      <dsp:style>
        <a:lnRef idx="1">
          <a:schemeClr val="accent6"/>
        </a:lnRef>
        <a:fillRef idx="3">
          <a:schemeClr val="accent6"/>
        </a:fillRef>
        <a:effectRef idx="2">
          <a:schemeClr val="accent6"/>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US" sz="2600" kern="1200" dirty="0">
              <a:solidFill>
                <a:schemeClr val="bg1"/>
              </a:solidFill>
              <a:latin typeface="+mj-lt"/>
            </a:rPr>
            <a:t>G-Code</a:t>
          </a:r>
        </a:p>
      </dsp:txBody>
      <dsp:txXfrm>
        <a:off x="6312485" y="1981328"/>
        <a:ext cx="2384226" cy="1430535"/>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63F53F75-C1DA-0512-6C82-F64B6AEB10EE}"/>
              </a:ext>
            </a:extLst>
          </p:cNvPr>
          <p:cNvSpPr>
            <a:spLocks noGrp="1" noChangeArrowheads="1"/>
          </p:cNvSpPr>
          <p:nvPr>
            <p:ph type="hdr" sz="quarter"/>
          </p:nvPr>
        </p:nvSpPr>
        <p:spPr bwMode="auto">
          <a:xfrm>
            <a:off x="0" y="0"/>
            <a:ext cx="2944813" cy="493713"/>
          </a:xfrm>
          <a:prstGeom prst="rect">
            <a:avLst/>
          </a:prstGeom>
          <a:noFill/>
          <a:ln w="9525">
            <a:noFill/>
            <a:miter lim="800000"/>
            <a:headEnd/>
            <a:tailEnd/>
          </a:ln>
          <a:effectLst/>
        </p:spPr>
        <p:txBody>
          <a:bodyPr vert="horz" wrap="square" lIns="91229" tIns="45615" rIns="91229" bIns="45615" numCol="1" anchor="t" anchorCtr="0" compatLnSpc="1">
            <a:prstTxWarp prst="textNoShape">
              <a:avLst/>
            </a:prstTxWarp>
          </a:bodyPr>
          <a:lstStyle>
            <a:lvl1pPr defTabSz="912720" eaLnBrk="1" hangingPunct="1">
              <a:defRPr sz="1200" b="0">
                <a:solidFill>
                  <a:schemeClr val="tx1"/>
                </a:solidFill>
                <a:latin typeface="Times New Roman" pitchFamily="18" charset="0"/>
                <a:ea typeface="ＭＳ Ｐゴシック" charset="-128"/>
              </a:defRPr>
            </a:lvl1pPr>
          </a:lstStyle>
          <a:p>
            <a:pPr>
              <a:defRPr/>
            </a:pPr>
            <a:endParaRPr lang="en-US" altLang="ja-JP"/>
          </a:p>
        </p:txBody>
      </p:sp>
      <p:sp>
        <p:nvSpPr>
          <p:cNvPr id="51203" name="Rectangle 3">
            <a:extLst>
              <a:ext uri="{FF2B5EF4-FFF2-40B4-BE49-F238E27FC236}">
                <a16:creationId xmlns:a16="http://schemas.microsoft.com/office/drawing/2014/main" id="{E6BB8024-D372-9976-4B19-2D8852E146B9}"/>
              </a:ext>
            </a:extLst>
          </p:cNvPr>
          <p:cNvSpPr>
            <a:spLocks noGrp="1" noChangeArrowheads="1"/>
          </p:cNvSpPr>
          <p:nvPr>
            <p:ph type="dt" sz="quarter" idx="1"/>
          </p:nvPr>
        </p:nvSpPr>
        <p:spPr bwMode="auto">
          <a:xfrm>
            <a:off x="3852863" y="0"/>
            <a:ext cx="2944812" cy="493713"/>
          </a:xfrm>
          <a:prstGeom prst="rect">
            <a:avLst/>
          </a:prstGeom>
          <a:noFill/>
          <a:ln w="9525">
            <a:noFill/>
            <a:miter lim="800000"/>
            <a:headEnd/>
            <a:tailEnd/>
          </a:ln>
          <a:effectLst/>
        </p:spPr>
        <p:txBody>
          <a:bodyPr vert="horz" wrap="square" lIns="91229" tIns="45615" rIns="91229" bIns="45615" numCol="1" anchor="t" anchorCtr="0" compatLnSpc="1">
            <a:prstTxWarp prst="textNoShape">
              <a:avLst/>
            </a:prstTxWarp>
          </a:bodyPr>
          <a:lstStyle>
            <a:lvl1pPr algn="r" defTabSz="912720" eaLnBrk="1" hangingPunct="1">
              <a:defRPr sz="1200" b="0">
                <a:solidFill>
                  <a:schemeClr val="tx1"/>
                </a:solidFill>
                <a:latin typeface="Times New Roman" pitchFamily="18" charset="0"/>
                <a:ea typeface="ＭＳ Ｐゴシック" charset="-128"/>
              </a:defRPr>
            </a:lvl1pPr>
          </a:lstStyle>
          <a:p>
            <a:pPr>
              <a:defRPr/>
            </a:pPr>
            <a:endParaRPr lang="en-US" altLang="ja-JP"/>
          </a:p>
        </p:txBody>
      </p:sp>
      <p:sp>
        <p:nvSpPr>
          <p:cNvPr id="51204" name="Rectangle 4">
            <a:extLst>
              <a:ext uri="{FF2B5EF4-FFF2-40B4-BE49-F238E27FC236}">
                <a16:creationId xmlns:a16="http://schemas.microsoft.com/office/drawing/2014/main" id="{A1C3BE65-FFAD-209A-6BDD-7A277F692CFD}"/>
              </a:ext>
            </a:extLst>
          </p:cNvPr>
          <p:cNvSpPr>
            <a:spLocks noGrp="1" noChangeArrowheads="1"/>
          </p:cNvSpPr>
          <p:nvPr>
            <p:ph type="ftr" sz="quarter" idx="2"/>
          </p:nvPr>
        </p:nvSpPr>
        <p:spPr bwMode="auto">
          <a:xfrm>
            <a:off x="0" y="9432925"/>
            <a:ext cx="2944813" cy="493713"/>
          </a:xfrm>
          <a:prstGeom prst="rect">
            <a:avLst/>
          </a:prstGeom>
          <a:noFill/>
          <a:ln w="9525">
            <a:noFill/>
            <a:miter lim="800000"/>
            <a:headEnd/>
            <a:tailEnd/>
          </a:ln>
          <a:effectLst/>
        </p:spPr>
        <p:txBody>
          <a:bodyPr vert="horz" wrap="square" lIns="91229" tIns="45615" rIns="91229" bIns="45615" numCol="1" anchor="b" anchorCtr="0" compatLnSpc="1">
            <a:prstTxWarp prst="textNoShape">
              <a:avLst/>
            </a:prstTxWarp>
          </a:bodyPr>
          <a:lstStyle>
            <a:lvl1pPr defTabSz="912720" eaLnBrk="1" hangingPunct="1">
              <a:defRPr sz="1200" b="0">
                <a:solidFill>
                  <a:schemeClr val="tx1"/>
                </a:solidFill>
                <a:latin typeface="Times New Roman" pitchFamily="18" charset="0"/>
                <a:ea typeface="ＭＳ Ｐゴシック" charset="-128"/>
              </a:defRPr>
            </a:lvl1pPr>
          </a:lstStyle>
          <a:p>
            <a:pPr>
              <a:defRPr/>
            </a:pPr>
            <a:endParaRPr lang="en-US" altLang="ja-JP"/>
          </a:p>
        </p:txBody>
      </p:sp>
      <p:sp>
        <p:nvSpPr>
          <p:cNvPr id="51205" name="Rectangle 5">
            <a:extLst>
              <a:ext uri="{FF2B5EF4-FFF2-40B4-BE49-F238E27FC236}">
                <a16:creationId xmlns:a16="http://schemas.microsoft.com/office/drawing/2014/main" id="{C24D4990-80C3-608D-8DAC-6F670764E213}"/>
              </a:ext>
            </a:extLst>
          </p:cNvPr>
          <p:cNvSpPr>
            <a:spLocks noGrp="1" noChangeArrowheads="1"/>
          </p:cNvSpPr>
          <p:nvPr>
            <p:ph type="sldNum" sz="quarter" idx="3"/>
          </p:nvPr>
        </p:nvSpPr>
        <p:spPr bwMode="auto">
          <a:xfrm>
            <a:off x="3852863" y="9432925"/>
            <a:ext cx="2944812" cy="493713"/>
          </a:xfrm>
          <a:prstGeom prst="rect">
            <a:avLst/>
          </a:prstGeom>
          <a:noFill/>
          <a:ln w="9525">
            <a:noFill/>
            <a:miter lim="800000"/>
            <a:headEnd/>
            <a:tailEnd/>
          </a:ln>
          <a:effectLst/>
        </p:spPr>
        <p:txBody>
          <a:bodyPr vert="horz" wrap="square" lIns="91229" tIns="45615" rIns="91229" bIns="45615" numCol="1" anchor="b" anchorCtr="0" compatLnSpc="1">
            <a:prstTxWarp prst="textNoShape">
              <a:avLst/>
            </a:prstTxWarp>
          </a:bodyPr>
          <a:lstStyle>
            <a:lvl1pPr algn="r" defTabSz="911225" eaLnBrk="1" hangingPunct="1">
              <a:defRPr sz="1200" b="0">
                <a:solidFill>
                  <a:schemeClr val="tx1"/>
                </a:solidFill>
                <a:latin typeface="Times New Roman" panose="02020603050405020304" pitchFamily="18" charset="0"/>
              </a:defRPr>
            </a:lvl1pPr>
          </a:lstStyle>
          <a:p>
            <a:fld id="{128C1B10-77F8-448B-B9A2-FDFE01719F35}" type="slidenum">
              <a:rPr lang="en-US" altLang="ja-JP"/>
              <a:pPr/>
              <a:t>‹#›</a:t>
            </a:fld>
            <a:endParaRPr lang="en-US" altLang="ja-JP"/>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3DC3044C-ACCD-DC32-BDB3-F037F674950F}"/>
              </a:ext>
            </a:extLst>
          </p:cNvPr>
          <p:cNvSpPr>
            <a:spLocks noGrp="1" noChangeArrowheads="1"/>
          </p:cNvSpPr>
          <p:nvPr>
            <p:ph type="hdr" sz="quarter"/>
          </p:nvPr>
        </p:nvSpPr>
        <p:spPr bwMode="auto">
          <a:xfrm>
            <a:off x="0" y="0"/>
            <a:ext cx="2938463" cy="449263"/>
          </a:xfrm>
          <a:prstGeom prst="rect">
            <a:avLst/>
          </a:prstGeom>
          <a:noFill/>
          <a:ln w="9525">
            <a:noFill/>
            <a:miter lim="800000"/>
            <a:headEnd/>
            <a:tailEnd/>
          </a:ln>
          <a:effectLst/>
        </p:spPr>
        <p:txBody>
          <a:bodyPr vert="horz" wrap="square" lIns="91229" tIns="45615" rIns="91229" bIns="45615" numCol="1" anchor="t" anchorCtr="0" compatLnSpc="1">
            <a:prstTxWarp prst="textNoShape">
              <a:avLst/>
            </a:prstTxWarp>
          </a:bodyPr>
          <a:lstStyle>
            <a:lvl1pPr defTabSz="912720" eaLnBrk="1" hangingPunct="1">
              <a:defRPr sz="1200" b="0">
                <a:solidFill>
                  <a:schemeClr val="tx1"/>
                </a:solidFill>
                <a:latin typeface="Times New Roman" pitchFamily="18" charset="0"/>
                <a:ea typeface="ＭＳ Ｐゴシック" charset="-128"/>
              </a:defRPr>
            </a:lvl1pPr>
          </a:lstStyle>
          <a:p>
            <a:pPr>
              <a:defRPr/>
            </a:pPr>
            <a:endParaRPr lang="en-US" altLang="ja-JP"/>
          </a:p>
        </p:txBody>
      </p:sp>
      <p:sp>
        <p:nvSpPr>
          <p:cNvPr id="56323" name="Rectangle 3">
            <a:extLst>
              <a:ext uri="{FF2B5EF4-FFF2-40B4-BE49-F238E27FC236}">
                <a16:creationId xmlns:a16="http://schemas.microsoft.com/office/drawing/2014/main" id="{01852A72-5817-7912-0E6A-3EE26BE79D58}"/>
              </a:ext>
            </a:extLst>
          </p:cNvPr>
          <p:cNvSpPr>
            <a:spLocks noGrp="1" noChangeArrowheads="1"/>
          </p:cNvSpPr>
          <p:nvPr>
            <p:ph type="dt" idx="1"/>
          </p:nvPr>
        </p:nvSpPr>
        <p:spPr bwMode="auto">
          <a:xfrm>
            <a:off x="3833813" y="0"/>
            <a:ext cx="2938462" cy="449263"/>
          </a:xfrm>
          <a:prstGeom prst="rect">
            <a:avLst/>
          </a:prstGeom>
          <a:noFill/>
          <a:ln w="9525">
            <a:noFill/>
            <a:miter lim="800000"/>
            <a:headEnd/>
            <a:tailEnd/>
          </a:ln>
          <a:effectLst/>
        </p:spPr>
        <p:txBody>
          <a:bodyPr vert="horz" wrap="square" lIns="91229" tIns="45615" rIns="91229" bIns="45615" numCol="1" anchor="t" anchorCtr="0" compatLnSpc="1">
            <a:prstTxWarp prst="textNoShape">
              <a:avLst/>
            </a:prstTxWarp>
          </a:bodyPr>
          <a:lstStyle>
            <a:lvl1pPr algn="r" defTabSz="912720" eaLnBrk="1" hangingPunct="1">
              <a:defRPr sz="1200" b="0">
                <a:solidFill>
                  <a:schemeClr val="tx1"/>
                </a:solidFill>
                <a:latin typeface="Times New Roman" pitchFamily="18" charset="0"/>
                <a:ea typeface="ＭＳ Ｐゴシック" charset="-128"/>
              </a:defRPr>
            </a:lvl1pPr>
          </a:lstStyle>
          <a:p>
            <a:pPr>
              <a:defRPr/>
            </a:pPr>
            <a:endParaRPr lang="en-US" altLang="ja-JP"/>
          </a:p>
        </p:txBody>
      </p:sp>
      <p:sp>
        <p:nvSpPr>
          <p:cNvPr id="2052" name="Rectangle 4">
            <a:extLst>
              <a:ext uri="{FF2B5EF4-FFF2-40B4-BE49-F238E27FC236}">
                <a16:creationId xmlns:a16="http://schemas.microsoft.com/office/drawing/2014/main" id="{D820BA7F-624C-AF88-275E-B8986ABD4F82}"/>
              </a:ext>
            </a:extLst>
          </p:cNvPr>
          <p:cNvSpPr>
            <a:spLocks noGrp="1" noRot="1" noChangeAspect="1" noChangeArrowheads="1" noTextEdit="1"/>
          </p:cNvSpPr>
          <p:nvPr>
            <p:ph type="sldImg" idx="2"/>
          </p:nvPr>
        </p:nvSpPr>
        <p:spPr bwMode="auto">
          <a:xfrm>
            <a:off x="955675" y="784225"/>
            <a:ext cx="4916488" cy="36893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5" name="Rectangle 5">
            <a:extLst>
              <a:ext uri="{FF2B5EF4-FFF2-40B4-BE49-F238E27FC236}">
                <a16:creationId xmlns:a16="http://schemas.microsoft.com/office/drawing/2014/main" id="{74155B95-63B6-E502-630B-F5DAF8A89EE2}"/>
              </a:ext>
            </a:extLst>
          </p:cNvPr>
          <p:cNvSpPr>
            <a:spLocks noGrp="1" noChangeArrowheads="1"/>
          </p:cNvSpPr>
          <p:nvPr>
            <p:ph type="body" sz="quarter" idx="3"/>
          </p:nvPr>
        </p:nvSpPr>
        <p:spPr bwMode="auto">
          <a:xfrm>
            <a:off x="895350" y="4700588"/>
            <a:ext cx="4983163" cy="4476750"/>
          </a:xfrm>
          <a:prstGeom prst="rect">
            <a:avLst/>
          </a:prstGeom>
          <a:noFill/>
          <a:ln w="9525">
            <a:noFill/>
            <a:miter lim="800000"/>
            <a:headEnd/>
            <a:tailEnd/>
          </a:ln>
          <a:effectLst/>
        </p:spPr>
        <p:txBody>
          <a:bodyPr vert="horz" wrap="square" lIns="91229" tIns="45615" rIns="91229" bIns="45615"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56326" name="Rectangle 6">
            <a:extLst>
              <a:ext uri="{FF2B5EF4-FFF2-40B4-BE49-F238E27FC236}">
                <a16:creationId xmlns:a16="http://schemas.microsoft.com/office/drawing/2014/main" id="{E3096649-36E5-7BFE-FAFE-F0ED2FE6451B}"/>
              </a:ext>
            </a:extLst>
          </p:cNvPr>
          <p:cNvSpPr>
            <a:spLocks noGrp="1" noChangeArrowheads="1"/>
          </p:cNvSpPr>
          <p:nvPr>
            <p:ph type="ftr" sz="quarter" idx="4"/>
          </p:nvPr>
        </p:nvSpPr>
        <p:spPr bwMode="auto">
          <a:xfrm>
            <a:off x="0" y="9402763"/>
            <a:ext cx="2938463" cy="555625"/>
          </a:xfrm>
          <a:prstGeom prst="rect">
            <a:avLst/>
          </a:prstGeom>
          <a:noFill/>
          <a:ln w="9525">
            <a:noFill/>
            <a:miter lim="800000"/>
            <a:headEnd/>
            <a:tailEnd/>
          </a:ln>
          <a:effectLst/>
        </p:spPr>
        <p:txBody>
          <a:bodyPr vert="horz" wrap="square" lIns="91229" tIns="45615" rIns="91229" bIns="45615" numCol="1" anchor="b" anchorCtr="0" compatLnSpc="1">
            <a:prstTxWarp prst="textNoShape">
              <a:avLst/>
            </a:prstTxWarp>
          </a:bodyPr>
          <a:lstStyle>
            <a:lvl1pPr defTabSz="912720" eaLnBrk="1" hangingPunct="1">
              <a:defRPr sz="1200" b="0">
                <a:solidFill>
                  <a:schemeClr val="tx1"/>
                </a:solidFill>
                <a:latin typeface="Times New Roman" pitchFamily="18" charset="0"/>
                <a:ea typeface="ＭＳ Ｐゴシック" charset="-128"/>
              </a:defRPr>
            </a:lvl1pPr>
          </a:lstStyle>
          <a:p>
            <a:pPr>
              <a:defRPr/>
            </a:pPr>
            <a:endParaRPr lang="en-US" altLang="ja-JP"/>
          </a:p>
        </p:txBody>
      </p:sp>
      <p:sp>
        <p:nvSpPr>
          <p:cNvPr id="56327" name="Rectangle 7">
            <a:extLst>
              <a:ext uri="{FF2B5EF4-FFF2-40B4-BE49-F238E27FC236}">
                <a16:creationId xmlns:a16="http://schemas.microsoft.com/office/drawing/2014/main" id="{A20E5BC9-436C-73B6-2CA4-86732798CA68}"/>
              </a:ext>
            </a:extLst>
          </p:cNvPr>
          <p:cNvSpPr>
            <a:spLocks noGrp="1" noChangeArrowheads="1"/>
          </p:cNvSpPr>
          <p:nvPr>
            <p:ph type="sldNum" sz="quarter" idx="5"/>
          </p:nvPr>
        </p:nvSpPr>
        <p:spPr bwMode="auto">
          <a:xfrm>
            <a:off x="3833813" y="9402763"/>
            <a:ext cx="2938462" cy="555625"/>
          </a:xfrm>
          <a:prstGeom prst="rect">
            <a:avLst/>
          </a:prstGeom>
          <a:noFill/>
          <a:ln w="9525">
            <a:noFill/>
            <a:miter lim="800000"/>
            <a:headEnd/>
            <a:tailEnd/>
          </a:ln>
          <a:effectLst/>
        </p:spPr>
        <p:txBody>
          <a:bodyPr vert="horz" wrap="square" lIns="91229" tIns="45615" rIns="91229" bIns="45615" numCol="1" anchor="b" anchorCtr="0" compatLnSpc="1">
            <a:prstTxWarp prst="textNoShape">
              <a:avLst/>
            </a:prstTxWarp>
          </a:bodyPr>
          <a:lstStyle>
            <a:lvl1pPr algn="r" defTabSz="911225" eaLnBrk="1" hangingPunct="1">
              <a:defRPr sz="1200" b="0">
                <a:solidFill>
                  <a:schemeClr val="tx1"/>
                </a:solidFill>
                <a:latin typeface="Times New Roman" panose="02020603050405020304" pitchFamily="18" charset="0"/>
              </a:defRPr>
            </a:lvl1pPr>
          </a:lstStyle>
          <a:p>
            <a:fld id="{164FDCDA-5C8E-4E20-BEC5-4BA3DAEABBE8}" type="slidenum">
              <a:rPr lang="en-US" altLang="ja-JP"/>
              <a:pPr/>
              <a:t>‹#›</a:t>
            </a:fld>
            <a:endParaRPr lang="en-US" altLang="ja-JP"/>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ＭＳ Ｐ明朝" charset="-128"/>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ＭＳ Ｐ明朝"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ＭＳ Ｐ明朝"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ＭＳ Ｐ明朝"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ＭＳ Ｐ明朝"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282E2B2D-1E16-B7A8-E965-9DC1AB1826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kumimoji="1" sz="2800" b="1">
                <a:solidFill>
                  <a:srgbClr val="000099"/>
                </a:solidFill>
                <a:latin typeface="Arial" panose="020B0604020202020204" pitchFamily="34" charset="0"/>
                <a:ea typeface="ＭＳ Ｐゴシック" panose="020B0600070205080204" pitchFamily="50" charset="-128"/>
              </a:defRPr>
            </a:lvl1pPr>
            <a:lvl2pPr marL="742950" indent="-285750" defTabSz="911225">
              <a:defRPr kumimoji="1" sz="2800" b="1">
                <a:solidFill>
                  <a:srgbClr val="000099"/>
                </a:solidFill>
                <a:latin typeface="Arial" panose="020B0604020202020204" pitchFamily="34" charset="0"/>
                <a:ea typeface="ＭＳ Ｐゴシック" panose="020B0600070205080204" pitchFamily="50" charset="-128"/>
              </a:defRPr>
            </a:lvl2pPr>
            <a:lvl3pPr marL="1143000" indent="-228600" defTabSz="911225">
              <a:defRPr kumimoji="1" sz="2800" b="1">
                <a:solidFill>
                  <a:srgbClr val="000099"/>
                </a:solidFill>
                <a:latin typeface="Arial" panose="020B0604020202020204" pitchFamily="34" charset="0"/>
                <a:ea typeface="ＭＳ Ｐゴシック" panose="020B0600070205080204" pitchFamily="50" charset="-128"/>
              </a:defRPr>
            </a:lvl3pPr>
            <a:lvl4pPr marL="1600200" indent="-228600" defTabSz="911225">
              <a:defRPr kumimoji="1" sz="2800" b="1">
                <a:solidFill>
                  <a:srgbClr val="000099"/>
                </a:solidFill>
                <a:latin typeface="Arial" panose="020B0604020202020204" pitchFamily="34" charset="0"/>
                <a:ea typeface="ＭＳ Ｐゴシック" panose="020B0600070205080204" pitchFamily="50" charset="-128"/>
              </a:defRPr>
            </a:lvl4pPr>
            <a:lvl5pPr marL="2057400" indent="-228600" defTabSz="911225">
              <a:defRPr kumimoji="1" sz="2800" b="1">
                <a:solidFill>
                  <a:srgbClr val="000099"/>
                </a:solidFill>
                <a:latin typeface="Arial" panose="020B0604020202020204" pitchFamily="34" charset="0"/>
                <a:ea typeface="ＭＳ Ｐゴシック" panose="020B0600070205080204" pitchFamily="50" charset="-128"/>
              </a:defRPr>
            </a:lvl5pPr>
            <a:lvl6pPr marL="25146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6pPr>
            <a:lvl7pPr marL="29718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7pPr>
            <a:lvl8pPr marL="34290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8pPr>
            <a:lvl9pPr marL="38862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9pPr>
          </a:lstStyle>
          <a:p>
            <a:fld id="{212948B6-8563-47F8-A7CF-CEC6FD88496B}" type="slidenum">
              <a:rPr lang="en-US" altLang="ja-JP" sz="1200" b="0">
                <a:solidFill>
                  <a:schemeClr val="tx1"/>
                </a:solidFill>
                <a:latin typeface="Times New Roman" panose="02020603050405020304" pitchFamily="18" charset="0"/>
              </a:rPr>
              <a:pPr/>
              <a:t>0</a:t>
            </a:fld>
            <a:endParaRPr lang="en-US" altLang="ja-JP" sz="1200" b="0" dirty="0">
              <a:solidFill>
                <a:schemeClr val="tx1"/>
              </a:solidFill>
              <a:latin typeface="Times New Roman" panose="02020603050405020304" pitchFamily="18" charset="0"/>
            </a:endParaRPr>
          </a:p>
        </p:txBody>
      </p:sp>
      <p:sp>
        <p:nvSpPr>
          <p:cNvPr id="5123" name="Rectangle 2">
            <a:extLst>
              <a:ext uri="{FF2B5EF4-FFF2-40B4-BE49-F238E27FC236}">
                <a16:creationId xmlns:a16="http://schemas.microsoft.com/office/drawing/2014/main" id="{FA138C78-6632-6580-74AD-7C4AA1AFA6EB}"/>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753CAD00-980D-EB4B-1EA7-B28EA3F3AD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sz="1200" kern="1200" dirty="0">
                <a:solidFill>
                  <a:schemeClr val="tx1"/>
                </a:solidFill>
                <a:effectLst/>
                <a:latin typeface="Times New Roman" pitchFamily="18" charset="0"/>
                <a:ea typeface="ＭＳ Ｐ明朝" charset="-128"/>
                <a:cs typeface="+mn-cs"/>
              </a:rPr>
              <a:t>Hello. My name is Karter Wong, and I will present my research topic: the Development of CAM systems for the Incremental Forming of CFRTP from 3D CAD data.</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スライド イメージ プレースホルダー 1">
            <a:extLst>
              <a:ext uri="{FF2B5EF4-FFF2-40B4-BE49-F238E27FC236}">
                <a16:creationId xmlns:a16="http://schemas.microsoft.com/office/drawing/2014/main" id="{4D243014-28A5-8A7E-EFE9-67DB99393F93}"/>
              </a:ext>
            </a:extLst>
          </p:cNvPr>
          <p:cNvSpPr>
            <a:spLocks noGrp="1" noRot="1" noChangeAspect="1" noTextEdit="1"/>
          </p:cNvSpPr>
          <p:nvPr>
            <p:ph type="sldImg"/>
          </p:nvPr>
        </p:nvSpPr>
        <p:spPr>
          <a:ln/>
        </p:spPr>
      </p:sp>
      <p:sp>
        <p:nvSpPr>
          <p:cNvPr id="9219" name="ノート プレースホルダー 2">
            <a:extLst>
              <a:ext uri="{FF2B5EF4-FFF2-40B4-BE49-F238E27FC236}">
                <a16:creationId xmlns:a16="http://schemas.microsoft.com/office/drawing/2014/main" id="{927E7AAD-04EE-EDDC-404E-8F71464D7A7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sz="1200" kern="1200" dirty="0">
                <a:solidFill>
                  <a:schemeClr val="tx1"/>
                </a:solidFill>
                <a:effectLst/>
                <a:latin typeface="Times New Roman" pitchFamily="18" charset="0"/>
                <a:ea typeface="ＭＳ Ｐ明朝" charset="-128"/>
                <a:cs typeface="+mn-cs"/>
              </a:rPr>
              <a:t>Today, I will briefly review some background information, then previous research on this topic, the progress I have made since the last presentation, and the plan for the remaining part of the semester.</a:t>
            </a:r>
          </a:p>
        </p:txBody>
      </p:sp>
      <p:sp>
        <p:nvSpPr>
          <p:cNvPr id="9220" name="スライド番号プレースホルダー 3">
            <a:extLst>
              <a:ext uri="{FF2B5EF4-FFF2-40B4-BE49-F238E27FC236}">
                <a16:creationId xmlns:a16="http://schemas.microsoft.com/office/drawing/2014/main" id="{C384925D-D166-5D94-E1C7-9D32F140C29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kumimoji="1" sz="2800" b="1">
                <a:solidFill>
                  <a:srgbClr val="000099"/>
                </a:solidFill>
                <a:latin typeface="Arial" panose="020B0604020202020204" pitchFamily="34" charset="0"/>
                <a:ea typeface="ＭＳ Ｐゴシック" panose="020B0600070205080204" pitchFamily="50" charset="-128"/>
              </a:defRPr>
            </a:lvl1pPr>
            <a:lvl2pPr marL="742950" indent="-285750" defTabSz="911225">
              <a:defRPr kumimoji="1" sz="2800" b="1">
                <a:solidFill>
                  <a:srgbClr val="000099"/>
                </a:solidFill>
                <a:latin typeface="Arial" panose="020B0604020202020204" pitchFamily="34" charset="0"/>
                <a:ea typeface="ＭＳ Ｐゴシック" panose="020B0600070205080204" pitchFamily="50" charset="-128"/>
              </a:defRPr>
            </a:lvl2pPr>
            <a:lvl3pPr marL="1143000" indent="-228600" defTabSz="911225">
              <a:defRPr kumimoji="1" sz="2800" b="1">
                <a:solidFill>
                  <a:srgbClr val="000099"/>
                </a:solidFill>
                <a:latin typeface="Arial" panose="020B0604020202020204" pitchFamily="34" charset="0"/>
                <a:ea typeface="ＭＳ Ｐゴシック" panose="020B0600070205080204" pitchFamily="50" charset="-128"/>
              </a:defRPr>
            </a:lvl3pPr>
            <a:lvl4pPr marL="1600200" indent="-228600" defTabSz="911225">
              <a:defRPr kumimoji="1" sz="2800" b="1">
                <a:solidFill>
                  <a:srgbClr val="000099"/>
                </a:solidFill>
                <a:latin typeface="Arial" panose="020B0604020202020204" pitchFamily="34" charset="0"/>
                <a:ea typeface="ＭＳ Ｐゴシック" panose="020B0600070205080204" pitchFamily="50" charset="-128"/>
              </a:defRPr>
            </a:lvl4pPr>
            <a:lvl5pPr marL="2057400" indent="-228600" defTabSz="911225">
              <a:defRPr kumimoji="1" sz="2800" b="1">
                <a:solidFill>
                  <a:srgbClr val="000099"/>
                </a:solidFill>
                <a:latin typeface="Arial" panose="020B0604020202020204" pitchFamily="34" charset="0"/>
                <a:ea typeface="ＭＳ Ｐゴシック" panose="020B0600070205080204" pitchFamily="50" charset="-128"/>
              </a:defRPr>
            </a:lvl5pPr>
            <a:lvl6pPr marL="25146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6pPr>
            <a:lvl7pPr marL="29718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7pPr>
            <a:lvl8pPr marL="34290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8pPr>
            <a:lvl9pPr marL="38862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9pPr>
          </a:lstStyle>
          <a:p>
            <a:fld id="{051BA3E1-8B04-44E3-94CD-35294639971C}" type="slidenum">
              <a:rPr lang="en-US" altLang="ja-JP" sz="1200" b="0">
                <a:solidFill>
                  <a:schemeClr val="tx1"/>
                </a:solidFill>
                <a:latin typeface="Times New Roman" panose="02020603050405020304" pitchFamily="18" charset="0"/>
              </a:rPr>
              <a:pPr/>
              <a:t>1</a:t>
            </a:fld>
            <a:endParaRPr lang="en-US" altLang="ja-JP" sz="1200" b="0" dirty="0">
              <a:solidFill>
                <a:schemeClr val="tx1"/>
              </a:solidFill>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Incremental forming</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Incremental forming is a flexible forming process that can shape sheets of various materials using plastic deformation of the sheet with a tool into the desired shape.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Unlike traditional manufacturing processes, it does not require dies or molds, making it ideal for low-volume production, prototyping, or custom parts. The tool follows a programmed path to manufacture thin shell shapes, offering reduced setup and production costs.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It also allows production of various products in small quantities, where mold creation would be too expensive. </a:t>
            </a:r>
          </a:p>
        </p:txBody>
      </p:sp>
      <p:sp>
        <p:nvSpPr>
          <p:cNvPr id="4" name="Slide Number Placeholder 3"/>
          <p:cNvSpPr>
            <a:spLocks noGrp="1"/>
          </p:cNvSpPr>
          <p:nvPr>
            <p:ph type="sldNum" sz="quarter" idx="5"/>
          </p:nvPr>
        </p:nvSpPr>
        <p:spPr/>
        <p:txBody>
          <a:bodyPr/>
          <a:lstStyle/>
          <a:p>
            <a:fld id="{164FDCDA-5C8E-4E20-BEC5-4BA3DAEABBE8}" type="slidenum">
              <a:rPr lang="en-US" altLang="ja-JP" smtClean="0"/>
              <a:pPr/>
              <a:t>2</a:t>
            </a:fld>
            <a:endParaRPr lang="en-US" altLang="ja-JP" dirty="0"/>
          </a:p>
        </p:txBody>
      </p:sp>
    </p:spTree>
    <p:extLst>
      <p:ext uri="{BB962C8B-B14F-4D97-AF65-F5344CB8AC3E}">
        <p14:creationId xmlns:p14="http://schemas.microsoft.com/office/powerpoint/2010/main" val="32839099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BB3F6-8B56-F9AC-80E8-190D8C8893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98EEE8-930D-463A-2A74-50E8387534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0BA1F6-C61E-880D-6E92-9703A67D5544}"/>
              </a:ext>
            </a:extLst>
          </p:cNvPr>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An example of Incremental forming in use today is by car manufacturers like Ford, Nissan, and Lexus. These manufacturers use incremental forming to prototype new vehicle designs and add minor customizations to vehicles, as seen on the Lexus LS edge, as shown in the red circle of the figure on the right. </a:t>
            </a:r>
          </a:p>
        </p:txBody>
      </p:sp>
      <p:sp>
        <p:nvSpPr>
          <p:cNvPr id="4" name="Slide Number Placeholder 3">
            <a:extLst>
              <a:ext uri="{FF2B5EF4-FFF2-40B4-BE49-F238E27FC236}">
                <a16:creationId xmlns:a16="http://schemas.microsoft.com/office/drawing/2014/main" id="{330EC824-0504-FD55-81C0-CCF0F8FC49A8}"/>
              </a:ext>
            </a:extLst>
          </p:cNvPr>
          <p:cNvSpPr>
            <a:spLocks noGrp="1"/>
          </p:cNvSpPr>
          <p:nvPr>
            <p:ph type="sldNum" sz="quarter" idx="5"/>
          </p:nvPr>
        </p:nvSpPr>
        <p:spPr/>
        <p:txBody>
          <a:bodyPr/>
          <a:lstStyle/>
          <a:p>
            <a:fld id="{164FDCDA-5C8E-4E20-BEC5-4BA3DAEABBE8}" type="slidenum">
              <a:rPr lang="en-US" altLang="ja-JP" smtClean="0"/>
              <a:pPr/>
              <a:t>3</a:t>
            </a:fld>
            <a:endParaRPr lang="en-US" altLang="ja-JP" dirty="0"/>
          </a:p>
        </p:txBody>
      </p:sp>
    </p:spTree>
    <p:extLst>
      <p:ext uri="{BB962C8B-B14F-4D97-AF65-F5344CB8AC3E}">
        <p14:creationId xmlns:p14="http://schemas.microsoft.com/office/powerpoint/2010/main" val="5395697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Previous research on this topic developed a simple CAM system to generate a tool path and conducted experiments to test the tool path. The experimental conditions of the experiments will be described later.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The CAM system developed during the previous research using Python can be described in four steps: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First, STL data from the 3D CAD data is converted into a point cloud, a collection of points from the triangles given by the STL file.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Next, the point cloud's points are grouped into layers defined by the Z coordinate. During this process, the program looks for the points on the outermost part of the figure so that the toolpath does not go in the middle of the forming shape.</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The third step is to construct the toolpath, which is done by calculating the distances from the tool's current position to the other points on the layer and moving to the point with the shortest distance. This process is repeated for all the points on a layer and each layer.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The final step is to convert the X, Y, and Z coordinates into G-code so that the machine can read the generated tool path. </a:t>
            </a:r>
          </a:p>
          <a:p>
            <a:r>
              <a:rPr kumimoji="1" lang="en-US" sz="1200" kern="1200" dirty="0">
                <a:solidFill>
                  <a:schemeClr val="tx1"/>
                </a:solidFill>
                <a:effectLst/>
                <a:latin typeface="Times New Roman" pitchFamily="18" charset="0"/>
                <a:ea typeface="ＭＳ Ｐ明朝" charset="-128"/>
                <a:cs typeface="+mn-cs"/>
              </a:rPr>
              <a:t> </a:t>
            </a:r>
          </a:p>
          <a:p>
            <a:br>
              <a:rPr kumimoji="1" lang="en-US" sz="1200" b="1" u="sng" kern="1200" dirty="0">
                <a:solidFill>
                  <a:schemeClr val="tx1"/>
                </a:solidFill>
                <a:effectLst/>
                <a:latin typeface="Times New Roman" pitchFamily="18" charset="0"/>
                <a:ea typeface="ＭＳ Ｐ明朝" charset="-128"/>
                <a:cs typeface="+mn-cs"/>
              </a:rPr>
            </a:br>
            <a:r>
              <a:rPr kumimoji="1" lang="en-US" sz="1200" b="1" u="none" strike="noStrike" kern="1200" dirty="0">
                <a:solidFill>
                  <a:schemeClr val="tx1"/>
                </a:solidFill>
                <a:effectLst/>
                <a:latin typeface="Times New Roman" pitchFamily="18" charset="0"/>
                <a:ea typeface="ＭＳ Ｐ明朝" charset="-128"/>
                <a:cs typeface="+mn-cs"/>
              </a:rPr>
              <a:t> </a:t>
            </a:r>
            <a:endParaRPr kumimoji="1" lang="en-US" sz="1200" kern="1200" dirty="0">
              <a:solidFill>
                <a:schemeClr val="tx1"/>
              </a:solidFill>
              <a:effectLst/>
              <a:latin typeface="Times New Roman" pitchFamily="18" charset="0"/>
              <a:ea typeface="ＭＳ Ｐ明朝" charset="-128"/>
              <a:cs typeface="+mn-cs"/>
            </a:endParaRPr>
          </a:p>
        </p:txBody>
      </p:sp>
      <p:sp>
        <p:nvSpPr>
          <p:cNvPr id="4" name="Slide Number Placeholder 3"/>
          <p:cNvSpPr>
            <a:spLocks noGrp="1"/>
          </p:cNvSpPr>
          <p:nvPr>
            <p:ph type="sldNum" sz="quarter" idx="5"/>
          </p:nvPr>
        </p:nvSpPr>
        <p:spPr/>
        <p:txBody>
          <a:bodyPr/>
          <a:lstStyle/>
          <a:p>
            <a:fld id="{164FDCDA-5C8E-4E20-BEC5-4BA3DAEABBE8}" type="slidenum">
              <a:rPr lang="en-US" altLang="ja-JP" smtClean="0"/>
              <a:pPr/>
              <a:t>4</a:t>
            </a:fld>
            <a:endParaRPr lang="en-US" altLang="ja-JP" dirty="0"/>
          </a:p>
        </p:txBody>
      </p:sp>
    </p:spTree>
    <p:extLst>
      <p:ext uri="{BB962C8B-B14F-4D97-AF65-F5344CB8AC3E}">
        <p14:creationId xmlns:p14="http://schemas.microsoft.com/office/powerpoint/2010/main" val="35019551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Using the previous research as a base, I have added some changes to the CAM system to work with complex shapes. These include the initial and ending commands needed for every toolpath, Convex hull, reverse offset, and other smaller features to make the program's transition from designing to machining smoother.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In the updated CAM system, instead of just loading the STL file as it is and forming the point cloud, the CAM system rounds all the Z coordinates to the nearest whole number. It then forms the point cloud but also sets a uniform layer distance of 1 mm and, like the other program, goes from the highest layer to the lowest.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Next, the CAM system finds the outer boundary of points using the convex hull library while removing layers with less than 5 points. Then, the points are filtered to remove points within a certain radius of the current point. Then, the CAM system sorts the points again so that the toolpath is smooth and the points are all "visited" by the tool once. Then, the program closes the layer by connecting the last point to the first point.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After generating the toolpath, the X, Y, and Z coordinates are rounded to increase the accuracy of the tool paths. The reverse offset is applied, shrinking the toolpath by the diameter of the tool.</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Finally, the coordinates are converted to G-code by adding the proper syntax, initial setup commands like the spindle speed, feed rate, etc., and the program's termination sequence, which moves the toolpath to a safe height and stops the machine.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These changes allow the CAM system to generate a smooth toolpath for complex shapes, optimize the generation process, and allow the operator to start machining immediately after the toolpath is generated without any adjustments.  </a:t>
            </a:r>
          </a:p>
        </p:txBody>
      </p:sp>
      <p:sp>
        <p:nvSpPr>
          <p:cNvPr id="4" name="Slide Number Placeholder 3"/>
          <p:cNvSpPr>
            <a:spLocks noGrp="1"/>
          </p:cNvSpPr>
          <p:nvPr>
            <p:ph type="sldNum" sz="quarter" idx="5"/>
          </p:nvPr>
        </p:nvSpPr>
        <p:spPr/>
        <p:txBody>
          <a:bodyPr/>
          <a:lstStyle/>
          <a:p>
            <a:fld id="{164FDCDA-5C8E-4E20-BEC5-4BA3DAEABBE8}" type="slidenum">
              <a:rPr lang="en-US" altLang="ja-JP" smtClean="0"/>
              <a:pPr/>
              <a:t>5</a:t>
            </a:fld>
            <a:endParaRPr lang="en-US" altLang="ja-JP" dirty="0"/>
          </a:p>
        </p:txBody>
      </p:sp>
    </p:spTree>
    <p:extLst>
      <p:ext uri="{BB962C8B-B14F-4D97-AF65-F5344CB8AC3E}">
        <p14:creationId xmlns:p14="http://schemas.microsoft.com/office/powerpoint/2010/main" val="2460522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CD256-CE2F-49F1-5B7B-B928972862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51AD22-61BF-753C-0A69-5D62892228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F6FA3D-4392-013B-0887-3C1B5C1EB64F}"/>
              </a:ext>
            </a:extLst>
          </p:cNvPr>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Here is a comparison of the CAM system used in previous research and the updated CAM system for the current test shape, which is more complex than the previous research test shape, which was a truncated cone.</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The updated CAM system produces a simplified tool path, as seen in the figure on the left. The Previous CAM system processed all the points from the point cloud, taking over an hour and a half to generate the toolpath versus the updated system's 2 seconds.</a:t>
            </a:r>
          </a:p>
        </p:txBody>
      </p:sp>
      <p:sp>
        <p:nvSpPr>
          <p:cNvPr id="4" name="Slide Number Placeholder 3">
            <a:extLst>
              <a:ext uri="{FF2B5EF4-FFF2-40B4-BE49-F238E27FC236}">
                <a16:creationId xmlns:a16="http://schemas.microsoft.com/office/drawing/2014/main" id="{38E701A5-E9E9-6D91-4C4D-FD0D92303C36}"/>
              </a:ext>
            </a:extLst>
          </p:cNvPr>
          <p:cNvSpPr>
            <a:spLocks noGrp="1"/>
          </p:cNvSpPr>
          <p:nvPr>
            <p:ph type="sldNum" sz="quarter" idx="5"/>
          </p:nvPr>
        </p:nvSpPr>
        <p:spPr/>
        <p:txBody>
          <a:bodyPr/>
          <a:lstStyle/>
          <a:p>
            <a:fld id="{164FDCDA-5C8E-4E20-BEC5-4BA3DAEABBE8}" type="slidenum">
              <a:rPr lang="en-US" altLang="ja-JP" smtClean="0"/>
              <a:pPr/>
              <a:t>6</a:t>
            </a:fld>
            <a:endParaRPr lang="en-US" altLang="ja-JP"/>
          </a:p>
        </p:txBody>
      </p:sp>
    </p:spTree>
    <p:extLst>
      <p:ext uri="{BB962C8B-B14F-4D97-AF65-F5344CB8AC3E}">
        <p14:creationId xmlns:p14="http://schemas.microsoft.com/office/powerpoint/2010/main" val="12337699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To further improve the capabilities of this CAM system, I changed the test shape from a truncated cone to the current </a:t>
            </a:r>
            <a:r>
              <a:rPr kumimoji="1" lang="en-US" sz="1200" kern="1200">
                <a:solidFill>
                  <a:schemeClr val="tx1"/>
                </a:solidFill>
                <a:effectLst/>
                <a:latin typeface="Times New Roman" pitchFamily="18" charset="0"/>
                <a:ea typeface="ＭＳ Ｐ明朝" charset="-128"/>
                <a:cs typeface="+mn-cs"/>
              </a:rPr>
              <a:t>test shape.</a:t>
            </a:r>
            <a:endParaRPr kumimoji="1" lang="en-US" sz="1200" kern="1200" dirty="0">
              <a:solidFill>
                <a:schemeClr val="tx1"/>
              </a:solidFill>
              <a:effectLst/>
              <a:latin typeface="Times New Roman" pitchFamily="18" charset="0"/>
              <a:ea typeface="ＭＳ Ｐ明朝" charset="-128"/>
              <a:cs typeface="+mn-cs"/>
            </a:endParaRP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The updated shape is a simpler version of the previous test shape and is shorter; the dimensions of the current test shape are 30 mm x 30 mm x 9.9 mm. These dimensions of the figure were chosen to ensure the figure would not have any 90-degree angles while keeping some of its complexity. </a:t>
            </a:r>
            <a:br>
              <a:rPr kumimoji="1" lang="en-US" sz="1200" kern="1200" dirty="0">
                <a:solidFill>
                  <a:schemeClr val="tx1"/>
                </a:solidFill>
                <a:effectLst/>
                <a:latin typeface="Times New Roman" pitchFamily="18" charset="0"/>
                <a:ea typeface="ＭＳ Ｐ明朝" charset="-128"/>
                <a:cs typeface="+mn-cs"/>
              </a:rPr>
            </a:br>
            <a:br>
              <a:rPr kumimoji="1" lang="en-US" sz="1200" kern="1200" dirty="0">
                <a:solidFill>
                  <a:schemeClr val="tx1"/>
                </a:solidFill>
                <a:effectLst/>
                <a:latin typeface="Times New Roman" pitchFamily="18" charset="0"/>
                <a:ea typeface="ＭＳ Ｐ明朝" charset="-128"/>
                <a:cs typeface="+mn-cs"/>
              </a:rPr>
            </a:br>
            <a:br>
              <a:rPr kumimoji="1" lang="en-US" sz="1200" kern="1200" dirty="0">
                <a:solidFill>
                  <a:schemeClr val="tx1"/>
                </a:solidFill>
                <a:effectLst/>
                <a:latin typeface="Times New Roman" pitchFamily="18" charset="0"/>
                <a:ea typeface="ＭＳ Ｐ明朝" charset="-128"/>
                <a:cs typeface="+mn-cs"/>
              </a:rPr>
            </a:br>
            <a:endParaRPr kumimoji="1" lang="en-US" sz="1200" kern="1200" dirty="0">
              <a:solidFill>
                <a:schemeClr val="tx1"/>
              </a:solidFill>
              <a:effectLst/>
              <a:latin typeface="Times New Roman" pitchFamily="18" charset="0"/>
              <a:ea typeface="ＭＳ Ｐ明朝" charset="-128"/>
              <a:cs typeface="+mn-cs"/>
            </a:endParaRPr>
          </a:p>
        </p:txBody>
      </p:sp>
      <p:sp>
        <p:nvSpPr>
          <p:cNvPr id="4" name="Slide Number Placeholder 3"/>
          <p:cNvSpPr>
            <a:spLocks noGrp="1"/>
          </p:cNvSpPr>
          <p:nvPr>
            <p:ph type="sldNum" sz="quarter" idx="5"/>
          </p:nvPr>
        </p:nvSpPr>
        <p:spPr/>
        <p:txBody>
          <a:bodyPr/>
          <a:lstStyle/>
          <a:p>
            <a:fld id="{164FDCDA-5C8E-4E20-BEC5-4BA3DAEABBE8}" type="slidenum">
              <a:rPr lang="en-US" altLang="ja-JP" smtClean="0"/>
              <a:pPr/>
              <a:t>7</a:t>
            </a:fld>
            <a:endParaRPr lang="en-US" altLang="ja-JP"/>
          </a:p>
        </p:txBody>
      </p:sp>
    </p:spTree>
    <p:extLst>
      <p:ext uri="{BB962C8B-B14F-4D97-AF65-F5344CB8AC3E}">
        <p14:creationId xmlns:p14="http://schemas.microsoft.com/office/powerpoint/2010/main" val="12793334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6E278-FDE2-7F2F-C968-C88E81B85EAA}"/>
            </a:ext>
          </a:extLst>
        </p:cNvPr>
        <p:cNvGrpSpPr/>
        <p:nvPr/>
      </p:nvGrpSpPr>
      <p:grpSpPr>
        <a:xfrm>
          <a:off x="0" y="0"/>
          <a:ext cx="0" cy="0"/>
          <a:chOff x="0" y="0"/>
          <a:chExt cx="0" cy="0"/>
        </a:xfrm>
      </p:grpSpPr>
      <p:sp>
        <p:nvSpPr>
          <p:cNvPr id="13314" name="スライド イメージ プレースホルダー 1">
            <a:extLst>
              <a:ext uri="{FF2B5EF4-FFF2-40B4-BE49-F238E27FC236}">
                <a16:creationId xmlns:a16="http://schemas.microsoft.com/office/drawing/2014/main" id="{CE0319B3-98DC-7951-9030-913A0487E1AE}"/>
              </a:ext>
            </a:extLst>
          </p:cNvPr>
          <p:cNvSpPr>
            <a:spLocks noGrp="1" noRot="1" noChangeAspect="1" noTextEdit="1"/>
          </p:cNvSpPr>
          <p:nvPr>
            <p:ph type="sldImg"/>
          </p:nvPr>
        </p:nvSpPr>
        <p:spPr>
          <a:ln/>
        </p:spPr>
      </p:sp>
      <p:sp>
        <p:nvSpPr>
          <p:cNvPr id="13315" name="ノート プレースホルダー 2">
            <a:extLst>
              <a:ext uri="{FF2B5EF4-FFF2-40B4-BE49-F238E27FC236}">
                <a16:creationId xmlns:a16="http://schemas.microsoft.com/office/drawing/2014/main" id="{C4367C15-550C-6756-63A5-F2495877902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sz="1200" kern="1200" dirty="0">
                <a:solidFill>
                  <a:schemeClr val="tx1"/>
                </a:solidFill>
                <a:effectLst/>
                <a:latin typeface="Times New Roman" pitchFamily="18" charset="0"/>
                <a:ea typeface="ＭＳ Ｐ明朝" charset="-128"/>
                <a:cs typeface="+mn-cs"/>
              </a:rPr>
              <a:t>To conduct the experiments, I used an MC430L machining center on nylon sheets that were about 110 mm x 110 mm x 1mm, with a mold of 89.92 mm x 89.92 mm x 20 mm of my test shape, which is 30 mm x 30 mm x 9.9 mm. The tool that was used is a 2.5 mm diameter rod.</a:t>
            </a:r>
          </a:p>
        </p:txBody>
      </p:sp>
      <p:sp>
        <p:nvSpPr>
          <p:cNvPr id="13316" name="スライド番号プレースホルダー 3">
            <a:extLst>
              <a:ext uri="{FF2B5EF4-FFF2-40B4-BE49-F238E27FC236}">
                <a16:creationId xmlns:a16="http://schemas.microsoft.com/office/drawing/2014/main" id="{BFB33728-5464-2E61-D106-DB3DD110E5B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kumimoji="1" sz="2800" b="1">
                <a:solidFill>
                  <a:srgbClr val="000099"/>
                </a:solidFill>
                <a:latin typeface="Arial" panose="020B0604020202020204" pitchFamily="34" charset="0"/>
                <a:ea typeface="ＭＳ Ｐゴシック" panose="020B0600070205080204" pitchFamily="50" charset="-128"/>
              </a:defRPr>
            </a:lvl1pPr>
            <a:lvl2pPr marL="742950" indent="-285750" defTabSz="911225">
              <a:defRPr kumimoji="1" sz="2800" b="1">
                <a:solidFill>
                  <a:srgbClr val="000099"/>
                </a:solidFill>
                <a:latin typeface="Arial" panose="020B0604020202020204" pitchFamily="34" charset="0"/>
                <a:ea typeface="ＭＳ Ｐゴシック" panose="020B0600070205080204" pitchFamily="50" charset="-128"/>
              </a:defRPr>
            </a:lvl2pPr>
            <a:lvl3pPr marL="1143000" indent="-228600" defTabSz="911225">
              <a:defRPr kumimoji="1" sz="2800" b="1">
                <a:solidFill>
                  <a:srgbClr val="000099"/>
                </a:solidFill>
                <a:latin typeface="Arial" panose="020B0604020202020204" pitchFamily="34" charset="0"/>
                <a:ea typeface="ＭＳ Ｐゴシック" panose="020B0600070205080204" pitchFamily="50" charset="-128"/>
              </a:defRPr>
            </a:lvl3pPr>
            <a:lvl4pPr marL="1600200" indent="-228600" defTabSz="911225">
              <a:defRPr kumimoji="1" sz="2800" b="1">
                <a:solidFill>
                  <a:srgbClr val="000099"/>
                </a:solidFill>
                <a:latin typeface="Arial" panose="020B0604020202020204" pitchFamily="34" charset="0"/>
                <a:ea typeface="ＭＳ Ｐゴシック" panose="020B0600070205080204" pitchFamily="50" charset="-128"/>
              </a:defRPr>
            </a:lvl4pPr>
            <a:lvl5pPr marL="2057400" indent="-228600" defTabSz="911225">
              <a:defRPr kumimoji="1" sz="2800" b="1">
                <a:solidFill>
                  <a:srgbClr val="000099"/>
                </a:solidFill>
                <a:latin typeface="Arial" panose="020B0604020202020204" pitchFamily="34" charset="0"/>
                <a:ea typeface="ＭＳ Ｐゴシック" panose="020B0600070205080204" pitchFamily="50" charset="-128"/>
              </a:defRPr>
            </a:lvl5pPr>
            <a:lvl6pPr marL="25146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6pPr>
            <a:lvl7pPr marL="29718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7pPr>
            <a:lvl8pPr marL="34290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8pPr>
            <a:lvl9pPr marL="38862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9pPr>
          </a:lstStyle>
          <a:p>
            <a:fld id="{3DAC67EF-DDD4-4F47-BA28-B6C8A2F1D6D3}" type="slidenum">
              <a:rPr lang="en-US" altLang="ja-JP" sz="1200" b="0">
                <a:solidFill>
                  <a:schemeClr val="tx1"/>
                </a:solidFill>
                <a:latin typeface="Times New Roman" panose="02020603050405020304" pitchFamily="18" charset="0"/>
              </a:rPr>
              <a:pPr/>
              <a:t>8</a:t>
            </a:fld>
            <a:endParaRPr lang="en-US" altLang="ja-JP" sz="12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3893711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5C9AA-D105-750A-3710-495F23AB8131}"/>
            </a:ext>
          </a:extLst>
        </p:cNvPr>
        <p:cNvGrpSpPr/>
        <p:nvPr/>
      </p:nvGrpSpPr>
      <p:grpSpPr>
        <a:xfrm>
          <a:off x="0" y="0"/>
          <a:ext cx="0" cy="0"/>
          <a:chOff x="0" y="0"/>
          <a:chExt cx="0" cy="0"/>
        </a:xfrm>
      </p:grpSpPr>
      <p:sp>
        <p:nvSpPr>
          <p:cNvPr id="16386" name="スライド イメージ プレースホルダ 1">
            <a:extLst>
              <a:ext uri="{FF2B5EF4-FFF2-40B4-BE49-F238E27FC236}">
                <a16:creationId xmlns:a16="http://schemas.microsoft.com/office/drawing/2014/main" id="{F44C9E83-03E3-85D6-53B5-A29B7CCAE787}"/>
              </a:ext>
            </a:extLst>
          </p:cNvPr>
          <p:cNvSpPr>
            <a:spLocks noGrp="1" noRot="1" noChangeAspect="1" noTextEdit="1"/>
          </p:cNvSpPr>
          <p:nvPr>
            <p:ph type="sldImg"/>
          </p:nvPr>
        </p:nvSpPr>
        <p:spPr>
          <a:ln/>
        </p:spPr>
      </p:sp>
      <p:sp>
        <p:nvSpPr>
          <p:cNvPr id="16387" name="ノート プレースホルダ 2">
            <a:extLst>
              <a:ext uri="{FF2B5EF4-FFF2-40B4-BE49-F238E27FC236}">
                <a16:creationId xmlns:a16="http://schemas.microsoft.com/office/drawing/2014/main" id="{A2B74FE2-972A-5EF9-943E-163FB91748B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sz="1200" kern="1200" dirty="0">
                <a:solidFill>
                  <a:schemeClr val="tx1"/>
                </a:solidFill>
                <a:effectLst/>
                <a:latin typeface="Times New Roman" pitchFamily="18" charset="0"/>
                <a:ea typeface="ＭＳ Ｐ明朝" charset="-128"/>
                <a:cs typeface="+mn-cs"/>
              </a:rPr>
              <a:t>The test shape was successfully formed with the mold during the tests. The general shape was machined; however, in some areas of the shape, there were thinner portions. The thin parts of the shape were due to the tool path being too close to the mold below.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All the tests were done with a feed rate, or processing speed, of 200-400 mm/min, and the spindle was spinning at 250 to 300 RPM.</a:t>
            </a:r>
          </a:p>
        </p:txBody>
      </p:sp>
      <p:sp>
        <p:nvSpPr>
          <p:cNvPr id="16388" name="スライド番号プレースホルダ 3">
            <a:extLst>
              <a:ext uri="{FF2B5EF4-FFF2-40B4-BE49-F238E27FC236}">
                <a16:creationId xmlns:a16="http://schemas.microsoft.com/office/drawing/2014/main" id="{3B9F021E-89DB-D7FF-BD02-9CD7C294AF1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kumimoji="1" sz="2800" b="1">
                <a:solidFill>
                  <a:srgbClr val="000099"/>
                </a:solidFill>
                <a:latin typeface="Arial" panose="020B0604020202020204" pitchFamily="34" charset="0"/>
                <a:ea typeface="ＭＳ Ｐゴシック" panose="020B0600070205080204" pitchFamily="50" charset="-128"/>
              </a:defRPr>
            </a:lvl1pPr>
            <a:lvl2pPr marL="742950" indent="-285750" defTabSz="911225">
              <a:defRPr kumimoji="1" sz="2800" b="1">
                <a:solidFill>
                  <a:srgbClr val="000099"/>
                </a:solidFill>
                <a:latin typeface="Arial" panose="020B0604020202020204" pitchFamily="34" charset="0"/>
                <a:ea typeface="ＭＳ Ｐゴシック" panose="020B0600070205080204" pitchFamily="50" charset="-128"/>
              </a:defRPr>
            </a:lvl2pPr>
            <a:lvl3pPr marL="1143000" indent="-228600" defTabSz="911225">
              <a:defRPr kumimoji="1" sz="2800" b="1">
                <a:solidFill>
                  <a:srgbClr val="000099"/>
                </a:solidFill>
                <a:latin typeface="Arial" panose="020B0604020202020204" pitchFamily="34" charset="0"/>
                <a:ea typeface="ＭＳ Ｐゴシック" panose="020B0600070205080204" pitchFamily="50" charset="-128"/>
              </a:defRPr>
            </a:lvl3pPr>
            <a:lvl4pPr marL="1600200" indent="-228600" defTabSz="911225">
              <a:defRPr kumimoji="1" sz="2800" b="1">
                <a:solidFill>
                  <a:srgbClr val="000099"/>
                </a:solidFill>
                <a:latin typeface="Arial" panose="020B0604020202020204" pitchFamily="34" charset="0"/>
                <a:ea typeface="ＭＳ Ｐゴシック" panose="020B0600070205080204" pitchFamily="50" charset="-128"/>
              </a:defRPr>
            </a:lvl4pPr>
            <a:lvl5pPr marL="2057400" indent="-228600" defTabSz="911225">
              <a:defRPr kumimoji="1" sz="2800" b="1">
                <a:solidFill>
                  <a:srgbClr val="000099"/>
                </a:solidFill>
                <a:latin typeface="Arial" panose="020B0604020202020204" pitchFamily="34" charset="0"/>
                <a:ea typeface="ＭＳ Ｐゴシック" panose="020B0600070205080204" pitchFamily="50" charset="-128"/>
              </a:defRPr>
            </a:lvl5pPr>
            <a:lvl6pPr marL="25146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6pPr>
            <a:lvl7pPr marL="29718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7pPr>
            <a:lvl8pPr marL="34290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8pPr>
            <a:lvl9pPr marL="38862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9pPr>
          </a:lstStyle>
          <a:p>
            <a:fld id="{2E245534-AA22-4C2B-8098-70AD90F155E6}" type="slidenum">
              <a:rPr lang="en-US" altLang="ja-JP" sz="1200" b="0">
                <a:solidFill>
                  <a:schemeClr val="tx1"/>
                </a:solidFill>
                <a:latin typeface="Times New Roman" panose="02020603050405020304" pitchFamily="18" charset="0"/>
              </a:rPr>
              <a:pPr/>
              <a:t>9</a:t>
            </a:fld>
            <a:endParaRPr lang="en-US" altLang="ja-JP" sz="12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23843989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スライド イメージ プレースホルダ 1">
            <a:extLst>
              <a:ext uri="{FF2B5EF4-FFF2-40B4-BE49-F238E27FC236}">
                <a16:creationId xmlns:a16="http://schemas.microsoft.com/office/drawing/2014/main" id="{36FBE390-8484-79F3-A807-9C00A5BC39DC}"/>
              </a:ext>
            </a:extLst>
          </p:cNvPr>
          <p:cNvSpPr>
            <a:spLocks noGrp="1" noRot="1" noChangeAspect="1" noTextEdit="1"/>
          </p:cNvSpPr>
          <p:nvPr>
            <p:ph type="sldImg"/>
          </p:nvPr>
        </p:nvSpPr>
        <p:spPr>
          <a:ln/>
        </p:spPr>
      </p:sp>
      <p:sp>
        <p:nvSpPr>
          <p:cNvPr id="16387" name="ノート プレースホルダ 2">
            <a:extLst>
              <a:ext uri="{FF2B5EF4-FFF2-40B4-BE49-F238E27FC236}">
                <a16:creationId xmlns:a16="http://schemas.microsoft.com/office/drawing/2014/main" id="{310F7137-ADB5-6228-1730-1E9AA4D85DF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sz="1200" kern="1200" dirty="0">
                <a:solidFill>
                  <a:schemeClr val="tx1"/>
                </a:solidFill>
                <a:effectLst/>
                <a:latin typeface="Times New Roman" pitchFamily="18" charset="0"/>
                <a:ea typeface="ＭＳ Ｐ明朝" charset="-128"/>
                <a:cs typeface="+mn-cs"/>
              </a:rPr>
              <a:t>For the tests without the mold, the material was visibly thicker after the machining but could not reach the desired depth. This was due to the material's springback. Lowering the tool's origin addressed and fixed this.</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All the tests were done with a federate, or speed of processing, of 200-1000 mm/min, and the spindle was spinning at 250 to 500 RPM.</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For the experiments, it was harder to form without the mold as the spring back would be higher. This resulted in needing a higher feed rate and spindle speed so the nylon would stay in the forming shape.</a:t>
            </a:r>
          </a:p>
        </p:txBody>
      </p:sp>
      <p:sp>
        <p:nvSpPr>
          <p:cNvPr id="16388" name="スライド番号プレースホルダ 3">
            <a:extLst>
              <a:ext uri="{FF2B5EF4-FFF2-40B4-BE49-F238E27FC236}">
                <a16:creationId xmlns:a16="http://schemas.microsoft.com/office/drawing/2014/main" id="{21EF9022-6A2F-CC56-D989-D2B126D183A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kumimoji="1" sz="2800" b="1">
                <a:solidFill>
                  <a:srgbClr val="000099"/>
                </a:solidFill>
                <a:latin typeface="Arial" panose="020B0604020202020204" pitchFamily="34" charset="0"/>
                <a:ea typeface="ＭＳ Ｐゴシック" panose="020B0600070205080204" pitchFamily="50" charset="-128"/>
              </a:defRPr>
            </a:lvl1pPr>
            <a:lvl2pPr marL="742950" indent="-285750" defTabSz="911225">
              <a:defRPr kumimoji="1" sz="2800" b="1">
                <a:solidFill>
                  <a:srgbClr val="000099"/>
                </a:solidFill>
                <a:latin typeface="Arial" panose="020B0604020202020204" pitchFamily="34" charset="0"/>
                <a:ea typeface="ＭＳ Ｐゴシック" panose="020B0600070205080204" pitchFamily="50" charset="-128"/>
              </a:defRPr>
            </a:lvl2pPr>
            <a:lvl3pPr marL="1143000" indent="-228600" defTabSz="911225">
              <a:defRPr kumimoji="1" sz="2800" b="1">
                <a:solidFill>
                  <a:srgbClr val="000099"/>
                </a:solidFill>
                <a:latin typeface="Arial" panose="020B0604020202020204" pitchFamily="34" charset="0"/>
                <a:ea typeface="ＭＳ Ｐゴシック" panose="020B0600070205080204" pitchFamily="50" charset="-128"/>
              </a:defRPr>
            </a:lvl3pPr>
            <a:lvl4pPr marL="1600200" indent="-228600" defTabSz="911225">
              <a:defRPr kumimoji="1" sz="2800" b="1">
                <a:solidFill>
                  <a:srgbClr val="000099"/>
                </a:solidFill>
                <a:latin typeface="Arial" panose="020B0604020202020204" pitchFamily="34" charset="0"/>
                <a:ea typeface="ＭＳ Ｐゴシック" panose="020B0600070205080204" pitchFamily="50" charset="-128"/>
              </a:defRPr>
            </a:lvl4pPr>
            <a:lvl5pPr marL="2057400" indent="-228600" defTabSz="911225">
              <a:defRPr kumimoji="1" sz="2800" b="1">
                <a:solidFill>
                  <a:srgbClr val="000099"/>
                </a:solidFill>
                <a:latin typeface="Arial" panose="020B0604020202020204" pitchFamily="34" charset="0"/>
                <a:ea typeface="ＭＳ Ｐゴシック" panose="020B0600070205080204" pitchFamily="50" charset="-128"/>
              </a:defRPr>
            </a:lvl5pPr>
            <a:lvl6pPr marL="25146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6pPr>
            <a:lvl7pPr marL="29718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7pPr>
            <a:lvl8pPr marL="34290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8pPr>
            <a:lvl9pPr marL="38862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9pPr>
          </a:lstStyle>
          <a:p>
            <a:fld id="{2E245534-AA22-4C2B-8098-70AD90F155E6}" type="slidenum">
              <a:rPr lang="en-US" altLang="ja-JP" sz="1200" b="0">
                <a:solidFill>
                  <a:schemeClr val="tx1"/>
                </a:solidFill>
                <a:latin typeface="Times New Roman" panose="02020603050405020304" pitchFamily="18" charset="0"/>
              </a:rPr>
              <a:pPr/>
              <a:t>10</a:t>
            </a:fld>
            <a:endParaRPr lang="en-US" altLang="ja-JP" sz="1200" b="0">
              <a:solidFill>
                <a:schemeClr val="tx1"/>
              </a:solidFill>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Between now and the next presentation, my goal is to conduct experiments with CRTP in an oil bath with and without the mold. I will also learn how to use the 3D scanner to analyze the results, as right now, it is hard to determine accurately if the test piece was formed to the correct specifications.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After this, I will attempt to improve the formability of the test shape.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The experimental equipment will be the same as that used in previous research. The T -22H oil bath and silicon oil will be used to heat the CFRTP for forming.</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The test piece will be a sheet of CFRTP that is 110 mm × 110 mm thick and 1 mm thick.</a:t>
            </a:r>
          </a:p>
        </p:txBody>
      </p:sp>
      <p:sp>
        <p:nvSpPr>
          <p:cNvPr id="4" name="Slide Number Placeholder 3"/>
          <p:cNvSpPr>
            <a:spLocks noGrp="1"/>
          </p:cNvSpPr>
          <p:nvPr>
            <p:ph type="sldNum" sz="quarter" idx="5"/>
          </p:nvPr>
        </p:nvSpPr>
        <p:spPr/>
        <p:txBody>
          <a:bodyPr/>
          <a:lstStyle/>
          <a:p>
            <a:fld id="{164FDCDA-5C8E-4E20-BEC5-4BA3DAEABBE8}" type="slidenum">
              <a:rPr lang="en-US" altLang="ja-JP" smtClean="0"/>
              <a:pPr/>
              <a:t>11</a:t>
            </a:fld>
            <a:endParaRPr lang="en-US" altLang="ja-JP"/>
          </a:p>
        </p:txBody>
      </p:sp>
    </p:spTree>
    <p:extLst>
      <p:ext uri="{BB962C8B-B14F-4D97-AF65-F5344CB8AC3E}">
        <p14:creationId xmlns:p14="http://schemas.microsoft.com/office/powerpoint/2010/main" val="24700489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B76E9-9F72-D7F3-B201-02E1566DE9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360068-73DD-C390-3516-BFFC3024CA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60C8F5-1C1A-D11B-8F52-2826950DBC56}"/>
              </a:ext>
            </a:extLst>
          </p:cNvPr>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The experimental conditions used for the oil testing will be based on the previous research's experimental conditions for the experiment that had the best results, as shown in the table on the right. The feed rate, spindle rotation, pitch, and temperature will be the same, while the other conditions will differ as the test shape is different. </a:t>
            </a:r>
          </a:p>
        </p:txBody>
      </p:sp>
      <p:sp>
        <p:nvSpPr>
          <p:cNvPr id="4" name="Slide Number Placeholder 3">
            <a:extLst>
              <a:ext uri="{FF2B5EF4-FFF2-40B4-BE49-F238E27FC236}">
                <a16:creationId xmlns:a16="http://schemas.microsoft.com/office/drawing/2014/main" id="{547002EB-7664-7DD8-EC55-C6D2CF48761B}"/>
              </a:ext>
            </a:extLst>
          </p:cNvPr>
          <p:cNvSpPr>
            <a:spLocks noGrp="1"/>
          </p:cNvSpPr>
          <p:nvPr>
            <p:ph type="sldNum" sz="quarter" idx="5"/>
          </p:nvPr>
        </p:nvSpPr>
        <p:spPr/>
        <p:txBody>
          <a:bodyPr/>
          <a:lstStyle/>
          <a:p>
            <a:fld id="{164FDCDA-5C8E-4E20-BEC5-4BA3DAEABBE8}" type="slidenum">
              <a:rPr lang="en-US" altLang="ja-JP" smtClean="0"/>
              <a:pPr/>
              <a:t>12</a:t>
            </a:fld>
            <a:endParaRPr lang="en-US" altLang="ja-JP"/>
          </a:p>
        </p:txBody>
      </p:sp>
    </p:spTree>
    <p:extLst>
      <p:ext uri="{BB962C8B-B14F-4D97-AF65-F5344CB8AC3E}">
        <p14:creationId xmlns:p14="http://schemas.microsoft.com/office/powerpoint/2010/main" val="32729322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BF9AF-F12E-A749-9BAE-AE0BB280B989}"/>
            </a:ext>
          </a:extLst>
        </p:cNvPr>
        <p:cNvGrpSpPr/>
        <p:nvPr/>
      </p:nvGrpSpPr>
      <p:grpSpPr>
        <a:xfrm>
          <a:off x="0" y="0"/>
          <a:ext cx="0" cy="0"/>
          <a:chOff x="0" y="0"/>
          <a:chExt cx="0" cy="0"/>
        </a:xfrm>
      </p:grpSpPr>
      <p:sp>
        <p:nvSpPr>
          <p:cNvPr id="5122" name="Rectangle 7">
            <a:extLst>
              <a:ext uri="{FF2B5EF4-FFF2-40B4-BE49-F238E27FC236}">
                <a16:creationId xmlns:a16="http://schemas.microsoft.com/office/drawing/2014/main" id="{E3D15706-BDAD-5CFA-A6C4-C4FE8FC64A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kumimoji="1" sz="2800" b="1">
                <a:solidFill>
                  <a:srgbClr val="000099"/>
                </a:solidFill>
                <a:latin typeface="Arial" panose="020B0604020202020204" pitchFamily="34" charset="0"/>
                <a:ea typeface="ＭＳ Ｐゴシック" panose="020B0600070205080204" pitchFamily="50" charset="-128"/>
              </a:defRPr>
            </a:lvl1pPr>
            <a:lvl2pPr marL="742950" indent="-285750" defTabSz="911225">
              <a:defRPr kumimoji="1" sz="2800" b="1">
                <a:solidFill>
                  <a:srgbClr val="000099"/>
                </a:solidFill>
                <a:latin typeface="Arial" panose="020B0604020202020204" pitchFamily="34" charset="0"/>
                <a:ea typeface="ＭＳ Ｐゴシック" panose="020B0600070205080204" pitchFamily="50" charset="-128"/>
              </a:defRPr>
            </a:lvl2pPr>
            <a:lvl3pPr marL="1143000" indent="-228600" defTabSz="911225">
              <a:defRPr kumimoji="1" sz="2800" b="1">
                <a:solidFill>
                  <a:srgbClr val="000099"/>
                </a:solidFill>
                <a:latin typeface="Arial" panose="020B0604020202020204" pitchFamily="34" charset="0"/>
                <a:ea typeface="ＭＳ Ｐゴシック" panose="020B0600070205080204" pitchFamily="50" charset="-128"/>
              </a:defRPr>
            </a:lvl3pPr>
            <a:lvl4pPr marL="1600200" indent="-228600" defTabSz="911225">
              <a:defRPr kumimoji="1" sz="2800" b="1">
                <a:solidFill>
                  <a:srgbClr val="000099"/>
                </a:solidFill>
                <a:latin typeface="Arial" panose="020B0604020202020204" pitchFamily="34" charset="0"/>
                <a:ea typeface="ＭＳ Ｐゴシック" panose="020B0600070205080204" pitchFamily="50" charset="-128"/>
              </a:defRPr>
            </a:lvl4pPr>
            <a:lvl5pPr marL="2057400" indent="-228600" defTabSz="911225">
              <a:defRPr kumimoji="1" sz="2800" b="1">
                <a:solidFill>
                  <a:srgbClr val="000099"/>
                </a:solidFill>
                <a:latin typeface="Arial" panose="020B0604020202020204" pitchFamily="34" charset="0"/>
                <a:ea typeface="ＭＳ Ｐゴシック" panose="020B0600070205080204" pitchFamily="50" charset="-128"/>
              </a:defRPr>
            </a:lvl5pPr>
            <a:lvl6pPr marL="25146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6pPr>
            <a:lvl7pPr marL="29718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7pPr>
            <a:lvl8pPr marL="34290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8pPr>
            <a:lvl9pPr marL="38862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9pPr>
          </a:lstStyle>
          <a:p>
            <a:fld id="{212948B6-8563-47F8-A7CF-CEC6FD88496B}" type="slidenum">
              <a:rPr lang="en-US" altLang="ja-JP" sz="1200" b="0">
                <a:solidFill>
                  <a:schemeClr val="tx1"/>
                </a:solidFill>
                <a:latin typeface="Times New Roman" panose="02020603050405020304" pitchFamily="18" charset="0"/>
              </a:rPr>
              <a:pPr/>
              <a:t>13</a:t>
            </a:fld>
            <a:endParaRPr lang="en-US" altLang="ja-JP" sz="1200" b="0">
              <a:solidFill>
                <a:schemeClr val="tx1"/>
              </a:solidFill>
              <a:latin typeface="Times New Roman" panose="02020603050405020304" pitchFamily="18" charset="0"/>
            </a:endParaRPr>
          </a:p>
        </p:txBody>
      </p:sp>
      <p:sp>
        <p:nvSpPr>
          <p:cNvPr id="5123" name="Rectangle 2">
            <a:extLst>
              <a:ext uri="{FF2B5EF4-FFF2-40B4-BE49-F238E27FC236}">
                <a16:creationId xmlns:a16="http://schemas.microsoft.com/office/drawing/2014/main" id="{2EC6394D-1331-EBFA-7C75-8A0289E944B8}"/>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DBEB1D49-6A98-37B7-8329-F685383B8F5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sz="1200" kern="1200" dirty="0">
                <a:solidFill>
                  <a:schemeClr val="tx1"/>
                </a:solidFill>
                <a:effectLst/>
                <a:latin typeface="Times New Roman" pitchFamily="18" charset="0"/>
                <a:ea typeface="ＭＳ Ｐ明朝" charset="-128"/>
                <a:cs typeface="+mn-cs"/>
              </a:rPr>
              <a:t>Thank you for listening. Do you have any questions?</a:t>
            </a:r>
          </a:p>
        </p:txBody>
      </p:sp>
    </p:spTree>
    <p:extLst>
      <p:ext uri="{BB962C8B-B14F-4D97-AF65-F5344CB8AC3E}">
        <p14:creationId xmlns:p14="http://schemas.microsoft.com/office/powerpoint/2010/main" val="479187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Carbon Fiber Reinforced Thermoplastic (CFRTP) is a composite material that combines carbon fiber with a thermoplastic matrix, offering a high strength-to-weight ratio, durability, and recyclability compared to thermoset composites. It can be easily reshaped when heated, simplifying manufacturing and facilitating repairs, making it an ideal material for various industries where weight reduction, material strength and high upkeep is necessary. In industries like the automotive industry with the Lamborghini Aventador where carbon fiber is used in the frame of the vehicle, the aerospace industry where planes like the Airbus A380 uses CFRTP for various parts like the wings and the vertical tail wing. Trek's Madone bike frames leverage CFRTP for stiffness and reduced weight for sports equipment. </a:t>
            </a:r>
          </a:p>
        </p:txBody>
      </p:sp>
      <p:sp>
        <p:nvSpPr>
          <p:cNvPr id="4" name="Slide Number Placeholder 3"/>
          <p:cNvSpPr>
            <a:spLocks noGrp="1"/>
          </p:cNvSpPr>
          <p:nvPr>
            <p:ph type="sldNum" sz="quarter" idx="5"/>
          </p:nvPr>
        </p:nvSpPr>
        <p:spPr/>
        <p:txBody>
          <a:bodyPr/>
          <a:lstStyle/>
          <a:p>
            <a:fld id="{164FDCDA-5C8E-4E20-BEC5-4BA3DAEABBE8}" type="slidenum">
              <a:rPr lang="en-US" altLang="ja-JP" smtClean="0"/>
              <a:pPr/>
              <a:t>15</a:t>
            </a:fld>
            <a:endParaRPr lang="en-US" altLang="ja-JP"/>
          </a:p>
        </p:txBody>
      </p:sp>
    </p:spTree>
    <p:extLst>
      <p:ext uri="{BB962C8B-B14F-4D97-AF65-F5344CB8AC3E}">
        <p14:creationId xmlns:p14="http://schemas.microsoft.com/office/powerpoint/2010/main" val="14354189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スライド イメージ プレースホルダー 1">
            <a:extLst>
              <a:ext uri="{FF2B5EF4-FFF2-40B4-BE49-F238E27FC236}">
                <a16:creationId xmlns:a16="http://schemas.microsoft.com/office/drawing/2014/main" id="{C1347318-EDA7-03DA-A7A4-3660588E9983}"/>
              </a:ext>
            </a:extLst>
          </p:cNvPr>
          <p:cNvSpPr>
            <a:spLocks noGrp="1" noRot="1" noChangeAspect="1" noTextEdit="1"/>
          </p:cNvSpPr>
          <p:nvPr>
            <p:ph type="sldImg"/>
          </p:nvPr>
        </p:nvSpPr>
        <p:spPr>
          <a:ln/>
        </p:spPr>
      </p:sp>
      <p:sp>
        <p:nvSpPr>
          <p:cNvPr id="13315" name="ノート プレースホルダー 2">
            <a:extLst>
              <a:ext uri="{FF2B5EF4-FFF2-40B4-BE49-F238E27FC236}">
                <a16:creationId xmlns:a16="http://schemas.microsoft.com/office/drawing/2014/main" id="{272364DD-A87F-2E7C-225D-E74B3CC93C6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en-US" sz="1200" kern="1200" dirty="0">
              <a:solidFill>
                <a:schemeClr val="tx1"/>
              </a:solidFill>
              <a:effectLst/>
              <a:latin typeface="Times New Roman" pitchFamily="18" charset="0"/>
              <a:ea typeface="ＭＳ Ｐ明朝" charset="-128"/>
              <a:cs typeface="+mn-cs"/>
            </a:endParaRPr>
          </a:p>
        </p:txBody>
      </p:sp>
      <p:sp>
        <p:nvSpPr>
          <p:cNvPr id="13316" name="スライド番号プレースホルダー 3">
            <a:extLst>
              <a:ext uri="{FF2B5EF4-FFF2-40B4-BE49-F238E27FC236}">
                <a16:creationId xmlns:a16="http://schemas.microsoft.com/office/drawing/2014/main" id="{DF1A66F7-DD91-1EE9-A158-4FE667928EB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kumimoji="1" sz="2800" b="1">
                <a:solidFill>
                  <a:srgbClr val="000099"/>
                </a:solidFill>
                <a:latin typeface="Arial" panose="020B0604020202020204" pitchFamily="34" charset="0"/>
                <a:ea typeface="ＭＳ Ｐゴシック" panose="020B0600070205080204" pitchFamily="50" charset="-128"/>
              </a:defRPr>
            </a:lvl1pPr>
            <a:lvl2pPr marL="742950" indent="-285750" defTabSz="911225">
              <a:defRPr kumimoji="1" sz="2800" b="1">
                <a:solidFill>
                  <a:srgbClr val="000099"/>
                </a:solidFill>
                <a:latin typeface="Arial" panose="020B0604020202020204" pitchFamily="34" charset="0"/>
                <a:ea typeface="ＭＳ Ｐゴシック" panose="020B0600070205080204" pitchFamily="50" charset="-128"/>
              </a:defRPr>
            </a:lvl2pPr>
            <a:lvl3pPr marL="1143000" indent="-228600" defTabSz="911225">
              <a:defRPr kumimoji="1" sz="2800" b="1">
                <a:solidFill>
                  <a:srgbClr val="000099"/>
                </a:solidFill>
                <a:latin typeface="Arial" panose="020B0604020202020204" pitchFamily="34" charset="0"/>
                <a:ea typeface="ＭＳ Ｐゴシック" panose="020B0600070205080204" pitchFamily="50" charset="-128"/>
              </a:defRPr>
            </a:lvl3pPr>
            <a:lvl4pPr marL="1600200" indent="-228600" defTabSz="911225">
              <a:defRPr kumimoji="1" sz="2800" b="1">
                <a:solidFill>
                  <a:srgbClr val="000099"/>
                </a:solidFill>
                <a:latin typeface="Arial" panose="020B0604020202020204" pitchFamily="34" charset="0"/>
                <a:ea typeface="ＭＳ Ｐゴシック" panose="020B0600070205080204" pitchFamily="50" charset="-128"/>
              </a:defRPr>
            </a:lvl4pPr>
            <a:lvl5pPr marL="2057400" indent="-228600" defTabSz="911225">
              <a:defRPr kumimoji="1" sz="2800" b="1">
                <a:solidFill>
                  <a:srgbClr val="000099"/>
                </a:solidFill>
                <a:latin typeface="Arial" panose="020B0604020202020204" pitchFamily="34" charset="0"/>
                <a:ea typeface="ＭＳ Ｐゴシック" panose="020B0600070205080204" pitchFamily="50" charset="-128"/>
              </a:defRPr>
            </a:lvl5pPr>
            <a:lvl6pPr marL="25146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6pPr>
            <a:lvl7pPr marL="29718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7pPr>
            <a:lvl8pPr marL="34290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8pPr>
            <a:lvl9pPr marL="38862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9pPr>
          </a:lstStyle>
          <a:p>
            <a:fld id="{3DAC67EF-DDD4-4F47-BA28-B6C8A2F1D6D3}" type="slidenum">
              <a:rPr lang="en-US" altLang="ja-JP" sz="1200" b="0">
                <a:solidFill>
                  <a:schemeClr val="tx1"/>
                </a:solidFill>
                <a:latin typeface="Times New Roman" panose="02020603050405020304" pitchFamily="18" charset="0"/>
              </a:rPr>
              <a:pPr/>
              <a:t>17</a:t>
            </a:fld>
            <a:endParaRPr lang="en-US" altLang="ja-JP" sz="1200" b="0">
              <a:solidFill>
                <a:schemeClr val="tx1"/>
              </a:solidFill>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64FDCDA-5C8E-4E20-BEC5-4BA3DAEABBE8}" type="slidenum">
              <a:rPr lang="en-US" altLang="ja-JP" smtClean="0"/>
              <a:pPr/>
              <a:t>18</a:t>
            </a:fld>
            <a:endParaRPr lang="en-US" altLang="ja-JP"/>
          </a:p>
        </p:txBody>
      </p:sp>
    </p:spTree>
    <p:extLst>
      <p:ext uri="{BB962C8B-B14F-4D97-AF65-F5344CB8AC3E}">
        <p14:creationId xmlns:p14="http://schemas.microsoft.com/office/powerpoint/2010/main" val="18689359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What are CAD and CAM systems?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CAD and CAM systems are different technologies used for product design and manufacturing.</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CAD software creates, modifies, analyzes, and optimizes 2D or 3D digital models of physical objects. Engineers and designers can visualize designs, perform simulations, and generate precise technical drawings. Some examples of CAD software are Creo and Fusion 360.</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CAM systems are software that uses CAD models to control and automate manufacturing processes, such as CNC machining, and 3D printing. The software generates tool paths and instructions for machines to produce parts efficiently and precisely. </a:t>
            </a:r>
          </a:p>
          <a:p>
            <a:endParaRPr kumimoji="1" lang="en-US" sz="1200" kern="1200" dirty="0">
              <a:solidFill>
                <a:schemeClr val="tx1"/>
              </a:solidFill>
              <a:effectLst/>
              <a:latin typeface="Times New Roman" pitchFamily="18" charset="0"/>
              <a:ea typeface="ＭＳ Ｐ明朝" charset="-128"/>
              <a:cs typeface="+mn-cs"/>
            </a:endParaRPr>
          </a:p>
          <a:p>
            <a:endParaRPr kumimoji="1" lang="en-US" sz="1200" kern="1200" dirty="0">
              <a:solidFill>
                <a:schemeClr val="tx1"/>
              </a:solidFill>
              <a:effectLst/>
              <a:latin typeface="Times New Roman" pitchFamily="18" charset="0"/>
              <a:ea typeface="ＭＳ Ｐ明朝" charset="-128"/>
              <a:cs typeface="+mn-cs"/>
            </a:endParaRPr>
          </a:p>
          <a:p>
            <a:endParaRPr kumimoji="1" lang="en-US" sz="1200" kern="1200" dirty="0">
              <a:solidFill>
                <a:schemeClr val="tx1"/>
              </a:solidFill>
              <a:effectLst/>
              <a:latin typeface="Times New Roman" pitchFamily="18" charset="0"/>
              <a:ea typeface="ＭＳ Ｐ明朝" charset="-128"/>
              <a:cs typeface="+mn-cs"/>
            </a:endParaRP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(Computer Numerical Control) </a:t>
            </a:r>
          </a:p>
        </p:txBody>
      </p:sp>
      <p:sp>
        <p:nvSpPr>
          <p:cNvPr id="4" name="Slide Number Placeholder 3"/>
          <p:cNvSpPr>
            <a:spLocks noGrp="1"/>
          </p:cNvSpPr>
          <p:nvPr>
            <p:ph type="sldNum" sz="quarter" idx="5"/>
          </p:nvPr>
        </p:nvSpPr>
        <p:spPr/>
        <p:txBody>
          <a:bodyPr/>
          <a:lstStyle/>
          <a:p>
            <a:fld id="{164FDCDA-5C8E-4E20-BEC5-4BA3DAEABBE8}" type="slidenum">
              <a:rPr lang="en-US" altLang="ja-JP" smtClean="0"/>
              <a:pPr/>
              <a:t>19</a:t>
            </a:fld>
            <a:endParaRPr lang="en-US" altLang="ja-JP" dirty="0"/>
          </a:p>
        </p:txBody>
      </p:sp>
    </p:spTree>
    <p:extLst>
      <p:ext uri="{BB962C8B-B14F-4D97-AF65-F5344CB8AC3E}">
        <p14:creationId xmlns:p14="http://schemas.microsoft.com/office/powerpoint/2010/main" val="29130992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lang="ja-JP" altLang="en-US"/>
              <a:t>マスタ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a:t>マスタ サブタイトルの書式設定</a:t>
            </a:r>
          </a:p>
        </p:txBody>
      </p:sp>
      <p:sp>
        <p:nvSpPr>
          <p:cNvPr id="4" name="Rectangle 4">
            <a:extLst>
              <a:ext uri="{FF2B5EF4-FFF2-40B4-BE49-F238E27FC236}">
                <a16:creationId xmlns:a16="http://schemas.microsoft.com/office/drawing/2014/main" id="{CA439828-FEC1-DB8F-BF5D-AE3DD4BF8EC6}"/>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7C445BA2-7927-1D9D-5EDA-F7DDEB50DC5C}"/>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90560E98-DB61-CCEA-B3D0-7DEE748FBC04}"/>
              </a:ext>
            </a:extLst>
          </p:cNvPr>
          <p:cNvSpPr>
            <a:spLocks noGrp="1" noChangeArrowheads="1"/>
          </p:cNvSpPr>
          <p:nvPr>
            <p:ph type="sldNum" sz="quarter" idx="12"/>
          </p:nvPr>
        </p:nvSpPr>
        <p:spPr>
          <a:ln/>
        </p:spPr>
        <p:txBody>
          <a:bodyPr/>
          <a:lstStyle>
            <a:lvl1pPr>
              <a:defRPr/>
            </a:lvl1pPr>
          </a:lstStyle>
          <a:p>
            <a:r>
              <a:rPr lang="en-US" altLang="ja-JP"/>
              <a:t>No.</a:t>
            </a:r>
            <a:fld id="{C234E099-0AB4-450A-BF20-F5388E2789CD}" type="slidenum">
              <a:rPr lang="en-US" altLang="ja-JP"/>
              <a:pPr/>
              <a:t>‹#›</a:t>
            </a:fld>
            <a:endParaRPr lang="en-US" altLang="ja-JP"/>
          </a:p>
        </p:txBody>
      </p:sp>
    </p:spTree>
    <p:extLst>
      <p:ext uri="{BB962C8B-B14F-4D97-AF65-F5344CB8AC3E}">
        <p14:creationId xmlns:p14="http://schemas.microsoft.com/office/powerpoint/2010/main" val="3415164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idx="1"/>
          </p:nvPr>
        </p:nvSpPr>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a:extLst>
              <a:ext uri="{FF2B5EF4-FFF2-40B4-BE49-F238E27FC236}">
                <a16:creationId xmlns:a16="http://schemas.microsoft.com/office/drawing/2014/main" id="{C2517CDC-B0BF-EA32-11CE-81E7390B467A}"/>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C5DDEC57-DF00-BAFC-AE48-FE0FC211B86F}"/>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F074E127-3ACF-3BAE-3B9D-1C10B1BB5B63}"/>
              </a:ext>
            </a:extLst>
          </p:cNvPr>
          <p:cNvSpPr>
            <a:spLocks noGrp="1" noChangeArrowheads="1"/>
          </p:cNvSpPr>
          <p:nvPr>
            <p:ph type="sldNum" sz="quarter" idx="12"/>
          </p:nvPr>
        </p:nvSpPr>
        <p:spPr>
          <a:ln/>
        </p:spPr>
        <p:txBody>
          <a:bodyPr/>
          <a:lstStyle>
            <a:lvl1pPr>
              <a:defRPr/>
            </a:lvl1pPr>
          </a:lstStyle>
          <a:p>
            <a:r>
              <a:rPr lang="en-US" altLang="ja-JP"/>
              <a:t>No.</a:t>
            </a:r>
            <a:fld id="{5C1FA935-C3F5-4DDE-9F4C-C9BD4960D2A8}" type="slidenum">
              <a:rPr lang="en-US" altLang="ja-JP"/>
              <a:pPr/>
              <a:t>‹#›</a:t>
            </a:fld>
            <a:endParaRPr lang="en-US" altLang="ja-JP"/>
          </a:p>
        </p:txBody>
      </p:sp>
    </p:spTree>
    <p:extLst>
      <p:ext uri="{BB962C8B-B14F-4D97-AF65-F5344CB8AC3E}">
        <p14:creationId xmlns:p14="http://schemas.microsoft.com/office/powerpoint/2010/main" val="21518939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 テキストの書式設定</a:t>
            </a:r>
          </a:p>
        </p:txBody>
      </p:sp>
      <p:sp>
        <p:nvSpPr>
          <p:cNvPr id="4" name="Rectangle 4">
            <a:extLst>
              <a:ext uri="{FF2B5EF4-FFF2-40B4-BE49-F238E27FC236}">
                <a16:creationId xmlns:a16="http://schemas.microsoft.com/office/drawing/2014/main" id="{D64ABED1-AD63-3326-C1B6-401BD102E34A}"/>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A08D9ADC-D2A2-21E7-B65F-1C14FD138A2D}"/>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6BC327E4-71F1-ADE1-4778-AEB67B4DECF8}"/>
              </a:ext>
            </a:extLst>
          </p:cNvPr>
          <p:cNvSpPr>
            <a:spLocks noGrp="1" noChangeArrowheads="1"/>
          </p:cNvSpPr>
          <p:nvPr>
            <p:ph type="sldNum" sz="quarter" idx="12"/>
          </p:nvPr>
        </p:nvSpPr>
        <p:spPr>
          <a:ln/>
        </p:spPr>
        <p:txBody>
          <a:bodyPr/>
          <a:lstStyle>
            <a:lvl1pPr>
              <a:defRPr/>
            </a:lvl1pPr>
          </a:lstStyle>
          <a:p>
            <a:r>
              <a:rPr lang="en-US" altLang="ja-JP"/>
              <a:t>No.</a:t>
            </a:r>
            <a:fld id="{2BED7F2E-8CDF-4546-8FE4-E96D4D70E0A2}" type="slidenum">
              <a:rPr lang="en-US" altLang="ja-JP"/>
              <a:pPr/>
              <a:t>‹#›</a:t>
            </a:fld>
            <a:endParaRPr lang="en-US" altLang="ja-JP"/>
          </a:p>
        </p:txBody>
      </p:sp>
    </p:spTree>
    <p:extLst>
      <p:ext uri="{BB962C8B-B14F-4D97-AF65-F5344CB8AC3E}">
        <p14:creationId xmlns:p14="http://schemas.microsoft.com/office/powerpoint/2010/main" val="838844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4">
            <a:extLst>
              <a:ext uri="{FF2B5EF4-FFF2-40B4-BE49-F238E27FC236}">
                <a16:creationId xmlns:a16="http://schemas.microsoft.com/office/drawing/2014/main" id="{636E4818-9261-F9A4-58FD-26A968994A1C}"/>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a:extLst>
              <a:ext uri="{FF2B5EF4-FFF2-40B4-BE49-F238E27FC236}">
                <a16:creationId xmlns:a16="http://schemas.microsoft.com/office/drawing/2014/main" id="{F88D7C35-0049-B037-5BE0-C474BF5FE5F2}"/>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a:extLst>
              <a:ext uri="{FF2B5EF4-FFF2-40B4-BE49-F238E27FC236}">
                <a16:creationId xmlns:a16="http://schemas.microsoft.com/office/drawing/2014/main" id="{27B3EF4A-AAFA-1B09-AFB9-E6B1C3755D26}"/>
              </a:ext>
            </a:extLst>
          </p:cNvPr>
          <p:cNvSpPr>
            <a:spLocks noGrp="1" noChangeArrowheads="1"/>
          </p:cNvSpPr>
          <p:nvPr>
            <p:ph type="sldNum" sz="quarter" idx="12"/>
          </p:nvPr>
        </p:nvSpPr>
        <p:spPr>
          <a:ln/>
        </p:spPr>
        <p:txBody>
          <a:bodyPr/>
          <a:lstStyle>
            <a:lvl1pPr>
              <a:defRPr/>
            </a:lvl1pPr>
          </a:lstStyle>
          <a:p>
            <a:r>
              <a:rPr lang="en-US" altLang="ja-JP"/>
              <a:t>No.</a:t>
            </a:r>
            <a:fld id="{B6E47E99-21BC-423E-A334-1D83724BAAD2}" type="slidenum">
              <a:rPr lang="en-US" altLang="ja-JP"/>
              <a:pPr/>
              <a:t>‹#›</a:t>
            </a:fld>
            <a:endParaRPr lang="en-US" altLang="ja-JP"/>
          </a:p>
        </p:txBody>
      </p:sp>
    </p:spTree>
    <p:extLst>
      <p:ext uri="{BB962C8B-B14F-4D97-AF65-F5344CB8AC3E}">
        <p14:creationId xmlns:p14="http://schemas.microsoft.com/office/powerpoint/2010/main" val="1605166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4">
            <a:extLst>
              <a:ext uri="{FF2B5EF4-FFF2-40B4-BE49-F238E27FC236}">
                <a16:creationId xmlns:a16="http://schemas.microsoft.com/office/drawing/2014/main" id="{32B7C4FB-DBC0-E85C-6B1E-05447BA47F8C}"/>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8" name="Rectangle 5">
            <a:extLst>
              <a:ext uri="{FF2B5EF4-FFF2-40B4-BE49-F238E27FC236}">
                <a16:creationId xmlns:a16="http://schemas.microsoft.com/office/drawing/2014/main" id="{B75D162F-8466-52C2-2A42-00A629480A7D}"/>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9" name="Rectangle 6">
            <a:extLst>
              <a:ext uri="{FF2B5EF4-FFF2-40B4-BE49-F238E27FC236}">
                <a16:creationId xmlns:a16="http://schemas.microsoft.com/office/drawing/2014/main" id="{764B8D93-9546-B295-1040-2270F90B3101}"/>
              </a:ext>
            </a:extLst>
          </p:cNvPr>
          <p:cNvSpPr>
            <a:spLocks noGrp="1" noChangeArrowheads="1"/>
          </p:cNvSpPr>
          <p:nvPr>
            <p:ph type="sldNum" sz="quarter" idx="12"/>
          </p:nvPr>
        </p:nvSpPr>
        <p:spPr>
          <a:ln/>
        </p:spPr>
        <p:txBody>
          <a:bodyPr/>
          <a:lstStyle>
            <a:lvl1pPr>
              <a:defRPr/>
            </a:lvl1pPr>
          </a:lstStyle>
          <a:p>
            <a:r>
              <a:rPr lang="en-US" altLang="ja-JP"/>
              <a:t>No.</a:t>
            </a:r>
            <a:fld id="{F838018D-4D2A-4F32-A906-7A867FDB62ED}" type="slidenum">
              <a:rPr lang="en-US" altLang="ja-JP"/>
              <a:pPr/>
              <a:t>‹#›</a:t>
            </a:fld>
            <a:endParaRPr lang="en-US" altLang="ja-JP"/>
          </a:p>
        </p:txBody>
      </p:sp>
    </p:spTree>
    <p:extLst>
      <p:ext uri="{BB962C8B-B14F-4D97-AF65-F5344CB8AC3E}">
        <p14:creationId xmlns:p14="http://schemas.microsoft.com/office/powerpoint/2010/main" val="1617064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Rectangle 4">
            <a:extLst>
              <a:ext uri="{FF2B5EF4-FFF2-40B4-BE49-F238E27FC236}">
                <a16:creationId xmlns:a16="http://schemas.microsoft.com/office/drawing/2014/main" id="{F7FE116E-00A1-3C00-352B-6F8B6BAC3032}"/>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4" name="Rectangle 5">
            <a:extLst>
              <a:ext uri="{FF2B5EF4-FFF2-40B4-BE49-F238E27FC236}">
                <a16:creationId xmlns:a16="http://schemas.microsoft.com/office/drawing/2014/main" id="{EE11FFCC-CC5A-16A5-D10C-E5FD33BC7C55}"/>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5" name="Rectangle 6">
            <a:extLst>
              <a:ext uri="{FF2B5EF4-FFF2-40B4-BE49-F238E27FC236}">
                <a16:creationId xmlns:a16="http://schemas.microsoft.com/office/drawing/2014/main" id="{F9AD60C9-B096-BAC8-F831-CF38BCED6611}"/>
              </a:ext>
            </a:extLst>
          </p:cNvPr>
          <p:cNvSpPr>
            <a:spLocks noGrp="1" noChangeArrowheads="1"/>
          </p:cNvSpPr>
          <p:nvPr>
            <p:ph type="sldNum" sz="quarter" idx="12"/>
          </p:nvPr>
        </p:nvSpPr>
        <p:spPr>
          <a:ln/>
        </p:spPr>
        <p:txBody>
          <a:bodyPr/>
          <a:lstStyle>
            <a:lvl1pPr>
              <a:defRPr/>
            </a:lvl1pPr>
          </a:lstStyle>
          <a:p>
            <a:r>
              <a:rPr lang="en-US" altLang="ja-JP"/>
              <a:t>No.</a:t>
            </a:r>
            <a:fld id="{72F3C475-34C3-4F14-BD11-B93CF9B7AA4D}" type="slidenum">
              <a:rPr lang="en-US" altLang="ja-JP"/>
              <a:pPr/>
              <a:t>‹#›</a:t>
            </a:fld>
            <a:endParaRPr lang="en-US" altLang="ja-JP"/>
          </a:p>
        </p:txBody>
      </p:sp>
    </p:spTree>
    <p:extLst>
      <p:ext uri="{BB962C8B-B14F-4D97-AF65-F5344CB8AC3E}">
        <p14:creationId xmlns:p14="http://schemas.microsoft.com/office/powerpoint/2010/main" val="3121663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CCF3EA1-F9B0-9095-D9FB-6A7FAD529A0D}"/>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3" name="Rectangle 5">
            <a:extLst>
              <a:ext uri="{FF2B5EF4-FFF2-40B4-BE49-F238E27FC236}">
                <a16:creationId xmlns:a16="http://schemas.microsoft.com/office/drawing/2014/main" id="{D0416357-7694-70D1-CCFF-4FFEEB4B619E}"/>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4" name="Rectangle 6">
            <a:extLst>
              <a:ext uri="{FF2B5EF4-FFF2-40B4-BE49-F238E27FC236}">
                <a16:creationId xmlns:a16="http://schemas.microsoft.com/office/drawing/2014/main" id="{A600F669-22E1-C040-E288-91D5F15A8201}"/>
              </a:ext>
            </a:extLst>
          </p:cNvPr>
          <p:cNvSpPr>
            <a:spLocks noGrp="1" noChangeArrowheads="1"/>
          </p:cNvSpPr>
          <p:nvPr>
            <p:ph type="sldNum" sz="quarter" idx="12"/>
          </p:nvPr>
        </p:nvSpPr>
        <p:spPr>
          <a:ln/>
        </p:spPr>
        <p:txBody>
          <a:bodyPr/>
          <a:lstStyle>
            <a:lvl1pPr>
              <a:defRPr/>
            </a:lvl1pPr>
          </a:lstStyle>
          <a:p>
            <a:r>
              <a:rPr lang="en-US" altLang="ja-JP"/>
              <a:t>No.</a:t>
            </a:r>
            <a:fld id="{721ED71F-7F3A-4A9C-A5EC-5516A79DC590}" type="slidenum">
              <a:rPr lang="en-US" altLang="ja-JP"/>
              <a:pPr/>
              <a:t>‹#›</a:t>
            </a:fld>
            <a:endParaRPr lang="en-US" altLang="ja-JP"/>
          </a:p>
        </p:txBody>
      </p:sp>
    </p:spTree>
    <p:extLst>
      <p:ext uri="{BB962C8B-B14F-4D97-AF65-F5344CB8AC3E}">
        <p14:creationId xmlns:p14="http://schemas.microsoft.com/office/powerpoint/2010/main" val="515519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4">
            <a:extLst>
              <a:ext uri="{FF2B5EF4-FFF2-40B4-BE49-F238E27FC236}">
                <a16:creationId xmlns:a16="http://schemas.microsoft.com/office/drawing/2014/main" id="{F326F20B-4E43-5EC2-29C9-2BA66CFF42B1}"/>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a:extLst>
              <a:ext uri="{FF2B5EF4-FFF2-40B4-BE49-F238E27FC236}">
                <a16:creationId xmlns:a16="http://schemas.microsoft.com/office/drawing/2014/main" id="{A3B130D8-AB0F-1052-0915-E76FB7ADF391}"/>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a:extLst>
              <a:ext uri="{FF2B5EF4-FFF2-40B4-BE49-F238E27FC236}">
                <a16:creationId xmlns:a16="http://schemas.microsoft.com/office/drawing/2014/main" id="{3BF0CF05-0529-97B7-BB21-6F188350EFBA}"/>
              </a:ext>
            </a:extLst>
          </p:cNvPr>
          <p:cNvSpPr>
            <a:spLocks noGrp="1" noChangeArrowheads="1"/>
          </p:cNvSpPr>
          <p:nvPr>
            <p:ph type="sldNum" sz="quarter" idx="12"/>
          </p:nvPr>
        </p:nvSpPr>
        <p:spPr>
          <a:ln/>
        </p:spPr>
        <p:txBody>
          <a:bodyPr/>
          <a:lstStyle>
            <a:lvl1pPr>
              <a:defRPr/>
            </a:lvl1pPr>
          </a:lstStyle>
          <a:p>
            <a:r>
              <a:rPr lang="en-US" altLang="ja-JP"/>
              <a:t>No.</a:t>
            </a:r>
            <a:fld id="{78BBCC93-411C-4960-9903-0D85BF460A1D}" type="slidenum">
              <a:rPr lang="en-US" altLang="ja-JP"/>
              <a:pPr/>
              <a:t>‹#›</a:t>
            </a:fld>
            <a:endParaRPr lang="en-US" altLang="ja-JP"/>
          </a:p>
        </p:txBody>
      </p:sp>
    </p:spTree>
    <p:extLst>
      <p:ext uri="{BB962C8B-B14F-4D97-AF65-F5344CB8AC3E}">
        <p14:creationId xmlns:p14="http://schemas.microsoft.com/office/powerpoint/2010/main" val="24725261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dirty="0"/>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4">
            <a:extLst>
              <a:ext uri="{FF2B5EF4-FFF2-40B4-BE49-F238E27FC236}">
                <a16:creationId xmlns:a16="http://schemas.microsoft.com/office/drawing/2014/main" id="{4723E8EE-0067-2C05-F668-660A04774B67}"/>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a:extLst>
              <a:ext uri="{FF2B5EF4-FFF2-40B4-BE49-F238E27FC236}">
                <a16:creationId xmlns:a16="http://schemas.microsoft.com/office/drawing/2014/main" id="{178C1DEC-D50C-9BED-E56A-F05A6D4FE9C2}"/>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a:extLst>
              <a:ext uri="{FF2B5EF4-FFF2-40B4-BE49-F238E27FC236}">
                <a16:creationId xmlns:a16="http://schemas.microsoft.com/office/drawing/2014/main" id="{DE5F3C81-D971-AAA4-1177-11086DD211D1}"/>
              </a:ext>
            </a:extLst>
          </p:cNvPr>
          <p:cNvSpPr>
            <a:spLocks noGrp="1" noChangeArrowheads="1"/>
          </p:cNvSpPr>
          <p:nvPr>
            <p:ph type="sldNum" sz="quarter" idx="12"/>
          </p:nvPr>
        </p:nvSpPr>
        <p:spPr>
          <a:ln/>
        </p:spPr>
        <p:txBody>
          <a:bodyPr/>
          <a:lstStyle>
            <a:lvl1pPr>
              <a:defRPr/>
            </a:lvl1pPr>
          </a:lstStyle>
          <a:p>
            <a:r>
              <a:rPr lang="en-US" altLang="ja-JP"/>
              <a:t>No.</a:t>
            </a:r>
            <a:fld id="{4998BFCA-0B2A-4D3A-AE72-57C462D69A69}" type="slidenum">
              <a:rPr lang="en-US" altLang="ja-JP"/>
              <a:pPr/>
              <a:t>‹#›</a:t>
            </a:fld>
            <a:endParaRPr lang="en-US" altLang="ja-JP"/>
          </a:p>
        </p:txBody>
      </p:sp>
    </p:spTree>
    <p:extLst>
      <p:ext uri="{BB962C8B-B14F-4D97-AF65-F5344CB8AC3E}">
        <p14:creationId xmlns:p14="http://schemas.microsoft.com/office/powerpoint/2010/main" val="1265463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a:extLst>
              <a:ext uri="{FF2B5EF4-FFF2-40B4-BE49-F238E27FC236}">
                <a16:creationId xmlns:a16="http://schemas.microsoft.com/office/drawing/2014/main" id="{B03113D3-AF69-3D4D-C23B-D3F5AAD5C472}"/>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2D967ABB-70C7-A4E7-ADFE-FC89EDE0824C}"/>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726D63DD-651B-C59F-A573-0FE7AE340E92}"/>
              </a:ext>
            </a:extLst>
          </p:cNvPr>
          <p:cNvSpPr>
            <a:spLocks noGrp="1" noChangeArrowheads="1"/>
          </p:cNvSpPr>
          <p:nvPr>
            <p:ph type="sldNum" sz="quarter" idx="12"/>
          </p:nvPr>
        </p:nvSpPr>
        <p:spPr>
          <a:ln/>
        </p:spPr>
        <p:txBody>
          <a:bodyPr/>
          <a:lstStyle>
            <a:lvl1pPr>
              <a:defRPr/>
            </a:lvl1pPr>
          </a:lstStyle>
          <a:p>
            <a:r>
              <a:rPr lang="en-US" altLang="ja-JP"/>
              <a:t>No.</a:t>
            </a:r>
            <a:fld id="{661C0C93-C27B-47B4-ACD1-5C5B57329E48}" type="slidenum">
              <a:rPr lang="en-US" altLang="ja-JP"/>
              <a:pPr/>
              <a:t>‹#›</a:t>
            </a:fld>
            <a:endParaRPr lang="en-US" altLang="ja-JP"/>
          </a:p>
        </p:txBody>
      </p:sp>
    </p:spTree>
    <p:extLst>
      <p:ext uri="{BB962C8B-B14F-4D97-AF65-F5344CB8AC3E}">
        <p14:creationId xmlns:p14="http://schemas.microsoft.com/office/powerpoint/2010/main" val="3745904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819900" y="76200"/>
            <a:ext cx="2095500" cy="6019800"/>
          </a:xfr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533400" y="76200"/>
            <a:ext cx="6134100" cy="6019800"/>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a:extLst>
              <a:ext uri="{FF2B5EF4-FFF2-40B4-BE49-F238E27FC236}">
                <a16:creationId xmlns:a16="http://schemas.microsoft.com/office/drawing/2014/main" id="{21CEDA5E-12C4-8923-C27F-F318965B8CD2}"/>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B9F916B7-1EBB-9833-B093-CFC7CE8AD6FC}"/>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BED542B0-22FE-5E6B-CE37-98207E948F13}"/>
              </a:ext>
            </a:extLst>
          </p:cNvPr>
          <p:cNvSpPr>
            <a:spLocks noGrp="1" noChangeArrowheads="1"/>
          </p:cNvSpPr>
          <p:nvPr>
            <p:ph type="sldNum" sz="quarter" idx="12"/>
          </p:nvPr>
        </p:nvSpPr>
        <p:spPr>
          <a:ln/>
        </p:spPr>
        <p:txBody>
          <a:bodyPr/>
          <a:lstStyle>
            <a:lvl1pPr>
              <a:defRPr/>
            </a:lvl1pPr>
          </a:lstStyle>
          <a:p>
            <a:r>
              <a:rPr lang="en-US" altLang="ja-JP"/>
              <a:t>No.</a:t>
            </a:r>
            <a:fld id="{6F3F576B-8B7C-428E-816B-FB9924D4D13E}" type="slidenum">
              <a:rPr lang="en-US" altLang="ja-JP"/>
              <a:pPr/>
              <a:t>‹#›</a:t>
            </a:fld>
            <a:endParaRPr lang="en-US" altLang="ja-JP"/>
          </a:p>
        </p:txBody>
      </p:sp>
    </p:spTree>
    <p:extLst>
      <p:ext uri="{BB962C8B-B14F-4D97-AF65-F5344CB8AC3E}">
        <p14:creationId xmlns:p14="http://schemas.microsoft.com/office/powerpoint/2010/main" val="31711523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 descr="slide枠">
            <a:extLst>
              <a:ext uri="{FF2B5EF4-FFF2-40B4-BE49-F238E27FC236}">
                <a16:creationId xmlns:a16="http://schemas.microsoft.com/office/drawing/2014/main" id="{8193C91A-08EF-3D09-FE07-D26BA7E8CDC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33363" y="134938"/>
            <a:ext cx="8677275" cy="658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
            <a:extLst>
              <a:ext uri="{FF2B5EF4-FFF2-40B4-BE49-F238E27FC236}">
                <a16:creationId xmlns:a16="http://schemas.microsoft.com/office/drawing/2014/main" id="{689B19C3-4BB0-54AA-BC68-B86867A87219}"/>
              </a:ext>
            </a:extLst>
          </p:cNvPr>
          <p:cNvSpPr>
            <a:spLocks noGrp="1" noChangeArrowheads="1"/>
          </p:cNvSpPr>
          <p:nvPr>
            <p:ph type="title"/>
          </p:nvPr>
        </p:nvSpPr>
        <p:spPr bwMode="auto">
          <a:xfrm>
            <a:off x="533400" y="76200"/>
            <a:ext cx="838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1028" name="Rectangle 3">
            <a:extLst>
              <a:ext uri="{FF2B5EF4-FFF2-40B4-BE49-F238E27FC236}">
                <a16:creationId xmlns:a16="http://schemas.microsoft.com/office/drawing/2014/main" id="{4EFC3D10-475D-5B50-BDC1-E1A2D7FB1444}"/>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2" name="Rectangle 4">
            <a:extLst>
              <a:ext uri="{FF2B5EF4-FFF2-40B4-BE49-F238E27FC236}">
                <a16:creationId xmlns:a16="http://schemas.microsoft.com/office/drawing/2014/main" id="{0B7A7F49-D441-8EA1-A76B-E0F9DF41DC56}"/>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b="0">
                <a:solidFill>
                  <a:schemeClr val="tx1"/>
                </a:solidFill>
                <a:latin typeface="+mn-lt"/>
                <a:ea typeface="+mn-ea"/>
              </a:defRPr>
            </a:lvl1pPr>
          </a:lstStyle>
          <a:p>
            <a:pPr>
              <a:defRPr/>
            </a:pPr>
            <a:endParaRPr lang="en-US" altLang="ja-JP"/>
          </a:p>
        </p:txBody>
      </p:sp>
      <p:sp>
        <p:nvSpPr>
          <p:cNvPr id="1029" name="Rectangle 5">
            <a:extLst>
              <a:ext uri="{FF2B5EF4-FFF2-40B4-BE49-F238E27FC236}">
                <a16:creationId xmlns:a16="http://schemas.microsoft.com/office/drawing/2014/main" id="{39C0041A-F90D-C92A-29A6-72CA76F70D0F}"/>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b="0">
                <a:solidFill>
                  <a:schemeClr val="tx1"/>
                </a:solidFill>
                <a:latin typeface="+mn-lt"/>
                <a:ea typeface="+mn-ea"/>
              </a:defRPr>
            </a:lvl1pPr>
          </a:lstStyle>
          <a:p>
            <a:pPr>
              <a:defRPr/>
            </a:pPr>
            <a:endParaRPr lang="en-US" altLang="ja-JP"/>
          </a:p>
        </p:txBody>
      </p:sp>
      <p:sp>
        <p:nvSpPr>
          <p:cNvPr id="1030" name="Rectangle 6">
            <a:extLst>
              <a:ext uri="{FF2B5EF4-FFF2-40B4-BE49-F238E27FC236}">
                <a16:creationId xmlns:a16="http://schemas.microsoft.com/office/drawing/2014/main" id="{3C551E17-7904-21F8-D79D-6518F0D02EF0}"/>
              </a:ext>
            </a:extLst>
          </p:cNvPr>
          <p:cNvSpPr>
            <a:spLocks noGrp="1" noChangeArrowheads="1"/>
          </p:cNvSpPr>
          <p:nvPr>
            <p:ph type="sldNum" sz="quarter" idx="4"/>
          </p:nvPr>
        </p:nvSpPr>
        <p:spPr bwMode="auto">
          <a:xfrm>
            <a:off x="7010400" y="152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b="0">
                <a:solidFill>
                  <a:schemeClr val="tx1"/>
                </a:solidFill>
                <a:latin typeface="Times New Roman" panose="02020603050405020304" pitchFamily="18" charset="0"/>
              </a:defRPr>
            </a:lvl1pPr>
          </a:lstStyle>
          <a:p>
            <a:r>
              <a:rPr lang="en-US" altLang="ja-JP"/>
              <a:t>No.</a:t>
            </a:r>
            <a:fld id="{FC41ACF0-AC3B-477D-9B95-465ECFF9A039}" type="slidenum">
              <a:rPr lang="en-US" altLang="ja-JP"/>
              <a:pPr/>
              <a:t>‹#›</a:t>
            </a:fld>
            <a:endParaRPr lang="en-US" altLang="ja-JP"/>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1.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23.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4">
            <a:extLst>
              <a:ext uri="{FF2B5EF4-FFF2-40B4-BE49-F238E27FC236}">
                <a16:creationId xmlns:a16="http://schemas.microsoft.com/office/drawing/2014/main" id="{5DBD9CB9-BD98-8FE8-F1FC-2CB17A8D78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0313" y="1071563"/>
            <a:ext cx="4340225" cy="468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0" name="Text Box 13">
            <a:extLst>
              <a:ext uri="{FF2B5EF4-FFF2-40B4-BE49-F238E27FC236}">
                <a16:creationId xmlns:a16="http://schemas.microsoft.com/office/drawing/2014/main" id="{1CC227A7-F3E8-6F8F-0D53-311E27A95BB9}"/>
              </a:ext>
            </a:extLst>
          </p:cNvPr>
          <p:cNvSpPr txBox="1">
            <a:spLocks noChangeArrowheads="1"/>
          </p:cNvSpPr>
          <p:nvPr/>
        </p:nvSpPr>
        <p:spPr bwMode="auto">
          <a:xfrm>
            <a:off x="179388" y="1916113"/>
            <a:ext cx="8604250" cy="166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0"/>
              </a:spcBef>
              <a:buFontTx/>
              <a:buNone/>
            </a:pPr>
            <a:r>
              <a:rPr lang="en-US" sz="3600" dirty="0">
                <a:latin typeface="+mj-lt"/>
              </a:rPr>
              <a:t>Development of CAM systems for the Incremental Forming of CFRTP from 3D CAD data</a:t>
            </a:r>
            <a:endParaRPr lang="en-US" altLang="ja-JP" sz="3600" dirty="0">
              <a:latin typeface="+mj-lt"/>
              <a:ea typeface="ＭＳ ゴシック" panose="020B0609070205080204" pitchFamily="49" charset="-128"/>
            </a:endParaRPr>
          </a:p>
        </p:txBody>
      </p:sp>
      <p:sp>
        <p:nvSpPr>
          <p:cNvPr id="2054" name="Text Box 14">
            <a:extLst>
              <a:ext uri="{FF2B5EF4-FFF2-40B4-BE49-F238E27FC236}">
                <a16:creationId xmlns:a16="http://schemas.microsoft.com/office/drawing/2014/main" id="{ACE641F1-5D1F-3706-FD84-E3B8318385EA}"/>
              </a:ext>
            </a:extLst>
          </p:cNvPr>
          <p:cNvSpPr txBox="1">
            <a:spLocks noChangeArrowheads="1"/>
          </p:cNvSpPr>
          <p:nvPr/>
        </p:nvSpPr>
        <p:spPr bwMode="auto">
          <a:xfrm>
            <a:off x="1907704" y="4076700"/>
            <a:ext cx="6948959" cy="1846659"/>
          </a:xfrm>
          <a:prstGeom prst="rect">
            <a:avLst/>
          </a:prstGeom>
          <a:noFill/>
          <a:ln w="9525">
            <a:noFill/>
            <a:miter lim="800000"/>
            <a:headEnd/>
            <a:tailEnd/>
          </a:ln>
        </p:spPr>
        <p:txBody>
          <a:bodyPr wrap="square" lIns="0" tIns="0" rIns="0" bIns="0">
            <a:spAutoFit/>
          </a:bodyPr>
          <a:lstStyle/>
          <a:p>
            <a:pPr algn="r" eaLnBrk="1" hangingPunct="1">
              <a:spcBef>
                <a:spcPct val="50000"/>
              </a:spcBef>
              <a:defRPr/>
            </a:pPr>
            <a:r>
              <a:rPr lang="en-US" altLang="ja-JP" sz="2400" dirty="0">
                <a:solidFill>
                  <a:schemeClr val="tx1"/>
                </a:solidFill>
                <a:latin typeface="Arial (Headings)"/>
                <a:ea typeface="+mj-ea"/>
              </a:rPr>
              <a:t>Sophia University, Faculty of Science and Technology, Green Engineering Program</a:t>
            </a:r>
          </a:p>
          <a:p>
            <a:pPr algn="r" eaLnBrk="1" hangingPunct="1">
              <a:spcBef>
                <a:spcPct val="50000"/>
              </a:spcBef>
              <a:defRPr/>
            </a:pPr>
            <a:r>
              <a:rPr lang="en-US" altLang="ja-JP" sz="2400" dirty="0">
                <a:solidFill>
                  <a:schemeClr val="tx1"/>
                </a:solidFill>
                <a:latin typeface="Arial (Headings)"/>
                <a:ea typeface="+mj-ea"/>
              </a:rPr>
              <a:t>Precision Engineering Laboratory</a:t>
            </a:r>
          </a:p>
          <a:p>
            <a:pPr algn="r" eaLnBrk="1" hangingPunct="1">
              <a:spcBef>
                <a:spcPct val="50000"/>
              </a:spcBef>
              <a:defRPr/>
            </a:pPr>
            <a:r>
              <a:rPr lang="en-US" altLang="ja-JP" sz="2400" dirty="0">
                <a:solidFill>
                  <a:schemeClr val="tx1"/>
                </a:solidFill>
                <a:latin typeface="Arial (Headings)"/>
                <a:ea typeface="+mj-ea"/>
              </a:rPr>
              <a:t>A2177802 Karter Wong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スライド番号プレースホルダ 1">
            <a:extLst>
              <a:ext uri="{FF2B5EF4-FFF2-40B4-BE49-F238E27FC236}">
                <a16:creationId xmlns:a16="http://schemas.microsoft.com/office/drawing/2014/main" id="{7C6EE3EA-58E0-DBC2-1C35-F84C4EA6B21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dirty="0"/>
              <a:t>No.</a:t>
            </a:r>
            <a:fld id="{4E743043-C325-4860-B4D7-407FF6919FEB}" type="slidenum">
              <a:rPr lang="en-US" altLang="ja-JP" sz="1400"/>
              <a:pPr>
                <a:spcBef>
                  <a:spcPct val="0"/>
                </a:spcBef>
                <a:buFontTx/>
                <a:buNone/>
              </a:pPr>
              <a:t>1</a:t>
            </a:fld>
            <a:endParaRPr lang="en-US" altLang="ja-JP" sz="1400" dirty="0"/>
          </a:p>
        </p:txBody>
      </p:sp>
      <p:sp>
        <p:nvSpPr>
          <p:cNvPr id="8202" name="タイトル 12">
            <a:extLst>
              <a:ext uri="{FF2B5EF4-FFF2-40B4-BE49-F238E27FC236}">
                <a16:creationId xmlns:a16="http://schemas.microsoft.com/office/drawing/2014/main" id="{BFB981AB-7ECB-A2AE-8B75-F4D10BE0001A}"/>
              </a:ext>
            </a:extLst>
          </p:cNvPr>
          <p:cNvSpPr>
            <a:spLocks noGrp="1"/>
          </p:cNvSpPr>
          <p:nvPr>
            <p:ph type="title" idx="4294967295"/>
          </p:nvPr>
        </p:nvSpPr>
        <p:spPr/>
        <p:txBody>
          <a:bodyPr/>
          <a:lstStyle/>
          <a:p>
            <a:r>
              <a:rPr lang="en-US" altLang="ja-JP" sz="2800" b="1" dirty="0">
                <a:solidFill>
                  <a:schemeClr val="tx1"/>
                </a:solidFill>
              </a:rPr>
              <a:t>Presentation</a:t>
            </a:r>
            <a:r>
              <a:rPr lang="en-US" altLang="ja-JP" b="1" dirty="0">
                <a:solidFill>
                  <a:schemeClr val="tx1"/>
                </a:solidFill>
              </a:rPr>
              <a:t> </a:t>
            </a:r>
            <a:r>
              <a:rPr lang="en-US" altLang="ja-JP" sz="2800" b="1" dirty="0">
                <a:solidFill>
                  <a:schemeClr val="tx1"/>
                </a:solidFill>
              </a:rPr>
              <a:t>content</a:t>
            </a:r>
            <a:endParaRPr lang="ja-JP" altLang="en-US" sz="2800" b="1" dirty="0">
              <a:solidFill>
                <a:schemeClr val="tx1"/>
              </a:solidFill>
            </a:endParaRPr>
          </a:p>
        </p:txBody>
      </p:sp>
      <p:sp>
        <p:nvSpPr>
          <p:cNvPr id="22" name="TextBox 21">
            <a:extLst>
              <a:ext uri="{FF2B5EF4-FFF2-40B4-BE49-F238E27FC236}">
                <a16:creationId xmlns:a16="http://schemas.microsoft.com/office/drawing/2014/main" id="{778E2D99-7598-5612-5184-CB7A0F8E6A03}"/>
              </a:ext>
            </a:extLst>
          </p:cNvPr>
          <p:cNvSpPr txBox="1"/>
          <p:nvPr/>
        </p:nvSpPr>
        <p:spPr>
          <a:xfrm>
            <a:off x="323528" y="764704"/>
            <a:ext cx="8496944" cy="5256584"/>
          </a:xfrm>
          <a:prstGeom prst="rect">
            <a:avLst/>
          </a:prstGeom>
          <a:noFill/>
        </p:spPr>
        <p:txBody>
          <a:bodyPr wrap="square" rtlCol="0">
            <a:spAutoFit/>
          </a:bodyPr>
          <a:lstStyle/>
          <a:p>
            <a:endParaRPr lang="en-US" dirty="0"/>
          </a:p>
        </p:txBody>
      </p:sp>
      <p:sp>
        <p:nvSpPr>
          <p:cNvPr id="23" name="TextBox 22">
            <a:extLst>
              <a:ext uri="{FF2B5EF4-FFF2-40B4-BE49-F238E27FC236}">
                <a16:creationId xmlns:a16="http://schemas.microsoft.com/office/drawing/2014/main" id="{4CCBC938-FE93-89F6-3192-7194E4DEAB77}"/>
              </a:ext>
            </a:extLst>
          </p:cNvPr>
          <p:cNvSpPr txBox="1"/>
          <p:nvPr/>
        </p:nvSpPr>
        <p:spPr>
          <a:xfrm>
            <a:off x="428464" y="2485055"/>
            <a:ext cx="8287072" cy="1815882"/>
          </a:xfrm>
          <a:prstGeom prst="rect">
            <a:avLst/>
          </a:prstGeom>
          <a:noFill/>
        </p:spPr>
        <p:txBody>
          <a:bodyPr wrap="square" rtlCol="0">
            <a:spAutoFit/>
          </a:bodyPr>
          <a:lstStyle/>
          <a:p>
            <a:pPr marL="457200" indent="-457200">
              <a:buFont typeface="Arial" panose="020B0604020202020204" pitchFamily="34" charset="0"/>
              <a:buChar char="•"/>
            </a:pPr>
            <a:r>
              <a:rPr lang="en-US" dirty="0">
                <a:solidFill>
                  <a:schemeClr val="tx1"/>
                </a:solidFill>
              </a:rPr>
              <a:t>Background Information</a:t>
            </a:r>
          </a:p>
          <a:p>
            <a:pPr marL="457200" indent="-457200">
              <a:buFont typeface="Arial" panose="020B0604020202020204" pitchFamily="34" charset="0"/>
              <a:buChar char="•"/>
            </a:pPr>
            <a:r>
              <a:rPr lang="en-US" dirty="0">
                <a:solidFill>
                  <a:schemeClr val="tx1"/>
                </a:solidFill>
              </a:rPr>
              <a:t>Previous Research</a:t>
            </a:r>
          </a:p>
          <a:p>
            <a:pPr marL="457200" indent="-457200">
              <a:buFont typeface="Arial" panose="020B0604020202020204" pitchFamily="34" charset="0"/>
              <a:buChar char="•"/>
            </a:pPr>
            <a:r>
              <a:rPr lang="en-US" dirty="0">
                <a:solidFill>
                  <a:schemeClr val="tx1"/>
                </a:solidFill>
              </a:rPr>
              <a:t>Progress</a:t>
            </a:r>
          </a:p>
          <a:p>
            <a:pPr marL="457200" indent="-457200">
              <a:buFont typeface="Arial" panose="020B0604020202020204" pitchFamily="34" charset="0"/>
              <a:buChar char="•"/>
            </a:pPr>
            <a:r>
              <a:rPr lang="en-US" dirty="0">
                <a:solidFill>
                  <a:schemeClr val="tx1"/>
                </a:solidFill>
              </a:rPr>
              <a:t>Future Plan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1D4D4-6774-6EBB-1031-E911B342465D}"/>
            </a:ext>
          </a:extLst>
        </p:cNvPr>
        <p:cNvGrpSpPr/>
        <p:nvPr/>
      </p:nvGrpSpPr>
      <p:grpSpPr>
        <a:xfrm>
          <a:off x="0" y="0"/>
          <a:ext cx="0" cy="0"/>
          <a:chOff x="0" y="0"/>
          <a:chExt cx="0" cy="0"/>
        </a:xfrm>
      </p:grpSpPr>
      <p:sp>
        <p:nvSpPr>
          <p:cNvPr id="2" name="スライド番号プレースホルダ 1">
            <a:extLst>
              <a:ext uri="{FF2B5EF4-FFF2-40B4-BE49-F238E27FC236}">
                <a16:creationId xmlns:a16="http://schemas.microsoft.com/office/drawing/2014/main" id="{86E928D2-8315-BB88-958A-9EA0420FAC1A}"/>
              </a:ext>
            </a:extLst>
          </p:cNvPr>
          <p:cNvSpPr>
            <a:spLocks noGrp="1"/>
          </p:cNvSpPr>
          <p:nvPr>
            <p:ph type="sldNum" sz="quarter" idx="12"/>
          </p:nvPr>
        </p:nvSpPr>
        <p:spPr>
          <a:xfrm>
            <a:off x="7010400" y="152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dirty="0"/>
              <a:t>No.2</a:t>
            </a:r>
          </a:p>
        </p:txBody>
      </p:sp>
      <p:grpSp>
        <p:nvGrpSpPr>
          <p:cNvPr id="7" name="Group 6">
            <a:extLst>
              <a:ext uri="{FF2B5EF4-FFF2-40B4-BE49-F238E27FC236}">
                <a16:creationId xmlns:a16="http://schemas.microsoft.com/office/drawing/2014/main" id="{F0BC27A0-AABB-0556-5F0A-2C7CF24FC040}"/>
              </a:ext>
            </a:extLst>
          </p:cNvPr>
          <p:cNvGrpSpPr/>
          <p:nvPr/>
        </p:nvGrpSpPr>
        <p:grpSpPr>
          <a:xfrm>
            <a:off x="63158" y="900917"/>
            <a:ext cx="3744416" cy="2609933"/>
            <a:chOff x="-1903297" y="-1244762"/>
            <a:chExt cx="6268277" cy="4811507"/>
          </a:xfrm>
        </p:grpSpPr>
        <p:sp>
          <p:nvSpPr>
            <p:cNvPr id="8" name="TextBox 7">
              <a:extLst>
                <a:ext uri="{FF2B5EF4-FFF2-40B4-BE49-F238E27FC236}">
                  <a16:creationId xmlns:a16="http://schemas.microsoft.com/office/drawing/2014/main" id="{696C8FEF-BD2C-99ED-F1D2-8D5E60DB632F}"/>
                </a:ext>
              </a:extLst>
            </p:cNvPr>
            <p:cNvSpPr txBox="1"/>
            <p:nvPr/>
          </p:nvSpPr>
          <p:spPr>
            <a:xfrm>
              <a:off x="267116" y="2602170"/>
              <a:ext cx="1853816" cy="964575"/>
            </a:xfrm>
            <a:prstGeom prst="rect">
              <a:avLst/>
            </a:prstGeom>
            <a:noFill/>
          </p:spPr>
          <p:txBody>
            <a:bodyPr wrap="square" rtlCol="0">
              <a:spAutoFit/>
            </a:bodyPr>
            <a:lstStyle/>
            <a:p>
              <a:pPr algn="ctr"/>
              <a:r>
                <a:rPr lang="en-US" dirty="0">
                  <a:solidFill>
                    <a:schemeClr val="tx1"/>
                  </a:solidFill>
                </a:rPr>
                <a:t>CAD</a:t>
              </a:r>
            </a:p>
          </p:txBody>
        </p:sp>
        <p:pic>
          <p:nvPicPr>
            <p:cNvPr id="3" name="Picture 2" descr="A computer screen shot of a grey object&#10;&#10;AI-generated content may be incorrect.">
              <a:extLst>
                <a:ext uri="{FF2B5EF4-FFF2-40B4-BE49-F238E27FC236}">
                  <a16:creationId xmlns:a16="http://schemas.microsoft.com/office/drawing/2014/main" id="{80CC4932-E8DC-5700-825E-F3BD606216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3297" y="-1244762"/>
              <a:ext cx="6268277" cy="3811536"/>
            </a:xfrm>
            <a:prstGeom prst="rect">
              <a:avLst/>
            </a:prstGeom>
          </p:spPr>
        </p:pic>
      </p:grpSp>
      <p:grpSp>
        <p:nvGrpSpPr>
          <p:cNvPr id="19" name="Group 18">
            <a:extLst>
              <a:ext uri="{FF2B5EF4-FFF2-40B4-BE49-F238E27FC236}">
                <a16:creationId xmlns:a16="http://schemas.microsoft.com/office/drawing/2014/main" id="{D83E73C5-312D-08D7-1B1C-6A1C116FCD3B}"/>
              </a:ext>
            </a:extLst>
          </p:cNvPr>
          <p:cNvGrpSpPr/>
          <p:nvPr/>
        </p:nvGrpSpPr>
        <p:grpSpPr>
          <a:xfrm>
            <a:off x="5629774" y="900917"/>
            <a:ext cx="3465580" cy="2541700"/>
            <a:chOff x="5758554" y="3667417"/>
            <a:chExt cx="3465580" cy="2541700"/>
          </a:xfrm>
        </p:grpSpPr>
        <p:sp>
          <p:nvSpPr>
            <p:cNvPr id="14" name="TextBox 13">
              <a:extLst>
                <a:ext uri="{FF2B5EF4-FFF2-40B4-BE49-F238E27FC236}">
                  <a16:creationId xmlns:a16="http://schemas.microsoft.com/office/drawing/2014/main" id="{F60318DA-2039-B681-21CF-305FDDFB62A0}"/>
                </a:ext>
              </a:extLst>
            </p:cNvPr>
            <p:cNvSpPr txBox="1"/>
            <p:nvPr/>
          </p:nvSpPr>
          <p:spPr>
            <a:xfrm>
              <a:off x="6564436" y="5685897"/>
              <a:ext cx="1853816" cy="523220"/>
            </a:xfrm>
            <a:prstGeom prst="rect">
              <a:avLst/>
            </a:prstGeom>
            <a:noFill/>
          </p:spPr>
          <p:txBody>
            <a:bodyPr wrap="square" rtlCol="0">
              <a:spAutoFit/>
            </a:bodyPr>
            <a:lstStyle/>
            <a:p>
              <a:pPr algn="ctr"/>
              <a:r>
                <a:rPr lang="en-US" dirty="0">
                  <a:solidFill>
                    <a:schemeClr val="tx1"/>
                  </a:solidFill>
                </a:rPr>
                <a:t>Forming</a:t>
              </a:r>
            </a:p>
          </p:txBody>
        </p:sp>
        <p:pic>
          <p:nvPicPr>
            <p:cNvPr id="11" name="Picture 10" descr="Close-up of a machine with a square piece of metal&#10;&#10;AI-generated content may be incorrect.">
              <a:extLst>
                <a:ext uri="{FF2B5EF4-FFF2-40B4-BE49-F238E27FC236}">
                  <a16:creationId xmlns:a16="http://schemas.microsoft.com/office/drawing/2014/main" id="{50930E5E-532B-D44A-2640-DAF7EA1E1D21}"/>
                </a:ext>
              </a:extLst>
            </p:cNvPr>
            <p:cNvPicPr>
              <a:picLocks noChangeAspect="1"/>
            </p:cNvPicPr>
            <p:nvPr/>
          </p:nvPicPr>
          <p:blipFill>
            <a:blip r:embed="rId4">
              <a:extLst>
                <a:ext uri="{28A0092B-C50C-407E-A947-70E740481C1C}">
                  <a14:useLocalDpi xmlns:a14="http://schemas.microsoft.com/office/drawing/2010/main" val="0"/>
                </a:ext>
              </a:extLst>
            </a:blip>
            <a:srcRect l="1252" t="3594" r="-1936" b="17959"/>
            <a:stretch>
              <a:fillRect/>
            </a:stretch>
          </p:blipFill>
          <p:spPr>
            <a:xfrm>
              <a:off x="5758554" y="3667417"/>
              <a:ext cx="3465580" cy="2025175"/>
            </a:xfrm>
            <a:prstGeom prst="rect">
              <a:avLst/>
            </a:prstGeom>
          </p:spPr>
        </p:pic>
      </p:grpSp>
      <p:grpSp>
        <p:nvGrpSpPr>
          <p:cNvPr id="18" name="Group 17">
            <a:extLst>
              <a:ext uri="{FF2B5EF4-FFF2-40B4-BE49-F238E27FC236}">
                <a16:creationId xmlns:a16="http://schemas.microsoft.com/office/drawing/2014/main" id="{2EF5DD86-F741-2255-A6F9-E9A2D4A9747F}"/>
              </a:ext>
            </a:extLst>
          </p:cNvPr>
          <p:cNvGrpSpPr/>
          <p:nvPr/>
        </p:nvGrpSpPr>
        <p:grpSpPr>
          <a:xfrm>
            <a:off x="3095836" y="3540318"/>
            <a:ext cx="2952328" cy="2742547"/>
            <a:chOff x="2778112" y="3428980"/>
            <a:chExt cx="2952328" cy="2742547"/>
          </a:xfrm>
        </p:grpSpPr>
        <p:sp>
          <p:nvSpPr>
            <p:cNvPr id="12" name="TextBox 11">
              <a:extLst>
                <a:ext uri="{FF2B5EF4-FFF2-40B4-BE49-F238E27FC236}">
                  <a16:creationId xmlns:a16="http://schemas.microsoft.com/office/drawing/2014/main" id="{E5B00660-565F-50B1-5BD2-3B77FD4C1C0A}"/>
                </a:ext>
              </a:extLst>
            </p:cNvPr>
            <p:cNvSpPr txBox="1"/>
            <p:nvPr/>
          </p:nvSpPr>
          <p:spPr>
            <a:xfrm>
              <a:off x="3327368" y="5648307"/>
              <a:ext cx="1853816" cy="523220"/>
            </a:xfrm>
            <a:prstGeom prst="rect">
              <a:avLst/>
            </a:prstGeom>
            <a:noFill/>
          </p:spPr>
          <p:txBody>
            <a:bodyPr wrap="square" rtlCol="0">
              <a:spAutoFit/>
            </a:bodyPr>
            <a:lstStyle/>
            <a:p>
              <a:pPr algn="ctr"/>
              <a:r>
                <a:rPr lang="en-US" dirty="0">
                  <a:solidFill>
                    <a:schemeClr val="tx1"/>
                  </a:solidFill>
                </a:rPr>
                <a:t>Tool Path</a:t>
              </a:r>
            </a:p>
          </p:txBody>
        </p:sp>
        <p:pic>
          <p:nvPicPr>
            <p:cNvPr id="17" name="Picture 16" descr="A blue square with a square in the middle&#10;&#10;AI-generated content may be incorrect.">
              <a:extLst>
                <a:ext uri="{FF2B5EF4-FFF2-40B4-BE49-F238E27FC236}">
                  <a16:creationId xmlns:a16="http://schemas.microsoft.com/office/drawing/2014/main" id="{D5C1CA26-40FA-D71F-44B7-145AFE7D11C2}"/>
                </a:ext>
              </a:extLst>
            </p:cNvPr>
            <p:cNvPicPr>
              <a:picLocks noChangeAspect="1"/>
            </p:cNvPicPr>
            <p:nvPr/>
          </p:nvPicPr>
          <p:blipFill>
            <a:blip r:embed="rId5">
              <a:extLst>
                <a:ext uri="{28A0092B-C50C-407E-A947-70E740481C1C}">
                  <a14:useLocalDpi xmlns:a14="http://schemas.microsoft.com/office/drawing/2010/main" val="0"/>
                </a:ext>
              </a:extLst>
            </a:blip>
            <a:srcRect l="9506" t="5215" r="9295"/>
            <a:stretch>
              <a:fillRect/>
            </a:stretch>
          </p:blipFill>
          <p:spPr>
            <a:xfrm flipH="1">
              <a:off x="2778112" y="3428980"/>
              <a:ext cx="2952328" cy="2265348"/>
            </a:xfrm>
            <a:prstGeom prst="rect">
              <a:avLst/>
            </a:prstGeom>
          </p:spPr>
        </p:pic>
      </p:grpSp>
      <p:sp>
        <p:nvSpPr>
          <p:cNvPr id="6" name="タイトル 14">
            <a:extLst>
              <a:ext uri="{FF2B5EF4-FFF2-40B4-BE49-F238E27FC236}">
                <a16:creationId xmlns:a16="http://schemas.microsoft.com/office/drawing/2014/main" id="{161839BB-48EF-53A1-EF8B-35A6428115E6}"/>
              </a:ext>
            </a:extLst>
          </p:cNvPr>
          <p:cNvSpPr txBox="1">
            <a:spLocks/>
          </p:cNvSpPr>
          <p:nvPr/>
        </p:nvSpPr>
        <p:spPr bwMode="auto">
          <a:xfrm>
            <a:off x="467544" y="24893"/>
            <a:ext cx="7704856"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a:lstStyle>
          <a:p>
            <a:r>
              <a:rPr lang="en-US" altLang="ja-JP" sz="2800" b="1" kern="0" dirty="0">
                <a:solidFill>
                  <a:schemeClr val="tx1"/>
                </a:solidFill>
              </a:rPr>
              <a:t>Background Information </a:t>
            </a:r>
            <a:r>
              <a:rPr lang="en-US" sz="2000" dirty="0">
                <a:solidFill>
                  <a:schemeClr val="tx1"/>
                </a:solidFill>
              </a:rPr>
              <a:t>Incremental Forming</a:t>
            </a:r>
          </a:p>
        </p:txBody>
      </p:sp>
      <p:sp>
        <p:nvSpPr>
          <p:cNvPr id="4" name="Arrow: Down 3">
            <a:extLst>
              <a:ext uri="{FF2B5EF4-FFF2-40B4-BE49-F238E27FC236}">
                <a16:creationId xmlns:a16="http://schemas.microsoft.com/office/drawing/2014/main" id="{EC4D4084-B841-4151-E505-1CC217F4B3CB}"/>
              </a:ext>
            </a:extLst>
          </p:cNvPr>
          <p:cNvSpPr/>
          <p:nvPr/>
        </p:nvSpPr>
        <p:spPr bwMode="auto">
          <a:xfrm rot="19820980" flipH="1">
            <a:off x="2322134" y="3550407"/>
            <a:ext cx="289871" cy="941065"/>
          </a:xfrm>
          <a:prstGeom prst="downArrow">
            <a:avLst/>
          </a:prstGeom>
          <a:solidFill>
            <a:schemeClr val="accent2"/>
          </a:solidFill>
          <a:ln w="9525" cap="flat" cmpd="sng" algn="ctr">
            <a:solidFill>
              <a:schemeClr val="tx1"/>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2800" b="1" i="0" u="none" strike="noStrike" cap="none" normalizeH="0" baseline="0">
              <a:ln>
                <a:noFill/>
              </a:ln>
              <a:solidFill>
                <a:srgbClr val="000099"/>
              </a:solidFill>
              <a:effectLst/>
              <a:latin typeface="Arial" charset="0"/>
              <a:ea typeface="ＭＳ ゴシック" pitchFamily="49" charset="-128"/>
            </a:endParaRPr>
          </a:p>
        </p:txBody>
      </p:sp>
      <p:sp>
        <p:nvSpPr>
          <p:cNvPr id="5" name="Arrow: Down 4">
            <a:extLst>
              <a:ext uri="{FF2B5EF4-FFF2-40B4-BE49-F238E27FC236}">
                <a16:creationId xmlns:a16="http://schemas.microsoft.com/office/drawing/2014/main" id="{394F4476-02B9-18EA-C8FF-CB6DE5D144C1}"/>
              </a:ext>
            </a:extLst>
          </p:cNvPr>
          <p:cNvSpPr/>
          <p:nvPr/>
        </p:nvSpPr>
        <p:spPr bwMode="auto">
          <a:xfrm rot="12943375" flipH="1">
            <a:off x="6786007" y="3404859"/>
            <a:ext cx="289871" cy="941065"/>
          </a:xfrm>
          <a:prstGeom prst="downArrow">
            <a:avLst/>
          </a:prstGeom>
          <a:solidFill>
            <a:schemeClr val="accent2"/>
          </a:solidFill>
          <a:ln w="9525" cap="flat" cmpd="sng" algn="ctr">
            <a:solidFill>
              <a:schemeClr val="tx1"/>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2800" b="1" i="0" u="none" strike="noStrike" cap="none" normalizeH="0" baseline="0">
              <a:ln>
                <a:noFill/>
              </a:ln>
              <a:solidFill>
                <a:srgbClr val="000099"/>
              </a:solidFill>
              <a:effectLst/>
              <a:latin typeface="Arial" charset="0"/>
              <a:ea typeface="ＭＳ ゴシック" pitchFamily="49" charset="-128"/>
            </a:endParaRPr>
          </a:p>
        </p:txBody>
      </p:sp>
    </p:spTree>
    <p:extLst>
      <p:ext uri="{BB962C8B-B14F-4D97-AF65-F5344CB8AC3E}">
        <p14:creationId xmlns:p14="http://schemas.microsoft.com/office/powerpoint/2010/main" val="1400478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D48E1-860A-9599-D37C-BCB1C6585D57}"/>
            </a:ext>
          </a:extLst>
        </p:cNvPr>
        <p:cNvGrpSpPr/>
        <p:nvPr/>
      </p:nvGrpSpPr>
      <p:grpSpPr>
        <a:xfrm>
          <a:off x="0" y="0"/>
          <a:ext cx="0" cy="0"/>
          <a:chOff x="0" y="0"/>
          <a:chExt cx="0" cy="0"/>
        </a:xfrm>
      </p:grpSpPr>
      <p:sp>
        <p:nvSpPr>
          <p:cNvPr id="2" name="スライド番号プレースホルダ 1">
            <a:extLst>
              <a:ext uri="{FF2B5EF4-FFF2-40B4-BE49-F238E27FC236}">
                <a16:creationId xmlns:a16="http://schemas.microsoft.com/office/drawing/2014/main" id="{00D77160-451F-48D8-EDA1-92C4E1C039EE}"/>
              </a:ext>
            </a:extLst>
          </p:cNvPr>
          <p:cNvSpPr>
            <a:spLocks noGrp="1"/>
          </p:cNvSpPr>
          <p:nvPr>
            <p:ph type="sldNum" sz="quarter" idx="12"/>
          </p:nvPr>
        </p:nvSpPr>
        <p:spPr>
          <a:xfrm>
            <a:off x="7010400" y="152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dirty="0"/>
              <a:t>No.3</a:t>
            </a:r>
          </a:p>
        </p:txBody>
      </p:sp>
      <p:sp>
        <p:nvSpPr>
          <p:cNvPr id="4" name="タイトル 14">
            <a:extLst>
              <a:ext uri="{FF2B5EF4-FFF2-40B4-BE49-F238E27FC236}">
                <a16:creationId xmlns:a16="http://schemas.microsoft.com/office/drawing/2014/main" id="{17C1BF62-63DB-D834-28F0-A7D86F0B1B01}"/>
              </a:ext>
            </a:extLst>
          </p:cNvPr>
          <p:cNvSpPr txBox="1">
            <a:spLocks/>
          </p:cNvSpPr>
          <p:nvPr/>
        </p:nvSpPr>
        <p:spPr bwMode="auto">
          <a:xfrm>
            <a:off x="467544" y="24893"/>
            <a:ext cx="727280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a:lstStyle>
          <a:p>
            <a:r>
              <a:rPr lang="en-US" altLang="ja-JP" sz="2800" b="1" kern="0" dirty="0">
                <a:solidFill>
                  <a:schemeClr val="tx1"/>
                </a:solidFill>
              </a:rPr>
              <a:t>Background Information </a:t>
            </a:r>
            <a:r>
              <a:rPr lang="en-US" sz="2000" dirty="0">
                <a:solidFill>
                  <a:schemeClr val="tx1"/>
                </a:solidFill>
              </a:rPr>
              <a:t>Incremental Forming</a:t>
            </a:r>
          </a:p>
        </p:txBody>
      </p:sp>
      <p:grpSp>
        <p:nvGrpSpPr>
          <p:cNvPr id="5" name="Group 4">
            <a:extLst>
              <a:ext uri="{FF2B5EF4-FFF2-40B4-BE49-F238E27FC236}">
                <a16:creationId xmlns:a16="http://schemas.microsoft.com/office/drawing/2014/main" id="{94017892-F48E-E1E7-689D-76BED787E6C2}"/>
              </a:ext>
            </a:extLst>
          </p:cNvPr>
          <p:cNvGrpSpPr/>
          <p:nvPr/>
        </p:nvGrpSpPr>
        <p:grpSpPr>
          <a:xfrm>
            <a:off x="-1476672" y="1904444"/>
            <a:ext cx="7570866" cy="3454585"/>
            <a:chOff x="-1366186" y="1618427"/>
            <a:chExt cx="7570866" cy="3454585"/>
          </a:xfrm>
        </p:grpSpPr>
        <p:grpSp>
          <p:nvGrpSpPr>
            <p:cNvPr id="10" name="Group 9">
              <a:extLst>
                <a:ext uri="{FF2B5EF4-FFF2-40B4-BE49-F238E27FC236}">
                  <a16:creationId xmlns:a16="http://schemas.microsoft.com/office/drawing/2014/main" id="{4960EF62-9B68-6127-4B64-25671CA80B55}"/>
                </a:ext>
              </a:extLst>
            </p:cNvPr>
            <p:cNvGrpSpPr/>
            <p:nvPr/>
          </p:nvGrpSpPr>
          <p:grpSpPr>
            <a:xfrm>
              <a:off x="357382" y="1618427"/>
              <a:ext cx="4123730" cy="2886611"/>
              <a:chOff x="533400" y="1663244"/>
              <a:chExt cx="4123730" cy="2886611"/>
            </a:xfrm>
          </p:grpSpPr>
          <p:pic>
            <p:nvPicPr>
              <p:cNvPr id="8" name="Picture 7" descr="A white sports car on a road&#10;&#10;AI-generated content may be incorrect.">
                <a:extLst>
                  <a:ext uri="{FF2B5EF4-FFF2-40B4-BE49-F238E27FC236}">
                    <a16:creationId xmlns:a16="http://schemas.microsoft.com/office/drawing/2014/main" id="{46A8759A-11B7-40C0-B7C2-AD195F21CD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1663244"/>
                <a:ext cx="4123730" cy="2886611"/>
              </a:xfrm>
              <a:prstGeom prst="rect">
                <a:avLst/>
              </a:prstGeom>
            </p:spPr>
          </p:pic>
          <p:sp>
            <p:nvSpPr>
              <p:cNvPr id="9" name="Oval 8">
                <a:extLst>
                  <a:ext uri="{FF2B5EF4-FFF2-40B4-BE49-F238E27FC236}">
                    <a16:creationId xmlns:a16="http://schemas.microsoft.com/office/drawing/2014/main" id="{15BD4E23-5345-2031-F2F4-8DD5D07DFC8D}"/>
                  </a:ext>
                </a:extLst>
              </p:cNvPr>
              <p:cNvSpPr/>
              <p:nvPr/>
            </p:nvSpPr>
            <p:spPr bwMode="auto">
              <a:xfrm>
                <a:off x="2771800" y="3356992"/>
                <a:ext cx="432048" cy="504056"/>
              </a:xfrm>
              <a:prstGeom prst="ellipse">
                <a:avLst/>
              </a:prstGeom>
              <a:noFill/>
              <a:ln w="9525" cap="flat" cmpd="sng" algn="ctr">
                <a:solidFill>
                  <a:srgbClr val="FF0000"/>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2800" b="1" i="0" u="none" strike="noStrike" cap="none" normalizeH="0" baseline="0" dirty="0">
                  <a:ln>
                    <a:noFill/>
                  </a:ln>
                  <a:solidFill>
                    <a:srgbClr val="000099"/>
                  </a:solidFill>
                  <a:effectLst/>
                  <a:latin typeface="Arial" charset="0"/>
                  <a:ea typeface="ＭＳ ゴシック" pitchFamily="49" charset="-128"/>
                </a:endParaRPr>
              </a:p>
            </p:txBody>
          </p:sp>
        </p:grpSp>
        <p:sp>
          <p:nvSpPr>
            <p:cNvPr id="3" name="TextBox 2">
              <a:extLst>
                <a:ext uri="{FF2B5EF4-FFF2-40B4-BE49-F238E27FC236}">
                  <a16:creationId xmlns:a16="http://schemas.microsoft.com/office/drawing/2014/main" id="{23DAE6F8-8C06-8B05-F522-8566F69D1617}"/>
                </a:ext>
              </a:extLst>
            </p:cNvPr>
            <p:cNvSpPr txBox="1"/>
            <p:nvPr/>
          </p:nvSpPr>
          <p:spPr>
            <a:xfrm>
              <a:off x="-1366186" y="4549792"/>
              <a:ext cx="7570866" cy="523220"/>
            </a:xfrm>
            <a:prstGeom prst="rect">
              <a:avLst/>
            </a:prstGeom>
            <a:noFill/>
          </p:spPr>
          <p:txBody>
            <a:bodyPr wrap="square" rtlCol="0">
              <a:spAutoFit/>
            </a:bodyPr>
            <a:lstStyle/>
            <a:p>
              <a:pPr algn="ctr"/>
              <a:r>
                <a:rPr lang="en-US" dirty="0">
                  <a:solidFill>
                    <a:schemeClr val="tx1"/>
                  </a:solidFill>
                </a:rPr>
                <a:t>Lexus LS Edge </a:t>
              </a:r>
            </a:p>
          </p:txBody>
        </p:sp>
      </p:grpSp>
      <p:grpSp>
        <p:nvGrpSpPr>
          <p:cNvPr id="15" name="Group 14">
            <a:extLst>
              <a:ext uri="{FF2B5EF4-FFF2-40B4-BE49-F238E27FC236}">
                <a16:creationId xmlns:a16="http://schemas.microsoft.com/office/drawing/2014/main" id="{055E48F3-891B-54BA-EEEE-6FC96ECAF185}"/>
              </a:ext>
            </a:extLst>
          </p:cNvPr>
          <p:cNvGrpSpPr/>
          <p:nvPr/>
        </p:nvGrpSpPr>
        <p:grpSpPr>
          <a:xfrm>
            <a:off x="2990083" y="1906438"/>
            <a:ext cx="7570866" cy="3838724"/>
            <a:chOff x="3072126" y="2220272"/>
            <a:chExt cx="7570866" cy="3838724"/>
          </a:xfrm>
        </p:grpSpPr>
        <p:pic>
          <p:nvPicPr>
            <p:cNvPr id="11" name="Picture 10">
              <a:extLst>
                <a:ext uri="{FF2B5EF4-FFF2-40B4-BE49-F238E27FC236}">
                  <a16:creationId xmlns:a16="http://schemas.microsoft.com/office/drawing/2014/main" id="{D6AAD1B6-7D2C-5300-36B6-16D46811A697}"/>
                </a:ext>
              </a:extLst>
            </p:cNvPr>
            <p:cNvPicPr>
              <a:picLocks noChangeAspect="1"/>
            </p:cNvPicPr>
            <p:nvPr/>
          </p:nvPicPr>
          <p:blipFill>
            <a:blip r:embed="rId4">
              <a:extLst>
                <a:ext uri="{28A0092B-C50C-407E-A947-70E740481C1C}">
                  <a14:useLocalDpi xmlns:a14="http://schemas.microsoft.com/office/drawing/2010/main" val="0"/>
                </a:ext>
              </a:extLst>
            </a:blip>
            <a:srcRect r="19724"/>
            <a:stretch>
              <a:fillRect/>
            </a:stretch>
          </p:blipFill>
          <p:spPr>
            <a:xfrm>
              <a:off x="4795694" y="2220272"/>
              <a:ext cx="4123730" cy="2889504"/>
            </a:xfrm>
            <a:prstGeom prst="rect">
              <a:avLst/>
            </a:prstGeom>
          </p:spPr>
        </p:pic>
        <p:sp>
          <p:nvSpPr>
            <p:cNvPr id="14" name="TextBox 13">
              <a:extLst>
                <a:ext uri="{FF2B5EF4-FFF2-40B4-BE49-F238E27FC236}">
                  <a16:creationId xmlns:a16="http://schemas.microsoft.com/office/drawing/2014/main" id="{4F9DD91C-B276-6BBF-BB3D-8A83034B85CF}"/>
                </a:ext>
              </a:extLst>
            </p:cNvPr>
            <p:cNvSpPr txBox="1"/>
            <p:nvPr/>
          </p:nvSpPr>
          <p:spPr>
            <a:xfrm>
              <a:off x="3072126" y="5104889"/>
              <a:ext cx="7570866" cy="954107"/>
            </a:xfrm>
            <a:prstGeom prst="rect">
              <a:avLst/>
            </a:prstGeom>
            <a:noFill/>
          </p:spPr>
          <p:txBody>
            <a:bodyPr wrap="square" rtlCol="0">
              <a:spAutoFit/>
            </a:bodyPr>
            <a:lstStyle/>
            <a:p>
              <a:pPr algn="ctr"/>
              <a:r>
                <a:rPr lang="en-US" dirty="0">
                  <a:solidFill>
                    <a:schemeClr val="tx1"/>
                  </a:solidFill>
                </a:rPr>
                <a:t>Nissan’s Incremental</a:t>
              </a:r>
            </a:p>
            <a:p>
              <a:pPr algn="ctr"/>
              <a:r>
                <a:rPr lang="en-US" dirty="0">
                  <a:solidFill>
                    <a:schemeClr val="tx1"/>
                  </a:solidFill>
                </a:rPr>
                <a:t>Forming Showcase</a:t>
              </a:r>
            </a:p>
          </p:txBody>
        </p:sp>
      </p:grpSp>
    </p:spTree>
    <p:extLst>
      <p:ext uri="{BB962C8B-B14F-4D97-AF65-F5344CB8AC3E}">
        <p14:creationId xmlns:p14="http://schemas.microsoft.com/office/powerpoint/2010/main" val="331761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CD4FA-F23B-C657-2297-4836C1614F3F}"/>
            </a:ext>
          </a:extLst>
        </p:cNvPr>
        <p:cNvGrpSpPr/>
        <p:nvPr/>
      </p:nvGrpSpPr>
      <p:grpSpPr>
        <a:xfrm>
          <a:off x="0" y="0"/>
          <a:ext cx="0" cy="0"/>
          <a:chOff x="0" y="0"/>
          <a:chExt cx="0" cy="0"/>
        </a:xfrm>
      </p:grpSpPr>
      <p:sp>
        <p:nvSpPr>
          <p:cNvPr id="6157" name="タイトル 14">
            <a:extLst>
              <a:ext uri="{FF2B5EF4-FFF2-40B4-BE49-F238E27FC236}">
                <a16:creationId xmlns:a16="http://schemas.microsoft.com/office/drawing/2014/main" id="{A8BAFAE9-5DF2-9DA8-76D5-FC3837AEB92C}"/>
              </a:ext>
            </a:extLst>
          </p:cNvPr>
          <p:cNvSpPr>
            <a:spLocks noGrp="1"/>
          </p:cNvSpPr>
          <p:nvPr>
            <p:ph type="title" idx="4294967295"/>
          </p:nvPr>
        </p:nvSpPr>
        <p:spPr/>
        <p:txBody>
          <a:bodyPr/>
          <a:lstStyle/>
          <a:p>
            <a:r>
              <a:rPr lang="en-US" altLang="ja-JP" sz="2800" b="1" dirty="0">
                <a:solidFill>
                  <a:schemeClr val="tx1"/>
                </a:solidFill>
              </a:rPr>
              <a:t>Previous Research</a:t>
            </a:r>
            <a:endParaRPr lang="ja-JP" altLang="en-US" sz="2800" b="1" dirty="0">
              <a:solidFill>
                <a:schemeClr val="tx1"/>
              </a:solidFill>
            </a:endParaRPr>
          </a:p>
        </p:txBody>
      </p:sp>
      <p:sp>
        <p:nvSpPr>
          <p:cNvPr id="2" name="スライド番号プレースホルダ 1">
            <a:extLst>
              <a:ext uri="{FF2B5EF4-FFF2-40B4-BE49-F238E27FC236}">
                <a16:creationId xmlns:a16="http://schemas.microsoft.com/office/drawing/2014/main" id="{E26E204C-E71C-863D-D347-4A7EDE00B1C8}"/>
              </a:ext>
            </a:extLst>
          </p:cNvPr>
          <p:cNvSpPr>
            <a:spLocks noGrp="1"/>
          </p:cNvSpPr>
          <p:nvPr>
            <p:ph type="sldNum" sz="quarter" idx="12"/>
          </p:nvPr>
        </p:nvSpPr>
        <p:spPr>
          <a:xfrm>
            <a:off x="7010400" y="152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dirty="0"/>
              <a:t>No.4</a:t>
            </a:r>
          </a:p>
        </p:txBody>
      </p:sp>
      <p:graphicFrame>
        <p:nvGraphicFramePr>
          <p:cNvPr id="10" name="Diagram 9">
            <a:extLst>
              <a:ext uri="{FF2B5EF4-FFF2-40B4-BE49-F238E27FC236}">
                <a16:creationId xmlns:a16="http://schemas.microsoft.com/office/drawing/2014/main" id="{B476849C-E4A0-3220-2CBB-3547448CE619}"/>
              </a:ext>
            </a:extLst>
          </p:cNvPr>
          <p:cNvGraphicFramePr/>
          <p:nvPr>
            <p:extLst>
              <p:ext uri="{D42A27DB-BD31-4B8C-83A1-F6EECF244321}">
                <p14:modId xmlns:p14="http://schemas.microsoft.com/office/powerpoint/2010/main" val="3204508454"/>
              </p:ext>
            </p:extLst>
          </p:nvPr>
        </p:nvGraphicFramePr>
        <p:xfrm>
          <a:off x="0" y="-675456"/>
          <a:ext cx="9144000" cy="44371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1" name="Picture 10">
            <a:extLst>
              <a:ext uri="{FF2B5EF4-FFF2-40B4-BE49-F238E27FC236}">
                <a16:creationId xmlns:a16="http://schemas.microsoft.com/office/drawing/2014/main" id="{D05CDFD2-34BF-1C9B-A9E5-BEF323439499}"/>
              </a:ext>
            </a:extLst>
          </p:cNvPr>
          <p:cNvPicPr>
            <a:picLocks noChangeAspect="1"/>
          </p:cNvPicPr>
          <p:nvPr/>
        </p:nvPicPr>
        <p:blipFill>
          <a:blip r:embed="rId8"/>
          <a:stretch>
            <a:fillRect/>
          </a:stretch>
        </p:blipFill>
        <p:spPr>
          <a:xfrm>
            <a:off x="4724400" y="3022744"/>
            <a:ext cx="4037839" cy="2981136"/>
          </a:xfrm>
          <a:prstGeom prst="rect">
            <a:avLst/>
          </a:prstGeom>
        </p:spPr>
      </p:pic>
      <p:pic>
        <p:nvPicPr>
          <p:cNvPr id="5" name="Picture 4">
            <a:extLst>
              <a:ext uri="{FF2B5EF4-FFF2-40B4-BE49-F238E27FC236}">
                <a16:creationId xmlns:a16="http://schemas.microsoft.com/office/drawing/2014/main" id="{C0115E2A-ADFD-7AEF-A791-DDFA181D9858}"/>
              </a:ext>
            </a:extLst>
          </p:cNvPr>
          <p:cNvPicPr>
            <a:picLocks noChangeAspect="1"/>
          </p:cNvPicPr>
          <p:nvPr/>
        </p:nvPicPr>
        <p:blipFill>
          <a:blip r:embed="rId9"/>
          <a:stretch>
            <a:fillRect/>
          </a:stretch>
        </p:blipFill>
        <p:spPr>
          <a:xfrm>
            <a:off x="179512" y="3022744"/>
            <a:ext cx="3936715" cy="2981136"/>
          </a:xfrm>
          <a:prstGeom prst="rect">
            <a:avLst/>
          </a:prstGeom>
        </p:spPr>
      </p:pic>
      <p:sp>
        <p:nvSpPr>
          <p:cNvPr id="8" name="Arrow: Down 7">
            <a:extLst>
              <a:ext uri="{FF2B5EF4-FFF2-40B4-BE49-F238E27FC236}">
                <a16:creationId xmlns:a16="http://schemas.microsoft.com/office/drawing/2014/main" id="{60A3C896-F55F-F1C7-38D1-7B4C9DD69303}"/>
              </a:ext>
            </a:extLst>
          </p:cNvPr>
          <p:cNvSpPr/>
          <p:nvPr/>
        </p:nvSpPr>
        <p:spPr bwMode="auto">
          <a:xfrm rot="1779020">
            <a:off x="2985597" y="2071590"/>
            <a:ext cx="289871" cy="941065"/>
          </a:xfrm>
          <a:prstGeom prst="downArrow">
            <a:avLst/>
          </a:prstGeom>
          <a:solidFill>
            <a:schemeClr val="accent2"/>
          </a:solidFill>
          <a:ln w="9525" cap="flat" cmpd="sng" algn="ctr">
            <a:solidFill>
              <a:schemeClr val="tx1"/>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2800" b="1" i="0" u="none" strike="noStrike" cap="none" normalizeH="0" baseline="0">
              <a:ln>
                <a:noFill/>
              </a:ln>
              <a:solidFill>
                <a:srgbClr val="000099"/>
              </a:solidFill>
              <a:effectLst/>
              <a:latin typeface="Arial" charset="0"/>
              <a:ea typeface="ＭＳ ゴシック" pitchFamily="49" charset="-128"/>
            </a:endParaRPr>
          </a:p>
        </p:txBody>
      </p:sp>
      <p:sp>
        <p:nvSpPr>
          <p:cNvPr id="9" name="Arrow: Down 8">
            <a:extLst>
              <a:ext uri="{FF2B5EF4-FFF2-40B4-BE49-F238E27FC236}">
                <a16:creationId xmlns:a16="http://schemas.microsoft.com/office/drawing/2014/main" id="{14F7C2F3-3F0C-EA9D-5614-B9B44A115AB8}"/>
              </a:ext>
            </a:extLst>
          </p:cNvPr>
          <p:cNvSpPr/>
          <p:nvPr/>
        </p:nvSpPr>
        <p:spPr bwMode="auto">
          <a:xfrm rot="19820980" flipH="1">
            <a:off x="6081194" y="2071589"/>
            <a:ext cx="289871" cy="941065"/>
          </a:xfrm>
          <a:prstGeom prst="downArrow">
            <a:avLst/>
          </a:prstGeom>
          <a:solidFill>
            <a:schemeClr val="accent2"/>
          </a:solidFill>
          <a:ln w="9525" cap="flat" cmpd="sng" algn="ctr">
            <a:solidFill>
              <a:schemeClr val="tx1"/>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2800" b="1" i="0" u="none" strike="noStrike" cap="none" normalizeH="0" baseline="0">
              <a:ln>
                <a:noFill/>
              </a:ln>
              <a:solidFill>
                <a:srgbClr val="000099"/>
              </a:solidFill>
              <a:effectLst/>
              <a:latin typeface="Arial" charset="0"/>
              <a:ea typeface="ＭＳ ゴシック" pitchFamily="49" charset="-128"/>
            </a:endParaRPr>
          </a:p>
        </p:txBody>
      </p:sp>
    </p:spTree>
    <p:extLst>
      <p:ext uri="{BB962C8B-B14F-4D97-AF65-F5344CB8AC3E}">
        <p14:creationId xmlns:p14="http://schemas.microsoft.com/office/powerpoint/2010/main" val="2977264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スライド番号プレースホルダ 1">
            <a:extLst>
              <a:ext uri="{FF2B5EF4-FFF2-40B4-BE49-F238E27FC236}">
                <a16:creationId xmlns:a16="http://schemas.microsoft.com/office/drawing/2014/main" id="{0F6199C8-1128-33F3-87A7-325CEE4BA28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dirty="0"/>
              <a:t>No.5</a:t>
            </a:r>
          </a:p>
        </p:txBody>
      </p:sp>
      <p:sp>
        <p:nvSpPr>
          <p:cNvPr id="4" name="タイトル 4">
            <a:extLst>
              <a:ext uri="{FF2B5EF4-FFF2-40B4-BE49-F238E27FC236}">
                <a16:creationId xmlns:a16="http://schemas.microsoft.com/office/drawing/2014/main" id="{3980B27C-31FE-5FF0-F9E8-13822A83080A}"/>
              </a:ext>
            </a:extLst>
          </p:cNvPr>
          <p:cNvSpPr txBox="1">
            <a:spLocks/>
          </p:cNvSpPr>
          <p:nvPr/>
        </p:nvSpPr>
        <p:spPr bwMode="auto">
          <a:xfrm>
            <a:off x="533400" y="76200"/>
            <a:ext cx="6477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a:lstStyle>
          <a:p>
            <a:r>
              <a:rPr lang="en-US" altLang="ja-JP" sz="2800" b="1" kern="0" dirty="0">
                <a:solidFill>
                  <a:schemeClr val="tx1"/>
                </a:solidFill>
              </a:rPr>
              <a:t>Research Progress </a:t>
            </a:r>
            <a:r>
              <a:rPr lang="en-US" altLang="ja-JP" sz="2000" b="1" kern="0" dirty="0">
                <a:solidFill>
                  <a:schemeClr val="tx1"/>
                </a:solidFill>
              </a:rPr>
              <a:t>CAM System</a:t>
            </a:r>
            <a:endParaRPr lang="ja-JP" altLang="en-US" sz="2000" b="1" kern="0" dirty="0">
              <a:solidFill>
                <a:schemeClr val="tx1"/>
              </a:solidFill>
            </a:endParaRPr>
          </a:p>
        </p:txBody>
      </p:sp>
      <p:graphicFrame>
        <p:nvGraphicFramePr>
          <p:cNvPr id="33" name="Diagram 32">
            <a:extLst>
              <a:ext uri="{FF2B5EF4-FFF2-40B4-BE49-F238E27FC236}">
                <a16:creationId xmlns:a16="http://schemas.microsoft.com/office/drawing/2014/main" id="{C57B20DF-B0FE-D8EA-4C1A-14B999B5C353}"/>
              </a:ext>
            </a:extLst>
          </p:cNvPr>
          <p:cNvGraphicFramePr/>
          <p:nvPr>
            <p:extLst>
              <p:ext uri="{D42A27DB-BD31-4B8C-83A1-F6EECF244321}">
                <p14:modId xmlns:p14="http://schemas.microsoft.com/office/powerpoint/2010/main" val="2084266244"/>
              </p:ext>
            </p:extLst>
          </p:nvPr>
        </p:nvGraphicFramePr>
        <p:xfrm>
          <a:off x="0" y="1721858"/>
          <a:ext cx="9144000" cy="34142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CAD3D-C9D3-C1A7-0D58-F070B3029284}"/>
            </a:ext>
          </a:extLst>
        </p:cNvPr>
        <p:cNvGrpSpPr/>
        <p:nvPr/>
      </p:nvGrpSpPr>
      <p:grpSpPr>
        <a:xfrm>
          <a:off x="0" y="0"/>
          <a:ext cx="0" cy="0"/>
          <a:chOff x="0" y="0"/>
          <a:chExt cx="0" cy="0"/>
        </a:xfrm>
      </p:grpSpPr>
      <p:sp>
        <p:nvSpPr>
          <p:cNvPr id="10244" name="スライド番号プレースホルダ 1">
            <a:extLst>
              <a:ext uri="{FF2B5EF4-FFF2-40B4-BE49-F238E27FC236}">
                <a16:creationId xmlns:a16="http://schemas.microsoft.com/office/drawing/2014/main" id="{0FEF3C9E-5E59-2FFB-9D5D-D3974B9ADB0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dirty="0"/>
              <a:t>No.6</a:t>
            </a:r>
          </a:p>
        </p:txBody>
      </p:sp>
      <p:sp>
        <p:nvSpPr>
          <p:cNvPr id="4" name="タイトル 4">
            <a:extLst>
              <a:ext uri="{FF2B5EF4-FFF2-40B4-BE49-F238E27FC236}">
                <a16:creationId xmlns:a16="http://schemas.microsoft.com/office/drawing/2014/main" id="{30DDBB21-6F51-009B-0FA4-6E70436DA73C}"/>
              </a:ext>
            </a:extLst>
          </p:cNvPr>
          <p:cNvSpPr txBox="1">
            <a:spLocks/>
          </p:cNvSpPr>
          <p:nvPr/>
        </p:nvSpPr>
        <p:spPr bwMode="auto">
          <a:xfrm>
            <a:off x="533400" y="76200"/>
            <a:ext cx="7570866"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a:lstStyle>
          <a:p>
            <a:r>
              <a:rPr lang="en-US" altLang="ja-JP" sz="2800" b="1" kern="0" dirty="0">
                <a:solidFill>
                  <a:schemeClr val="tx1"/>
                </a:solidFill>
              </a:rPr>
              <a:t>Research Progress </a:t>
            </a:r>
            <a:r>
              <a:rPr lang="en-US" altLang="ja-JP" sz="2000" b="1" kern="0" dirty="0">
                <a:solidFill>
                  <a:schemeClr val="tx1"/>
                </a:solidFill>
              </a:rPr>
              <a:t>CAM System Comparison</a:t>
            </a:r>
            <a:endParaRPr lang="ja-JP" altLang="en-US" sz="2000" b="1" kern="0" dirty="0">
              <a:solidFill>
                <a:schemeClr val="tx1"/>
              </a:solidFill>
            </a:endParaRPr>
          </a:p>
        </p:txBody>
      </p:sp>
      <p:pic>
        <p:nvPicPr>
          <p:cNvPr id="3" name="Picture 2">
            <a:extLst>
              <a:ext uri="{FF2B5EF4-FFF2-40B4-BE49-F238E27FC236}">
                <a16:creationId xmlns:a16="http://schemas.microsoft.com/office/drawing/2014/main" id="{D78A3BA8-CB74-870F-C163-54A1F0BCEF76}"/>
              </a:ext>
            </a:extLst>
          </p:cNvPr>
          <p:cNvPicPr>
            <a:picLocks noChangeAspect="1"/>
          </p:cNvPicPr>
          <p:nvPr/>
        </p:nvPicPr>
        <p:blipFill>
          <a:blip r:embed="rId3"/>
          <a:stretch>
            <a:fillRect/>
          </a:stretch>
        </p:blipFill>
        <p:spPr>
          <a:xfrm>
            <a:off x="5737453" y="924696"/>
            <a:ext cx="2780589" cy="4376512"/>
          </a:xfrm>
          <a:prstGeom prst="rect">
            <a:avLst/>
          </a:prstGeom>
        </p:spPr>
      </p:pic>
      <p:sp>
        <p:nvSpPr>
          <p:cNvPr id="5" name="TextBox 4">
            <a:extLst>
              <a:ext uri="{FF2B5EF4-FFF2-40B4-BE49-F238E27FC236}">
                <a16:creationId xmlns:a16="http://schemas.microsoft.com/office/drawing/2014/main" id="{308B8985-C56D-C6B1-3D76-E7A30161AE75}"/>
              </a:ext>
            </a:extLst>
          </p:cNvPr>
          <p:cNvSpPr txBox="1"/>
          <p:nvPr/>
        </p:nvSpPr>
        <p:spPr>
          <a:xfrm>
            <a:off x="3683679" y="5392827"/>
            <a:ext cx="6653442" cy="523220"/>
          </a:xfrm>
          <a:prstGeom prst="rect">
            <a:avLst/>
          </a:prstGeom>
          <a:noFill/>
        </p:spPr>
        <p:txBody>
          <a:bodyPr wrap="square" rtlCol="0">
            <a:spAutoFit/>
          </a:bodyPr>
          <a:lstStyle/>
          <a:p>
            <a:pPr algn="ctr"/>
            <a:r>
              <a:rPr lang="en-US" dirty="0">
                <a:solidFill>
                  <a:schemeClr val="tx1"/>
                </a:solidFill>
              </a:rPr>
              <a:t>Updated CAM System</a:t>
            </a:r>
          </a:p>
        </p:txBody>
      </p:sp>
      <p:sp>
        <p:nvSpPr>
          <p:cNvPr id="6" name="TextBox 5">
            <a:extLst>
              <a:ext uri="{FF2B5EF4-FFF2-40B4-BE49-F238E27FC236}">
                <a16:creationId xmlns:a16="http://schemas.microsoft.com/office/drawing/2014/main" id="{CC0E6758-DF2A-451C-3948-FCA9E7BD6100}"/>
              </a:ext>
            </a:extLst>
          </p:cNvPr>
          <p:cNvSpPr txBox="1"/>
          <p:nvPr/>
        </p:nvSpPr>
        <p:spPr>
          <a:xfrm>
            <a:off x="-1301665" y="5177384"/>
            <a:ext cx="7570866" cy="954107"/>
          </a:xfrm>
          <a:prstGeom prst="rect">
            <a:avLst/>
          </a:prstGeom>
          <a:noFill/>
        </p:spPr>
        <p:txBody>
          <a:bodyPr wrap="square" rtlCol="0">
            <a:spAutoFit/>
          </a:bodyPr>
          <a:lstStyle/>
          <a:p>
            <a:pPr algn="ctr"/>
            <a:r>
              <a:rPr lang="en-US" dirty="0">
                <a:solidFill>
                  <a:schemeClr val="tx1"/>
                </a:solidFill>
              </a:rPr>
              <a:t>Previous Research </a:t>
            </a:r>
          </a:p>
          <a:p>
            <a:pPr algn="ctr"/>
            <a:r>
              <a:rPr lang="en-US" dirty="0">
                <a:solidFill>
                  <a:schemeClr val="tx1"/>
                </a:solidFill>
              </a:rPr>
              <a:t>CAM System</a:t>
            </a:r>
          </a:p>
        </p:txBody>
      </p:sp>
      <p:pic>
        <p:nvPicPr>
          <p:cNvPr id="7" name="Picture 6">
            <a:extLst>
              <a:ext uri="{FF2B5EF4-FFF2-40B4-BE49-F238E27FC236}">
                <a16:creationId xmlns:a16="http://schemas.microsoft.com/office/drawing/2014/main" id="{05005BB9-796A-0292-2488-67C90F2C7D37}"/>
              </a:ext>
            </a:extLst>
          </p:cNvPr>
          <p:cNvPicPr>
            <a:picLocks noChangeAspect="1"/>
          </p:cNvPicPr>
          <p:nvPr/>
        </p:nvPicPr>
        <p:blipFill>
          <a:blip r:embed="rId4"/>
          <a:stretch>
            <a:fillRect/>
          </a:stretch>
        </p:blipFill>
        <p:spPr>
          <a:xfrm>
            <a:off x="533400" y="2148052"/>
            <a:ext cx="4392488" cy="2813888"/>
          </a:xfrm>
          <a:prstGeom prst="rect">
            <a:avLst/>
          </a:prstGeom>
        </p:spPr>
      </p:pic>
    </p:spTree>
    <p:extLst>
      <p:ext uri="{BB962C8B-B14F-4D97-AF65-F5344CB8AC3E}">
        <p14:creationId xmlns:p14="http://schemas.microsoft.com/office/powerpoint/2010/main" val="2281730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スライド番号プレースホルダ 1">
            <a:extLst>
              <a:ext uri="{FF2B5EF4-FFF2-40B4-BE49-F238E27FC236}">
                <a16:creationId xmlns:a16="http://schemas.microsoft.com/office/drawing/2014/main" id="{9C92B7AA-60EA-5D84-C27C-22090308164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dirty="0"/>
              <a:t>No.7</a:t>
            </a:r>
          </a:p>
        </p:txBody>
      </p:sp>
      <p:sp>
        <p:nvSpPr>
          <p:cNvPr id="2" name="タイトル 4">
            <a:extLst>
              <a:ext uri="{FF2B5EF4-FFF2-40B4-BE49-F238E27FC236}">
                <a16:creationId xmlns:a16="http://schemas.microsoft.com/office/drawing/2014/main" id="{2F39D4E6-B9AD-D08C-4B34-4D765D75E6CD}"/>
              </a:ext>
            </a:extLst>
          </p:cNvPr>
          <p:cNvSpPr>
            <a:spLocks noGrp="1"/>
          </p:cNvSpPr>
          <p:nvPr>
            <p:ph type="title" idx="4294967295"/>
          </p:nvPr>
        </p:nvSpPr>
        <p:spPr>
          <a:xfrm>
            <a:off x="533400" y="76200"/>
            <a:ext cx="7278960" cy="457200"/>
          </a:xfrm>
        </p:spPr>
        <p:txBody>
          <a:bodyPr/>
          <a:lstStyle/>
          <a:p>
            <a:r>
              <a:rPr lang="en-US" altLang="ja-JP" sz="2800" b="1" dirty="0">
                <a:solidFill>
                  <a:schemeClr val="tx1"/>
                </a:solidFill>
              </a:rPr>
              <a:t>Research Progress </a:t>
            </a:r>
            <a:r>
              <a:rPr lang="en-US" altLang="ja-JP" sz="2000" b="1" dirty="0">
                <a:solidFill>
                  <a:schemeClr val="tx1"/>
                </a:solidFill>
              </a:rPr>
              <a:t>Test Shape Change</a:t>
            </a:r>
            <a:endParaRPr lang="ja-JP" altLang="en-US" sz="2800" b="1" dirty="0">
              <a:solidFill>
                <a:schemeClr val="tx1"/>
              </a:solidFill>
            </a:endParaRPr>
          </a:p>
        </p:txBody>
      </p:sp>
      <p:sp>
        <p:nvSpPr>
          <p:cNvPr id="3" name="TextBox 2">
            <a:extLst>
              <a:ext uri="{FF2B5EF4-FFF2-40B4-BE49-F238E27FC236}">
                <a16:creationId xmlns:a16="http://schemas.microsoft.com/office/drawing/2014/main" id="{AE079F54-83D7-542D-0D32-9A05E5ABC411}"/>
              </a:ext>
            </a:extLst>
          </p:cNvPr>
          <p:cNvSpPr txBox="1"/>
          <p:nvPr/>
        </p:nvSpPr>
        <p:spPr>
          <a:xfrm>
            <a:off x="2916185" y="4969245"/>
            <a:ext cx="7704856" cy="523220"/>
          </a:xfrm>
          <a:prstGeom prst="rect">
            <a:avLst/>
          </a:prstGeom>
          <a:noFill/>
        </p:spPr>
        <p:txBody>
          <a:bodyPr wrap="square" rtlCol="0">
            <a:spAutoFit/>
          </a:bodyPr>
          <a:lstStyle/>
          <a:p>
            <a:pPr algn="ctr"/>
            <a:r>
              <a:rPr lang="en-US" dirty="0">
                <a:solidFill>
                  <a:schemeClr val="tx1"/>
                </a:solidFill>
              </a:rPr>
              <a:t>Current Test Shape</a:t>
            </a:r>
          </a:p>
        </p:txBody>
      </p:sp>
      <p:pic>
        <p:nvPicPr>
          <p:cNvPr id="6" name="Picture 5">
            <a:extLst>
              <a:ext uri="{FF2B5EF4-FFF2-40B4-BE49-F238E27FC236}">
                <a16:creationId xmlns:a16="http://schemas.microsoft.com/office/drawing/2014/main" id="{60D12FB6-6885-8349-3487-F05CFEA7A8CA}"/>
              </a:ext>
            </a:extLst>
          </p:cNvPr>
          <p:cNvPicPr>
            <a:picLocks noChangeAspect="1"/>
          </p:cNvPicPr>
          <p:nvPr/>
        </p:nvPicPr>
        <p:blipFill>
          <a:blip r:embed="rId3"/>
          <a:srcRect t="6107"/>
          <a:stretch>
            <a:fillRect/>
          </a:stretch>
        </p:blipFill>
        <p:spPr>
          <a:xfrm>
            <a:off x="4860035" y="1919216"/>
            <a:ext cx="3817156" cy="2453981"/>
          </a:xfrm>
          <a:prstGeom prst="rect">
            <a:avLst/>
          </a:prstGeom>
        </p:spPr>
      </p:pic>
      <p:sp>
        <p:nvSpPr>
          <p:cNvPr id="7" name="TextBox 6">
            <a:extLst>
              <a:ext uri="{FF2B5EF4-FFF2-40B4-BE49-F238E27FC236}">
                <a16:creationId xmlns:a16="http://schemas.microsoft.com/office/drawing/2014/main" id="{AD648E0F-F7BA-FC29-3DA1-F0DB173A56F1}"/>
              </a:ext>
            </a:extLst>
          </p:cNvPr>
          <p:cNvSpPr txBox="1"/>
          <p:nvPr/>
        </p:nvSpPr>
        <p:spPr>
          <a:xfrm>
            <a:off x="-1306599" y="4969245"/>
            <a:ext cx="7704856" cy="954107"/>
          </a:xfrm>
          <a:prstGeom prst="rect">
            <a:avLst/>
          </a:prstGeom>
          <a:noFill/>
        </p:spPr>
        <p:txBody>
          <a:bodyPr wrap="square" rtlCol="0">
            <a:spAutoFit/>
          </a:bodyPr>
          <a:lstStyle/>
          <a:p>
            <a:pPr algn="ctr"/>
            <a:r>
              <a:rPr lang="en-US" dirty="0">
                <a:solidFill>
                  <a:schemeClr val="tx1"/>
                </a:solidFill>
              </a:rPr>
              <a:t>Previous Research’s</a:t>
            </a:r>
          </a:p>
          <a:p>
            <a:pPr algn="ctr"/>
            <a:r>
              <a:rPr lang="en-US" dirty="0">
                <a:solidFill>
                  <a:schemeClr val="tx1"/>
                </a:solidFill>
              </a:rPr>
              <a:t> Test Shape</a:t>
            </a:r>
          </a:p>
        </p:txBody>
      </p:sp>
      <p:pic>
        <p:nvPicPr>
          <p:cNvPr id="10" name="Picture 9">
            <a:extLst>
              <a:ext uri="{FF2B5EF4-FFF2-40B4-BE49-F238E27FC236}">
                <a16:creationId xmlns:a16="http://schemas.microsoft.com/office/drawing/2014/main" id="{0AE8F5C8-7922-A1F6-8F02-A7C04FCE02AF}"/>
              </a:ext>
            </a:extLst>
          </p:cNvPr>
          <p:cNvPicPr>
            <a:picLocks noChangeAspect="1"/>
          </p:cNvPicPr>
          <p:nvPr/>
        </p:nvPicPr>
        <p:blipFill>
          <a:blip r:embed="rId4"/>
          <a:stretch>
            <a:fillRect/>
          </a:stretch>
        </p:blipFill>
        <p:spPr>
          <a:xfrm>
            <a:off x="807694" y="1554298"/>
            <a:ext cx="3476271" cy="2818899"/>
          </a:xfrm>
          <a:prstGeom prst="rect">
            <a:avLst/>
          </a:prstGeom>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6C556-8E46-1C01-48D5-30068236EA60}"/>
            </a:ext>
          </a:extLst>
        </p:cNvPr>
        <p:cNvGrpSpPr/>
        <p:nvPr/>
      </p:nvGrpSpPr>
      <p:grpSpPr>
        <a:xfrm>
          <a:off x="0" y="0"/>
          <a:ext cx="0" cy="0"/>
          <a:chOff x="0" y="0"/>
          <a:chExt cx="0" cy="0"/>
        </a:xfrm>
      </p:grpSpPr>
      <p:sp>
        <p:nvSpPr>
          <p:cNvPr id="12296" name="スライド番号プレースホルダ 1">
            <a:extLst>
              <a:ext uri="{FF2B5EF4-FFF2-40B4-BE49-F238E27FC236}">
                <a16:creationId xmlns:a16="http://schemas.microsoft.com/office/drawing/2014/main" id="{17A48D73-E9B0-2A71-24D7-A194BC76979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dirty="0"/>
              <a:t>No.8</a:t>
            </a:r>
          </a:p>
        </p:txBody>
      </p:sp>
      <p:sp>
        <p:nvSpPr>
          <p:cNvPr id="12297" name="タイトル 12">
            <a:extLst>
              <a:ext uri="{FF2B5EF4-FFF2-40B4-BE49-F238E27FC236}">
                <a16:creationId xmlns:a16="http://schemas.microsoft.com/office/drawing/2014/main" id="{7F231780-6812-B8A1-C9A7-7D1AC8E2C6E9}"/>
              </a:ext>
            </a:extLst>
          </p:cNvPr>
          <p:cNvSpPr>
            <a:spLocks noGrp="1"/>
          </p:cNvSpPr>
          <p:nvPr>
            <p:ph type="title" idx="4294967295"/>
          </p:nvPr>
        </p:nvSpPr>
        <p:spPr/>
        <p:txBody>
          <a:bodyPr/>
          <a:lstStyle/>
          <a:p>
            <a:r>
              <a:rPr lang="en-US" altLang="ja-JP" sz="2800" b="1" dirty="0">
                <a:solidFill>
                  <a:schemeClr val="tx1"/>
                </a:solidFill>
              </a:rPr>
              <a:t>Research Progress </a:t>
            </a:r>
            <a:r>
              <a:rPr lang="en-US" altLang="ja-JP" sz="2000" b="1" dirty="0">
                <a:solidFill>
                  <a:schemeClr val="tx1"/>
                </a:solidFill>
              </a:rPr>
              <a:t>Experimental Equipment</a:t>
            </a:r>
            <a:endParaRPr lang="ja-JP" altLang="en-US" sz="2000" b="1" dirty="0">
              <a:solidFill>
                <a:schemeClr val="tx1"/>
              </a:solidFill>
            </a:endParaRPr>
          </a:p>
        </p:txBody>
      </p:sp>
      <p:pic>
        <p:nvPicPr>
          <p:cNvPr id="10" name="Picture 9" descr="屋内, キッチン, 座る, テーブル が含まれている画像&#10;&#10;自動的に生成された説明">
            <a:extLst>
              <a:ext uri="{FF2B5EF4-FFF2-40B4-BE49-F238E27FC236}">
                <a16:creationId xmlns:a16="http://schemas.microsoft.com/office/drawing/2014/main" id="{AAE17D80-FE30-A34E-A110-2EB4C5416F7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90635" y="1586484"/>
            <a:ext cx="2572265" cy="3685032"/>
          </a:xfrm>
          <a:prstGeom prst="rect">
            <a:avLst/>
          </a:prstGeom>
          <a:noFill/>
        </p:spPr>
      </p:pic>
    </p:spTree>
    <p:extLst>
      <p:ext uri="{BB962C8B-B14F-4D97-AF65-F5344CB8AC3E}">
        <p14:creationId xmlns:p14="http://schemas.microsoft.com/office/powerpoint/2010/main" val="17839799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E3EB8-7128-02D1-E79D-246866BCA50F}"/>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129808CF-8B65-FC4F-41E3-7C37E5310262}"/>
              </a:ext>
            </a:extLst>
          </p:cNvPr>
          <p:cNvGraphicFramePr>
            <a:graphicFrameLocks noGrp="1"/>
          </p:cNvGraphicFramePr>
          <p:nvPr>
            <p:extLst>
              <p:ext uri="{D42A27DB-BD31-4B8C-83A1-F6EECF244321}">
                <p14:modId xmlns:p14="http://schemas.microsoft.com/office/powerpoint/2010/main" val="576499161"/>
              </p:ext>
            </p:extLst>
          </p:nvPr>
        </p:nvGraphicFramePr>
        <p:xfrm>
          <a:off x="414020" y="1268760"/>
          <a:ext cx="8315960" cy="3706970"/>
        </p:xfrm>
        <a:graphic>
          <a:graphicData uri="http://schemas.openxmlformats.org/drawingml/2006/table">
            <a:tbl>
              <a:tblPr firstRow="1" firstCol="1" bandRow="1">
                <a:tableStyleId>{21E4AEA4-8DFA-4A89-87EB-49C32662AFE0}</a:tableStyleId>
              </a:tblPr>
              <a:tblGrid>
                <a:gridCol w="992483">
                  <a:extLst>
                    <a:ext uri="{9D8B030D-6E8A-4147-A177-3AD203B41FA5}">
                      <a16:colId xmlns:a16="http://schemas.microsoft.com/office/drawing/2014/main" val="4034251737"/>
                    </a:ext>
                  </a:extLst>
                </a:gridCol>
                <a:gridCol w="1343956">
                  <a:extLst>
                    <a:ext uri="{9D8B030D-6E8A-4147-A177-3AD203B41FA5}">
                      <a16:colId xmlns:a16="http://schemas.microsoft.com/office/drawing/2014/main" val="1232433768"/>
                    </a:ext>
                  </a:extLst>
                </a:gridCol>
                <a:gridCol w="1520065">
                  <a:extLst>
                    <a:ext uri="{9D8B030D-6E8A-4147-A177-3AD203B41FA5}">
                      <a16:colId xmlns:a16="http://schemas.microsoft.com/office/drawing/2014/main" val="1626368390"/>
                    </a:ext>
                  </a:extLst>
                </a:gridCol>
                <a:gridCol w="1432011">
                  <a:extLst>
                    <a:ext uri="{9D8B030D-6E8A-4147-A177-3AD203B41FA5}">
                      <a16:colId xmlns:a16="http://schemas.microsoft.com/office/drawing/2014/main" val="3242603447"/>
                    </a:ext>
                  </a:extLst>
                </a:gridCol>
                <a:gridCol w="3027445">
                  <a:extLst>
                    <a:ext uri="{9D8B030D-6E8A-4147-A177-3AD203B41FA5}">
                      <a16:colId xmlns:a16="http://schemas.microsoft.com/office/drawing/2014/main" val="2919171461"/>
                    </a:ext>
                  </a:extLst>
                </a:gridCol>
              </a:tblGrid>
              <a:tr h="706888">
                <a:tc>
                  <a:txBody>
                    <a:bodyPr/>
                    <a:lstStyle/>
                    <a:p>
                      <a:pPr marL="0" marR="0" algn="l">
                        <a:lnSpc>
                          <a:spcPct val="115000"/>
                        </a:lnSpc>
                        <a:spcAft>
                          <a:spcPts val="800"/>
                        </a:spcAft>
                        <a:buNone/>
                      </a:pPr>
                      <a:r>
                        <a:rPr lang="en-US" sz="1800" kern="100" dirty="0">
                          <a:solidFill>
                            <a:schemeClr val="tx1"/>
                          </a:solidFill>
                          <a:effectLst/>
                        </a:rPr>
                        <a:t>Test number</a:t>
                      </a:r>
                      <a:endParaRPr lang="en-US" sz="1800" kern="100" dirty="0">
                        <a:solidFill>
                          <a:schemeClr val="tx1"/>
                        </a:solidFill>
                        <a:effectLst/>
                        <a:latin typeface="+mn-lt"/>
                        <a:ea typeface="Yu Mincho" panose="02020400000000000000" pitchFamily="18" charset="-128"/>
                        <a:cs typeface="Times New Roman" panose="02020603050405020304" pitchFamily="18" charset="0"/>
                      </a:endParaRPr>
                    </a:p>
                  </a:txBody>
                  <a:tcPr marL="68580" marR="68580" marT="0" marB="0">
                    <a:solidFill>
                      <a:schemeClr val="accent6">
                        <a:lumMod val="60000"/>
                        <a:lumOff val="40000"/>
                      </a:schemeClr>
                    </a:solidFill>
                  </a:tcPr>
                </a:tc>
                <a:tc>
                  <a:txBody>
                    <a:bodyPr/>
                    <a:lstStyle/>
                    <a:p>
                      <a:pPr marL="0" marR="0" algn="l">
                        <a:lnSpc>
                          <a:spcPct val="115000"/>
                        </a:lnSpc>
                        <a:spcAft>
                          <a:spcPts val="800"/>
                        </a:spcAft>
                        <a:buNone/>
                      </a:pPr>
                      <a:r>
                        <a:rPr lang="en-US" sz="1800" kern="100" dirty="0">
                          <a:solidFill>
                            <a:schemeClr val="tx1"/>
                          </a:solidFill>
                          <a:effectLst/>
                        </a:rPr>
                        <a:t>Feed Rate (mm/min)</a:t>
                      </a:r>
                      <a:endParaRPr lang="en-US" sz="1800" kern="100" dirty="0">
                        <a:solidFill>
                          <a:schemeClr val="tx1"/>
                        </a:solidFill>
                        <a:effectLst/>
                        <a:latin typeface="+mn-lt"/>
                        <a:ea typeface="Yu Mincho" panose="02020400000000000000" pitchFamily="18" charset="-128"/>
                        <a:cs typeface="Times New Roman" panose="02020603050405020304" pitchFamily="18" charset="0"/>
                      </a:endParaRPr>
                    </a:p>
                  </a:txBody>
                  <a:tcPr marL="68580" marR="68580" marT="0" marB="0">
                    <a:solidFill>
                      <a:schemeClr val="accent6">
                        <a:lumMod val="60000"/>
                        <a:lumOff val="40000"/>
                      </a:schemeClr>
                    </a:solidFill>
                  </a:tcPr>
                </a:tc>
                <a:tc>
                  <a:txBody>
                    <a:bodyPr/>
                    <a:lstStyle/>
                    <a:p>
                      <a:pPr marL="0" marR="0" algn="l">
                        <a:lnSpc>
                          <a:spcPct val="115000"/>
                        </a:lnSpc>
                        <a:spcAft>
                          <a:spcPts val="800"/>
                        </a:spcAft>
                        <a:buNone/>
                      </a:pPr>
                      <a:r>
                        <a:rPr lang="en-US" sz="1800" kern="100" dirty="0">
                          <a:solidFill>
                            <a:schemeClr val="tx1"/>
                          </a:solidFill>
                          <a:effectLst/>
                        </a:rPr>
                        <a:t>Spindle Speed (RPM)</a:t>
                      </a:r>
                      <a:endParaRPr lang="en-US" sz="1800" kern="100" dirty="0">
                        <a:solidFill>
                          <a:schemeClr val="tx1"/>
                        </a:solidFill>
                        <a:effectLst/>
                        <a:latin typeface="+mn-lt"/>
                        <a:ea typeface="Yu Mincho" panose="02020400000000000000" pitchFamily="18" charset="-128"/>
                        <a:cs typeface="Times New Roman" panose="02020603050405020304" pitchFamily="18" charset="0"/>
                      </a:endParaRPr>
                    </a:p>
                  </a:txBody>
                  <a:tcPr marL="68580" marR="68580" marT="0" marB="0">
                    <a:solidFill>
                      <a:schemeClr val="accent6">
                        <a:lumMod val="60000"/>
                        <a:lumOff val="40000"/>
                      </a:schemeClr>
                    </a:solidFill>
                  </a:tcPr>
                </a:tc>
                <a:tc>
                  <a:txBody>
                    <a:bodyPr/>
                    <a:lstStyle/>
                    <a:p>
                      <a:pPr marL="0" marR="0" algn="l">
                        <a:lnSpc>
                          <a:spcPct val="115000"/>
                        </a:lnSpc>
                        <a:spcAft>
                          <a:spcPts val="800"/>
                        </a:spcAft>
                        <a:buNone/>
                      </a:pPr>
                      <a:r>
                        <a:rPr lang="en-US" sz="1800" kern="100">
                          <a:solidFill>
                            <a:schemeClr val="tx1"/>
                          </a:solidFill>
                          <a:effectLst/>
                        </a:rPr>
                        <a:t>Forming Depth (</a:t>
                      </a:r>
                      <a:r>
                        <a:rPr lang="en-US" sz="1800" kern="100" dirty="0">
                          <a:solidFill>
                            <a:schemeClr val="tx1"/>
                          </a:solidFill>
                          <a:effectLst/>
                        </a:rPr>
                        <a:t>mm)</a:t>
                      </a:r>
                      <a:endParaRPr lang="en-US" sz="1800" kern="100" dirty="0">
                        <a:solidFill>
                          <a:schemeClr val="tx1"/>
                        </a:solidFill>
                        <a:effectLst/>
                        <a:latin typeface="+mn-lt"/>
                        <a:ea typeface="Yu Mincho" panose="02020400000000000000" pitchFamily="18" charset="-128"/>
                        <a:cs typeface="Times New Roman" panose="02020603050405020304" pitchFamily="18" charset="0"/>
                      </a:endParaRPr>
                    </a:p>
                  </a:txBody>
                  <a:tcPr marL="68580" marR="68580" marT="0" marB="0">
                    <a:solidFill>
                      <a:schemeClr val="accent6">
                        <a:lumMod val="60000"/>
                        <a:lumOff val="40000"/>
                      </a:schemeClr>
                    </a:solidFill>
                  </a:tcPr>
                </a:tc>
                <a:tc>
                  <a:txBody>
                    <a:bodyPr/>
                    <a:lstStyle/>
                    <a:p>
                      <a:pPr marL="0" marR="0" algn="l">
                        <a:lnSpc>
                          <a:spcPct val="115000"/>
                        </a:lnSpc>
                        <a:spcAft>
                          <a:spcPts val="800"/>
                        </a:spcAft>
                        <a:buNone/>
                      </a:pPr>
                      <a:r>
                        <a:rPr lang="en-US" sz="1800" kern="100" dirty="0">
                          <a:solidFill>
                            <a:schemeClr val="tx1"/>
                          </a:solidFill>
                          <a:effectLst/>
                        </a:rPr>
                        <a:t>Notes</a:t>
                      </a:r>
                      <a:endParaRPr lang="en-US" sz="1800" kern="100" dirty="0">
                        <a:solidFill>
                          <a:schemeClr val="tx1"/>
                        </a:solidFill>
                        <a:effectLst/>
                        <a:latin typeface="+mn-lt"/>
                        <a:ea typeface="Yu Mincho" panose="02020400000000000000" pitchFamily="18" charset="-128"/>
                        <a:cs typeface="Times New Roman" panose="02020603050405020304" pitchFamily="18" charset="0"/>
                      </a:endParaRPr>
                    </a:p>
                  </a:txBody>
                  <a:tcPr marL="68580" marR="68580" marT="0" marB="0">
                    <a:solidFill>
                      <a:schemeClr val="accent6">
                        <a:lumMod val="60000"/>
                        <a:lumOff val="40000"/>
                      </a:schemeClr>
                    </a:solidFill>
                  </a:tcPr>
                </a:tc>
                <a:extLst>
                  <a:ext uri="{0D108BD9-81ED-4DB2-BD59-A6C34878D82A}">
                    <a16:rowId xmlns:a16="http://schemas.microsoft.com/office/drawing/2014/main" val="1603859942"/>
                  </a:ext>
                </a:extLst>
              </a:tr>
              <a:tr h="418620">
                <a:tc>
                  <a:txBody>
                    <a:bodyPr/>
                    <a:lstStyle/>
                    <a:p>
                      <a:pPr marL="0" marR="0" algn="l">
                        <a:lnSpc>
                          <a:spcPct val="115000"/>
                        </a:lnSpc>
                        <a:spcAft>
                          <a:spcPts val="800"/>
                        </a:spcAft>
                        <a:buNone/>
                      </a:pPr>
                      <a:r>
                        <a:rPr lang="en-US" sz="1800" kern="100" dirty="0">
                          <a:solidFill>
                            <a:schemeClr val="tx1"/>
                          </a:solidFill>
                          <a:effectLst/>
                        </a:rPr>
                        <a:t>1</a:t>
                      </a:r>
                      <a:endParaRPr lang="en-US" sz="1800" kern="100" dirty="0">
                        <a:solidFill>
                          <a:schemeClr val="tx1"/>
                        </a:solidFill>
                        <a:effectLst/>
                        <a:latin typeface="+mn-lt"/>
                        <a:ea typeface="Yu Mincho" panose="02020400000000000000" pitchFamily="18" charset="-128"/>
                        <a:cs typeface="Times New Roman" panose="02020603050405020304" pitchFamily="18" charset="0"/>
                      </a:endParaRPr>
                    </a:p>
                  </a:txBody>
                  <a:tcPr marL="68580" marR="68580" marT="0" marB="0">
                    <a:solidFill>
                      <a:schemeClr val="accent6">
                        <a:lumMod val="60000"/>
                        <a:lumOff val="40000"/>
                      </a:schemeClr>
                    </a:solidFill>
                  </a:tcPr>
                </a:tc>
                <a:tc>
                  <a:txBody>
                    <a:bodyPr/>
                    <a:lstStyle/>
                    <a:p>
                      <a:pPr marL="0" marR="0" algn="l">
                        <a:lnSpc>
                          <a:spcPct val="115000"/>
                        </a:lnSpc>
                        <a:spcAft>
                          <a:spcPts val="800"/>
                        </a:spcAft>
                        <a:buNone/>
                      </a:pPr>
                      <a:r>
                        <a:rPr lang="en-US" sz="1800" kern="100">
                          <a:solidFill>
                            <a:schemeClr val="tx1"/>
                          </a:solidFill>
                          <a:effectLst/>
                        </a:rPr>
                        <a:t>200</a:t>
                      </a:r>
                      <a:endParaRPr lang="en-US" sz="1800" kern="100">
                        <a:solidFill>
                          <a:schemeClr val="tx1"/>
                        </a:solidFill>
                        <a:effectLst/>
                        <a:latin typeface="+mn-lt"/>
                        <a:ea typeface="Yu Mincho" panose="02020400000000000000" pitchFamily="18" charset="-128"/>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US" sz="1800" kern="100">
                          <a:solidFill>
                            <a:schemeClr val="tx1"/>
                          </a:solidFill>
                          <a:effectLst/>
                        </a:rPr>
                        <a:t>250</a:t>
                      </a:r>
                      <a:endParaRPr lang="en-US" sz="1800" kern="100">
                        <a:solidFill>
                          <a:schemeClr val="tx1"/>
                        </a:solidFill>
                        <a:effectLst/>
                        <a:latin typeface="+mn-lt"/>
                        <a:ea typeface="Yu Mincho" panose="02020400000000000000" pitchFamily="18" charset="-128"/>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US" sz="1800" kern="100" dirty="0">
                          <a:solidFill>
                            <a:schemeClr val="tx1"/>
                          </a:solidFill>
                          <a:effectLst/>
                        </a:rPr>
                        <a:t>9.63</a:t>
                      </a:r>
                      <a:endParaRPr lang="en-US" sz="1800" kern="100" dirty="0">
                        <a:solidFill>
                          <a:schemeClr val="tx1"/>
                        </a:solidFill>
                        <a:effectLst/>
                        <a:latin typeface="+mn-lt"/>
                        <a:ea typeface="Yu Mincho" panose="02020400000000000000" pitchFamily="18" charset="-128"/>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US" sz="1800" kern="100" dirty="0">
                          <a:solidFill>
                            <a:schemeClr val="tx1"/>
                          </a:solidFill>
                          <a:effectLst/>
                        </a:rPr>
                        <a:t>Areas around the formed shape were visibly thin. </a:t>
                      </a:r>
                      <a:endParaRPr lang="en-US" sz="1800" kern="100" dirty="0">
                        <a:solidFill>
                          <a:schemeClr val="tx1"/>
                        </a:solidFill>
                        <a:effectLst/>
                        <a:latin typeface="+mn-lt"/>
                        <a:ea typeface="Yu Mincho" panose="02020400000000000000" pitchFamily="18" charset="-128"/>
                        <a:cs typeface="Times New Roman" panose="02020603050405020304" pitchFamily="18" charset="0"/>
                      </a:endParaRPr>
                    </a:p>
                  </a:txBody>
                  <a:tcPr marL="68580" marR="68580" marT="0" marB="0"/>
                </a:tc>
                <a:extLst>
                  <a:ext uri="{0D108BD9-81ED-4DB2-BD59-A6C34878D82A}">
                    <a16:rowId xmlns:a16="http://schemas.microsoft.com/office/drawing/2014/main" val="3235986409"/>
                  </a:ext>
                </a:extLst>
              </a:tr>
              <a:tr h="418445">
                <a:tc>
                  <a:txBody>
                    <a:bodyPr/>
                    <a:lstStyle/>
                    <a:p>
                      <a:pPr marL="0" marR="0" algn="l">
                        <a:lnSpc>
                          <a:spcPct val="115000"/>
                        </a:lnSpc>
                        <a:spcAft>
                          <a:spcPts val="800"/>
                        </a:spcAft>
                        <a:buNone/>
                      </a:pPr>
                      <a:r>
                        <a:rPr lang="en-US" sz="1800" kern="100" dirty="0">
                          <a:solidFill>
                            <a:schemeClr val="tx1"/>
                          </a:solidFill>
                          <a:effectLst/>
                        </a:rPr>
                        <a:t>2</a:t>
                      </a:r>
                      <a:endParaRPr lang="en-US" sz="1800" kern="100" dirty="0">
                        <a:solidFill>
                          <a:schemeClr val="tx1"/>
                        </a:solidFill>
                        <a:effectLst/>
                        <a:latin typeface="+mn-lt"/>
                        <a:ea typeface="Yu Mincho" panose="02020400000000000000" pitchFamily="18" charset="-128"/>
                        <a:cs typeface="Times New Roman" panose="02020603050405020304" pitchFamily="18" charset="0"/>
                      </a:endParaRPr>
                    </a:p>
                  </a:txBody>
                  <a:tcPr marL="68580" marR="68580" marT="0" marB="0">
                    <a:solidFill>
                      <a:schemeClr val="accent6">
                        <a:lumMod val="60000"/>
                        <a:lumOff val="40000"/>
                      </a:schemeClr>
                    </a:solidFill>
                  </a:tcPr>
                </a:tc>
                <a:tc>
                  <a:txBody>
                    <a:bodyPr/>
                    <a:lstStyle/>
                    <a:p>
                      <a:pPr marL="0" marR="0" algn="l">
                        <a:lnSpc>
                          <a:spcPct val="115000"/>
                        </a:lnSpc>
                        <a:spcAft>
                          <a:spcPts val="800"/>
                        </a:spcAft>
                        <a:buNone/>
                      </a:pPr>
                      <a:r>
                        <a:rPr lang="en-US" sz="1800" kern="100">
                          <a:solidFill>
                            <a:schemeClr val="tx1"/>
                          </a:solidFill>
                          <a:effectLst/>
                        </a:rPr>
                        <a:t>200</a:t>
                      </a:r>
                      <a:endParaRPr lang="en-US" sz="1800" kern="100">
                        <a:solidFill>
                          <a:schemeClr val="tx1"/>
                        </a:solidFill>
                        <a:effectLst/>
                        <a:latin typeface="+mn-lt"/>
                        <a:ea typeface="Yu Mincho" panose="02020400000000000000" pitchFamily="18" charset="-128"/>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US" sz="1800" kern="100" dirty="0">
                          <a:solidFill>
                            <a:schemeClr val="tx1"/>
                          </a:solidFill>
                          <a:effectLst/>
                        </a:rPr>
                        <a:t>250</a:t>
                      </a:r>
                      <a:endParaRPr lang="en-US" sz="1800" kern="100" dirty="0">
                        <a:solidFill>
                          <a:schemeClr val="tx1"/>
                        </a:solidFill>
                        <a:effectLst/>
                        <a:latin typeface="+mn-lt"/>
                        <a:ea typeface="Yu Mincho" panose="02020400000000000000" pitchFamily="18" charset="-128"/>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US" sz="1800" kern="100" dirty="0">
                          <a:solidFill>
                            <a:schemeClr val="tx1"/>
                          </a:solidFill>
                          <a:effectLst/>
                        </a:rPr>
                        <a:t>9.47</a:t>
                      </a:r>
                      <a:endParaRPr lang="en-US" sz="1800" kern="100" dirty="0">
                        <a:solidFill>
                          <a:schemeClr val="tx1"/>
                        </a:solidFill>
                        <a:effectLst/>
                        <a:latin typeface="+mn-lt"/>
                        <a:ea typeface="Yu Mincho" panose="02020400000000000000" pitchFamily="18" charset="-128"/>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US" sz="1800" kern="100" dirty="0">
                          <a:solidFill>
                            <a:schemeClr val="tx1"/>
                          </a:solidFill>
                          <a:effectLst/>
                        </a:rPr>
                        <a:t>Similar results to the first test.</a:t>
                      </a:r>
                      <a:endParaRPr lang="en-US" sz="1800" kern="100" dirty="0">
                        <a:solidFill>
                          <a:schemeClr val="tx1"/>
                        </a:solidFill>
                        <a:effectLst/>
                        <a:latin typeface="+mn-lt"/>
                        <a:ea typeface="Yu Mincho" panose="02020400000000000000" pitchFamily="18" charset="-128"/>
                        <a:cs typeface="Times New Roman" panose="02020603050405020304" pitchFamily="18" charset="0"/>
                      </a:endParaRPr>
                    </a:p>
                  </a:txBody>
                  <a:tcPr marL="68580" marR="68580" marT="0" marB="0"/>
                </a:tc>
                <a:extLst>
                  <a:ext uri="{0D108BD9-81ED-4DB2-BD59-A6C34878D82A}">
                    <a16:rowId xmlns:a16="http://schemas.microsoft.com/office/drawing/2014/main" val="2861188417"/>
                  </a:ext>
                </a:extLst>
              </a:tr>
              <a:tr h="636398">
                <a:tc>
                  <a:txBody>
                    <a:bodyPr/>
                    <a:lstStyle/>
                    <a:p>
                      <a:pPr marL="0" marR="0" algn="l">
                        <a:lnSpc>
                          <a:spcPct val="115000"/>
                        </a:lnSpc>
                        <a:spcAft>
                          <a:spcPts val="800"/>
                        </a:spcAft>
                        <a:buNone/>
                      </a:pPr>
                      <a:r>
                        <a:rPr lang="en-US" sz="1800" kern="100" dirty="0">
                          <a:solidFill>
                            <a:schemeClr val="tx1"/>
                          </a:solidFill>
                          <a:effectLst/>
                        </a:rPr>
                        <a:t>3</a:t>
                      </a:r>
                      <a:endParaRPr lang="en-US" sz="1800" kern="100" dirty="0">
                        <a:solidFill>
                          <a:schemeClr val="tx1"/>
                        </a:solidFill>
                        <a:effectLst/>
                        <a:latin typeface="+mn-lt"/>
                        <a:ea typeface="Yu Mincho" panose="02020400000000000000" pitchFamily="18" charset="-128"/>
                        <a:cs typeface="Times New Roman" panose="02020603050405020304" pitchFamily="18" charset="0"/>
                      </a:endParaRPr>
                    </a:p>
                  </a:txBody>
                  <a:tcPr marL="68580" marR="68580" marT="0" marB="0">
                    <a:solidFill>
                      <a:schemeClr val="accent6">
                        <a:lumMod val="60000"/>
                        <a:lumOff val="40000"/>
                      </a:schemeClr>
                    </a:solidFill>
                  </a:tcPr>
                </a:tc>
                <a:tc>
                  <a:txBody>
                    <a:bodyPr/>
                    <a:lstStyle/>
                    <a:p>
                      <a:pPr marL="0" marR="0" algn="l">
                        <a:lnSpc>
                          <a:spcPct val="115000"/>
                        </a:lnSpc>
                        <a:spcAft>
                          <a:spcPts val="800"/>
                        </a:spcAft>
                        <a:buNone/>
                      </a:pPr>
                      <a:r>
                        <a:rPr lang="en-US" sz="1800" kern="100">
                          <a:solidFill>
                            <a:schemeClr val="tx1"/>
                          </a:solidFill>
                          <a:effectLst/>
                        </a:rPr>
                        <a:t>400</a:t>
                      </a:r>
                      <a:endParaRPr lang="en-US" sz="1800" kern="100">
                        <a:solidFill>
                          <a:schemeClr val="tx1"/>
                        </a:solidFill>
                        <a:effectLst/>
                        <a:latin typeface="+mn-lt"/>
                        <a:ea typeface="Yu Mincho" panose="02020400000000000000" pitchFamily="18" charset="-128"/>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US" sz="1800" kern="100" dirty="0">
                          <a:solidFill>
                            <a:schemeClr val="tx1"/>
                          </a:solidFill>
                          <a:effectLst/>
                        </a:rPr>
                        <a:t>250</a:t>
                      </a:r>
                      <a:endParaRPr lang="en-US" sz="1800" kern="100" dirty="0">
                        <a:solidFill>
                          <a:schemeClr val="tx1"/>
                        </a:solidFill>
                        <a:effectLst/>
                        <a:latin typeface="+mn-lt"/>
                        <a:ea typeface="Yu Mincho" panose="02020400000000000000" pitchFamily="18" charset="-128"/>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US" sz="1800" kern="100" dirty="0">
                          <a:solidFill>
                            <a:schemeClr val="tx1"/>
                          </a:solidFill>
                          <a:effectLst/>
                        </a:rPr>
                        <a:t>9.43</a:t>
                      </a:r>
                      <a:endParaRPr lang="en-US" sz="1800" kern="100" dirty="0">
                        <a:solidFill>
                          <a:schemeClr val="tx1"/>
                        </a:solidFill>
                        <a:effectLst/>
                        <a:latin typeface="+mn-lt"/>
                        <a:ea typeface="Yu Mincho" panose="02020400000000000000" pitchFamily="18" charset="-128"/>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US" sz="1800" kern="100" dirty="0">
                          <a:solidFill>
                            <a:schemeClr val="tx1"/>
                          </a:solidFill>
                          <a:effectLst/>
                        </a:rPr>
                        <a:t>Shift the workpiece origin by 0.5 mm to the Y axis.</a:t>
                      </a:r>
                      <a:endParaRPr lang="en-US" sz="1800" kern="100" dirty="0">
                        <a:solidFill>
                          <a:schemeClr val="tx1"/>
                        </a:solidFill>
                        <a:effectLst/>
                        <a:latin typeface="+mn-lt"/>
                        <a:ea typeface="Yu Mincho" panose="02020400000000000000" pitchFamily="18" charset="-128"/>
                        <a:cs typeface="Times New Roman" panose="02020603050405020304" pitchFamily="18" charset="0"/>
                      </a:endParaRPr>
                    </a:p>
                  </a:txBody>
                  <a:tcPr marL="68580" marR="68580" marT="0" marB="0"/>
                </a:tc>
                <a:extLst>
                  <a:ext uri="{0D108BD9-81ED-4DB2-BD59-A6C34878D82A}">
                    <a16:rowId xmlns:a16="http://schemas.microsoft.com/office/drawing/2014/main" val="2121747477"/>
                  </a:ext>
                </a:extLst>
              </a:tr>
              <a:tr h="418445">
                <a:tc>
                  <a:txBody>
                    <a:bodyPr/>
                    <a:lstStyle/>
                    <a:p>
                      <a:pPr marL="0" marR="0" algn="l">
                        <a:lnSpc>
                          <a:spcPct val="115000"/>
                        </a:lnSpc>
                        <a:spcAft>
                          <a:spcPts val="800"/>
                        </a:spcAft>
                        <a:buNone/>
                      </a:pPr>
                      <a:r>
                        <a:rPr lang="en-US" sz="1800" kern="100">
                          <a:solidFill>
                            <a:schemeClr val="tx1"/>
                          </a:solidFill>
                          <a:effectLst/>
                        </a:rPr>
                        <a:t>4</a:t>
                      </a:r>
                      <a:endParaRPr lang="en-US" sz="1800" kern="100">
                        <a:solidFill>
                          <a:schemeClr val="tx1"/>
                        </a:solidFill>
                        <a:effectLst/>
                        <a:latin typeface="+mn-lt"/>
                        <a:ea typeface="Yu Mincho" panose="02020400000000000000" pitchFamily="18" charset="-128"/>
                        <a:cs typeface="Times New Roman" panose="02020603050405020304" pitchFamily="18" charset="0"/>
                      </a:endParaRPr>
                    </a:p>
                  </a:txBody>
                  <a:tcPr marL="68580" marR="68580" marT="0" marB="0">
                    <a:solidFill>
                      <a:schemeClr val="accent6">
                        <a:lumMod val="60000"/>
                        <a:lumOff val="40000"/>
                      </a:schemeClr>
                    </a:solidFill>
                  </a:tcPr>
                </a:tc>
                <a:tc>
                  <a:txBody>
                    <a:bodyPr/>
                    <a:lstStyle/>
                    <a:p>
                      <a:pPr marL="0" marR="0" algn="l">
                        <a:lnSpc>
                          <a:spcPct val="115000"/>
                        </a:lnSpc>
                        <a:spcAft>
                          <a:spcPts val="800"/>
                        </a:spcAft>
                        <a:buNone/>
                      </a:pPr>
                      <a:r>
                        <a:rPr lang="en-US" sz="1800" kern="100">
                          <a:solidFill>
                            <a:schemeClr val="tx1"/>
                          </a:solidFill>
                          <a:effectLst/>
                        </a:rPr>
                        <a:t>400</a:t>
                      </a:r>
                      <a:endParaRPr lang="en-US" sz="1800" kern="100">
                        <a:solidFill>
                          <a:schemeClr val="tx1"/>
                        </a:solidFill>
                        <a:effectLst/>
                        <a:latin typeface="+mn-lt"/>
                        <a:ea typeface="Yu Mincho" panose="02020400000000000000" pitchFamily="18" charset="-128"/>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US" sz="1800" kern="100">
                          <a:solidFill>
                            <a:schemeClr val="tx1"/>
                          </a:solidFill>
                          <a:effectLst/>
                        </a:rPr>
                        <a:t>250</a:t>
                      </a:r>
                      <a:endParaRPr lang="en-US" sz="1800" kern="100">
                        <a:solidFill>
                          <a:schemeClr val="tx1"/>
                        </a:solidFill>
                        <a:effectLst/>
                        <a:latin typeface="+mn-lt"/>
                        <a:ea typeface="Yu Mincho" panose="02020400000000000000" pitchFamily="18" charset="-128"/>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US" sz="1800" kern="100" dirty="0">
                          <a:solidFill>
                            <a:schemeClr val="tx1"/>
                          </a:solidFill>
                          <a:effectLst/>
                        </a:rPr>
                        <a:t>9.31</a:t>
                      </a:r>
                      <a:endParaRPr lang="en-US" sz="1800" kern="100" dirty="0">
                        <a:solidFill>
                          <a:schemeClr val="tx1"/>
                        </a:solidFill>
                        <a:effectLst/>
                        <a:latin typeface="+mn-lt"/>
                        <a:ea typeface="Yu Mincho" panose="02020400000000000000" pitchFamily="18" charset="-128"/>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US" sz="1800" kern="100">
                          <a:solidFill>
                            <a:schemeClr val="tx1"/>
                          </a:solidFill>
                          <a:effectLst/>
                        </a:rPr>
                        <a:t>Similar results to the 3</a:t>
                      </a:r>
                      <a:r>
                        <a:rPr lang="en-US" sz="1800" kern="100" baseline="30000">
                          <a:solidFill>
                            <a:schemeClr val="tx1"/>
                          </a:solidFill>
                          <a:effectLst/>
                        </a:rPr>
                        <a:t>rd</a:t>
                      </a:r>
                      <a:r>
                        <a:rPr lang="en-US" sz="1800" kern="100">
                          <a:solidFill>
                            <a:schemeClr val="tx1"/>
                          </a:solidFill>
                          <a:effectLst/>
                        </a:rPr>
                        <a:t> test</a:t>
                      </a:r>
                      <a:endParaRPr lang="en-US" sz="1800" kern="100">
                        <a:solidFill>
                          <a:schemeClr val="tx1"/>
                        </a:solidFill>
                        <a:effectLst/>
                        <a:latin typeface="+mn-lt"/>
                        <a:ea typeface="Yu Mincho" panose="02020400000000000000" pitchFamily="18" charset="-128"/>
                        <a:cs typeface="Times New Roman" panose="02020603050405020304" pitchFamily="18" charset="0"/>
                      </a:endParaRPr>
                    </a:p>
                  </a:txBody>
                  <a:tcPr marL="68580" marR="68580" marT="0" marB="0"/>
                </a:tc>
                <a:extLst>
                  <a:ext uri="{0D108BD9-81ED-4DB2-BD59-A6C34878D82A}">
                    <a16:rowId xmlns:a16="http://schemas.microsoft.com/office/drawing/2014/main" val="3442882412"/>
                  </a:ext>
                </a:extLst>
              </a:tr>
              <a:tr h="785580">
                <a:tc>
                  <a:txBody>
                    <a:bodyPr/>
                    <a:lstStyle/>
                    <a:p>
                      <a:pPr marL="0" marR="0" algn="l">
                        <a:lnSpc>
                          <a:spcPct val="115000"/>
                        </a:lnSpc>
                        <a:spcAft>
                          <a:spcPts val="800"/>
                        </a:spcAft>
                        <a:buNone/>
                      </a:pPr>
                      <a:r>
                        <a:rPr lang="en-US" sz="1800" kern="100" dirty="0">
                          <a:solidFill>
                            <a:schemeClr val="tx1"/>
                          </a:solidFill>
                          <a:effectLst/>
                        </a:rPr>
                        <a:t>5</a:t>
                      </a:r>
                      <a:endParaRPr lang="en-US" sz="1800" kern="100" dirty="0">
                        <a:solidFill>
                          <a:schemeClr val="tx1"/>
                        </a:solidFill>
                        <a:effectLst/>
                        <a:latin typeface="+mn-lt"/>
                        <a:ea typeface="Yu Mincho" panose="02020400000000000000" pitchFamily="18" charset="-128"/>
                        <a:cs typeface="Times New Roman" panose="02020603050405020304" pitchFamily="18" charset="0"/>
                      </a:endParaRPr>
                    </a:p>
                  </a:txBody>
                  <a:tcPr marL="68580" marR="68580" marT="0" marB="0">
                    <a:solidFill>
                      <a:schemeClr val="accent6">
                        <a:lumMod val="60000"/>
                        <a:lumOff val="40000"/>
                      </a:schemeClr>
                    </a:solidFill>
                  </a:tcPr>
                </a:tc>
                <a:tc>
                  <a:txBody>
                    <a:bodyPr/>
                    <a:lstStyle/>
                    <a:p>
                      <a:pPr marL="0" marR="0" algn="l">
                        <a:lnSpc>
                          <a:spcPct val="115000"/>
                        </a:lnSpc>
                        <a:spcAft>
                          <a:spcPts val="800"/>
                        </a:spcAft>
                        <a:buNone/>
                      </a:pPr>
                      <a:r>
                        <a:rPr lang="en-US" sz="1800" kern="100" dirty="0">
                          <a:solidFill>
                            <a:schemeClr val="tx1"/>
                          </a:solidFill>
                          <a:effectLst/>
                        </a:rPr>
                        <a:t>200</a:t>
                      </a:r>
                      <a:endParaRPr lang="en-US" sz="1800" kern="100" dirty="0">
                        <a:solidFill>
                          <a:schemeClr val="tx1"/>
                        </a:solidFill>
                        <a:effectLst/>
                        <a:latin typeface="+mn-lt"/>
                        <a:ea typeface="Yu Mincho" panose="02020400000000000000" pitchFamily="18" charset="-128"/>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US" sz="1800" kern="100">
                          <a:solidFill>
                            <a:schemeClr val="tx1"/>
                          </a:solidFill>
                          <a:effectLst/>
                        </a:rPr>
                        <a:t>250</a:t>
                      </a:r>
                      <a:endParaRPr lang="en-US" sz="1800" kern="100">
                        <a:solidFill>
                          <a:schemeClr val="tx1"/>
                        </a:solidFill>
                        <a:effectLst/>
                        <a:latin typeface="+mn-lt"/>
                        <a:ea typeface="Yu Mincho" panose="02020400000000000000" pitchFamily="18" charset="-128"/>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US" sz="1800" kern="100" dirty="0">
                          <a:solidFill>
                            <a:schemeClr val="tx1"/>
                          </a:solidFill>
                          <a:effectLst/>
                        </a:rPr>
                        <a:t>9.54</a:t>
                      </a:r>
                      <a:endParaRPr lang="en-US" sz="1800" kern="100" dirty="0">
                        <a:solidFill>
                          <a:schemeClr val="tx1"/>
                        </a:solidFill>
                        <a:effectLst/>
                        <a:latin typeface="+mn-lt"/>
                        <a:ea typeface="Yu Mincho" panose="02020400000000000000" pitchFamily="18" charset="-128"/>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US" sz="1800" kern="100" dirty="0">
                          <a:solidFill>
                            <a:schemeClr val="tx1"/>
                          </a:solidFill>
                          <a:effectLst/>
                        </a:rPr>
                        <a:t>Set offset to 3.9 mm to ensure that the spindle would not touch the mold during forming.</a:t>
                      </a:r>
                      <a:endParaRPr lang="en-US" sz="1800" kern="100" dirty="0">
                        <a:solidFill>
                          <a:schemeClr val="tx1"/>
                        </a:solidFill>
                        <a:effectLst/>
                        <a:latin typeface="+mn-lt"/>
                        <a:ea typeface="Yu Mincho" panose="02020400000000000000" pitchFamily="18" charset="-128"/>
                        <a:cs typeface="Times New Roman" panose="02020603050405020304" pitchFamily="18" charset="0"/>
                      </a:endParaRPr>
                    </a:p>
                  </a:txBody>
                  <a:tcPr marL="68580" marR="68580" marT="0" marB="0"/>
                </a:tc>
                <a:extLst>
                  <a:ext uri="{0D108BD9-81ED-4DB2-BD59-A6C34878D82A}">
                    <a16:rowId xmlns:a16="http://schemas.microsoft.com/office/drawing/2014/main" val="3783731502"/>
                  </a:ext>
                </a:extLst>
              </a:tr>
            </a:tbl>
          </a:graphicData>
        </a:graphic>
      </p:graphicFrame>
      <p:sp>
        <p:nvSpPr>
          <p:cNvPr id="15367" name="スライド番号プレースホルダ 3">
            <a:extLst>
              <a:ext uri="{FF2B5EF4-FFF2-40B4-BE49-F238E27FC236}">
                <a16:creationId xmlns:a16="http://schemas.microsoft.com/office/drawing/2014/main" id="{3E0140CB-BFF4-BF7C-5DD6-7CCF5CD8821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dirty="0"/>
              <a:t>No.9</a:t>
            </a:r>
          </a:p>
        </p:txBody>
      </p:sp>
      <p:sp>
        <p:nvSpPr>
          <p:cNvPr id="15368" name="タイトル 11">
            <a:extLst>
              <a:ext uri="{FF2B5EF4-FFF2-40B4-BE49-F238E27FC236}">
                <a16:creationId xmlns:a16="http://schemas.microsoft.com/office/drawing/2014/main" id="{872B57E3-D9D4-57E0-E7D7-5F05C184F8E8}"/>
              </a:ext>
            </a:extLst>
          </p:cNvPr>
          <p:cNvSpPr>
            <a:spLocks noGrp="1"/>
          </p:cNvSpPr>
          <p:nvPr>
            <p:ph type="title" idx="4294967295"/>
          </p:nvPr>
        </p:nvSpPr>
        <p:spPr/>
        <p:txBody>
          <a:bodyPr/>
          <a:lstStyle/>
          <a:p>
            <a:r>
              <a:rPr lang="en-US" altLang="ja-JP" sz="2800" b="1" dirty="0">
                <a:solidFill>
                  <a:schemeClr val="tx1"/>
                </a:solidFill>
              </a:rPr>
              <a:t>Research progress </a:t>
            </a:r>
            <a:r>
              <a:rPr lang="en-US" altLang="ja-JP" sz="2000" b="1" dirty="0">
                <a:solidFill>
                  <a:schemeClr val="tx1"/>
                </a:solidFill>
              </a:rPr>
              <a:t>Analysis of Tests</a:t>
            </a:r>
            <a:endParaRPr lang="ja-JP" altLang="en-US" sz="2000" b="1" dirty="0">
              <a:solidFill>
                <a:schemeClr val="tx1"/>
              </a:solidFill>
            </a:endParaRPr>
          </a:p>
        </p:txBody>
      </p:sp>
      <p:graphicFrame>
        <p:nvGraphicFramePr>
          <p:cNvPr id="3" name="Table 2">
            <a:extLst>
              <a:ext uri="{FF2B5EF4-FFF2-40B4-BE49-F238E27FC236}">
                <a16:creationId xmlns:a16="http://schemas.microsoft.com/office/drawing/2014/main" id="{A97E142F-CBEF-0615-62C5-C0DBB10D853B}"/>
              </a:ext>
            </a:extLst>
          </p:cNvPr>
          <p:cNvGraphicFramePr>
            <a:graphicFrameLocks noGrp="1"/>
          </p:cNvGraphicFramePr>
          <p:nvPr>
            <p:extLst>
              <p:ext uri="{D42A27DB-BD31-4B8C-83A1-F6EECF244321}">
                <p14:modId xmlns:p14="http://schemas.microsoft.com/office/powerpoint/2010/main" val="3000159916"/>
              </p:ext>
            </p:extLst>
          </p:nvPr>
        </p:nvGraphicFramePr>
        <p:xfrm>
          <a:off x="0" y="685800"/>
          <a:ext cx="9144000" cy="5057519"/>
        </p:xfrm>
        <a:graphic>
          <a:graphicData uri="http://schemas.openxmlformats.org/drawingml/2006/table">
            <a:tbl>
              <a:tblPr firstRow="1" firstCol="1" bandRow="1">
                <a:tableStyleId>{21E4AEA4-8DFA-4A89-87EB-49C32662AFE0}</a:tableStyleId>
              </a:tblPr>
              <a:tblGrid>
                <a:gridCol w="1091307">
                  <a:extLst>
                    <a:ext uri="{9D8B030D-6E8A-4147-A177-3AD203B41FA5}">
                      <a16:colId xmlns:a16="http://schemas.microsoft.com/office/drawing/2014/main" val="4034251737"/>
                    </a:ext>
                  </a:extLst>
                </a:gridCol>
                <a:gridCol w="1477777">
                  <a:extLst>
                    <a:ext uri="{9D8B030D-6E8A-4147-A177-3AD203B41FA5}">
                      <a16:colId xmlns:a16="http://schemas.microsoft.com/office/drawing/2014/main" val="1232433768"/>
                    </a:ext>
                  </a:extLst>
                </a:gridCol>
                <a:gridCol w="1671421">
                  <a:extLst>
                    <a:ext uri="{9D8B030D-6E8A-4147-A177-3AD203B41FA5}">
                      <a16:colId xmlns:a16="http://schemas.microsoft.com/office/drawing/2014/main" val="1626368390"/>
                    </a:ext>
                  </a:extLst>
                </a:gridCol>
                <a:gridCol w="1574600">
                  <a:extLst>
                    <a:ext uri="{9D8B030D-6E8A-4147-A177-3AD203B41FA5}">
                      <a16:colId xmlns:a16="http://schemas.microsoft.com/office/drawing/2014/main" val="3242603447"/>
                    </a:ext>
                  </a:extLst>
                </a:gridCol>
                <a:gridCol w="3328895">
                  <a:extLst>
                    <a:ext uri="{9D8B030D-6E8A-4147-A177-3AD203B41FA5}">
                      <a16:colId xmlns:a16="http://schemas.microsoft.com/office/drawing/2014/main" val="2919171461"/>
                    </a:ext>
                  </a:extLst>
                </a:gridCol>
              </a:tblGrid>
              <a:tr h="964426">
                <a:tc>
                  <a:txBody>
                    <a:bodyPr/>
                    <a:lstStyle/>
                    <a:p>
                      <a:pPr marL="0" marR="0" algn="l">
                        <a:lnSpc>
                          <a:spcPct val="115000"/>
                        </a:lnSpc>
                        <a:spcAft>
                          <a:spcPts val="800"/>
                        </a:spcAft>
                        <a:buNone/>
                      </a:pPr>
                      <a:r>
                        <a:rPr lang="en-US" sz="1800" kern="100" dirty="0">
                          <a:solidFill>
                            <a:schemeClr val="bg1"/>
                          </a:solidFill>
                          <a:effectLst/>
                          <a:latin typeface="+mj-lt"/>
                        </a:rPr>
                        <a:t>Test number</a:t>
                      </a:r>
                      <a:endParaRPr lang="en-US" sz="1800" kern="100" dirty="0">
                        <a:solidFill>
                          <a:schemeClr val="bg1"/>
                        </a:solidFill>
                        <a:effectLst/>
                        <a:latin typeface="+mj-lt"/>
                        <a:ea typeface="Yu Mincho" panose="02020400000000000000" pitchFamily="18" charset="-128"/>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algn="l">
                        <a:lnSpc>
                          <a:spcPct val="115000"/>
                        </a:lnSpc>
                        <a:spcAft>
                          <a:spcPts val="800"/>
                        </a:spcAft>
                        <a:buNone/>
                      </a:pPr>
                      <a:r>
                        <a:rPr lang="en-US" sz="1800" kern="100" dirty="0">
                          <a:solidFill>
                            <a:schemeClr val="bg1"/>
                          </a:solidFill>
                          <a:effectLst/>
                          <a:latin typeface="+mj-lt"/>
                        </a:rPr>
                        <a:t>Feed Rate (mm/min)</a:t>
                      </a:r>
                      <a:endParaRPr lang="en-US" sz="1800" kern="100" dirty="0">
                        <a:solidFill>
                          <a:schemeClr val="bg1"/>
                        </a:solidFill>
                        <a:effectLst/>
                        <a:latin typeface="+mj-lt"/>
                        <a:ea typeface="Yu Mincho" panose="02020400000000000000" pitchFamily="18" charset="-128"/>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algn="l">
                        <a:lnSpc>
                          <a:spcPct val="115000"/>
                        </a:lnSpc>
                        <a:spcAft>
                          <a:spcPts val="800"/>
                        </a:spcAft>
                        <a:buNone/>
                      </a:pPr>
                      <a:r>
                        <a:rPr lang="en-US" sz="1800" kern="100" dirty="0">
                          <a:solidFill>
                            <a:schemeClr val="bg1"/>
                          </a:solidFill>
                          <a:effectLst/>
                          <a:latin typeface="+mj-lt"/>
                        </a:rPr>
                        <a:t>Spindle Speed (RPM)</a:t>
                      </a:r>
                      <a:endParaRPr lang="en-US" sz="1800" kern="100" dirty="0">
                        <a:solidFill>
                          <a:schemeClr val="bg1"/>
                        </a:solidFill>
                        <a:effectLst/>
                        <a:latin typeface="+mj-lt"/>
                        <a:ea typeface="Yu Mincho" panose="02020400000000000000" pitchFamily="18" charset="-128"/>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algn="l">
                        <a:lnSpc>
                          <a:spcPct val="115000"/>
                        </a:lnSpc>
                        <a:spcAft>
                          <a:spcPts val="800"/>
                        </a:spcAft>
                        <a:buNone/>
                      </a:pPr>
                      <a:r>
                        <a:rPr lang="en-US" sz="1800" kern="100">
                          <a:solidFill>
                            <a:schemeClr val="bg1"/>
                          </a:solidFill>
                          <a:effectLst/>
                          <a:latin typeface="+mj-lt"/>
                        </a:rPr>
                        <a:t>Forming Depth (</a:t>
                      </a:r>
                      <a:r>
                        <a:rPr lang="en-US" sz="1800" kern="100" dirty="0">
                          <a:solidFill>
                            <a:schemeClr val="bg1"/>
                          </a:solidFill>
                          <a:effectLst/>
                          <a:latin typeface="+mj-lt"/>
                        </a:rPr>
                        <a:t>mm)</a:t>
                      </a:r>
                      <a:endParaRPr lang="en-US" sz="1800" kern="100" dirty="0">
                        <a:solidFill>
                          <a:schemeClr val="bg1"/>
                        </a:solidFill>
                        <a:effectLst/>
                        <a:latin typeface="+mj-lt"/>
                        <a:ea typeface="Yu Mincho" panose="02020400000000000000" pitchFamily="18" charset="-128"/>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algn="l">
                        <a:lnSpc>
                          <a:spcPct val="115000"/>
                        </a:lnSpc>
                        <a:spcAft>
                          <a:spcPts val="800"/>
                        </a:spcAft>
                        <a:buNone/>
                      </a:pPr>
                      <a:r>
                        <a:rPr lang="en-US" sz="1800" kern="100" dirty="0">
                          <a:solidFill>
                            <a:schemeClr val="bg1"/>
                          </a:solidFill>
                          <a:effectLst/>
                          <a:latin typeface="+mj-lt"/>
                        </a:rPr>
                        <a:t>Notes</a:t>
                      </a:r>
                      <a:endParaRPr lang="en-US" sz="1800" kern="100" dirty="0">
                        <a:solidFill>
                          <a:schemeClr val="bg1"/>
                        </a:solidFill>
                        <a:effectLst/>
                        <a:latin typeface="+mj-lt"/>
                        <a:ea typeface="Yu Mincho" panose="02020400000000000000" pitchFamily="18" charset="-128"/>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1603859942"/>
                  </a:ext>
                </a:extLst>
              </a:tr>
              <a:tr h="826322">
                <a:tc>
                  <a:txBody>
                    <a:bodyPr/>
                    <a:lstStyle/>
                    <a:p>
                      <a:pPr marL="0" marR="0" algn="l">
                        <a:lnSpc>
                          <a:spcPct val="115000"/>
                        </a:lnSpc>
                        <a:spcAft>
                          <a:spcPts val="800"/>
                        </a:spcAft>
                        <a:buNone/>
                      </a:pPr>
                      <a:r>
                        <a:rPr lang="en-US" sz="1800" kern="100" dirty="0">
                          <a:solidFill>
                            <a:schemeClr val="bg1"/>
                          </a:solidFill>
                          <a:effectLst/>
                          <a:latin typeface="+mj-lt"/>
                        </a:rPr>
                        <a:t>1</a:t>
                      </a:r>
                      <a:endParaRPr lang="en-US" sz="1800" kern="100" dirty="0">
                        <a:solidFill>
                          <a:schemeClr val="bg1"/>
                        </a:solidFill>
                        <a:effectLst/>
                        <a:latin typeface="+mj-lt"/>
                        <a:ea typeface="Yu Mincho" panose="02020400000000000000" pitchFamily="18" charset="-128"/>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algn="l">
                        <a:lnSpc>
                          <a:spcPct val="115000"/>
                        </a:lnSpc>
                        <a:spcAft>
                          <a:spcPts val="800"/>
                        </a:spcAft>
                        <a:buNone/>
                      </a:pPr>
                      <a:r>
                        <a:rPr lang="en-US" sz="1800" kern="100" dirty="0">
                          <a:solidFill>
                            <a:schemeClr val="bg1"/>
                          </a:solidFill>
                          <a:effectLst/>
                          <a:latin typeface="+mj-lt"/>
                        </a:rPr>
                        <a:t>200</a:t>
                      </a:r>
                      <a:endParaRPr lang="en-US" sz="1800" kern="100" dirty="0">
                        <a:solidFill>
                          <a:schemeClr val="bg1"/>
                        </a:solidFill>
                        <a:effectLst/>
                        <a:latin typeface="+mj-lt"/>
                        <a:ea typeface="Yu Mincho" panose="02020400000000000000" pitchFamily="18" charset="-128"/>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800" kern="100" dirty="0">
                          <a:solidFill>
                            <a:schemeClr val="bg1"/>
                          </a:solidFill>
                          <a:effectLst/>
                          <a:latin typeface="+mj-lt"/>
                        </a:rPr>
                        <a:t>250</a:t>
                      </a:r>
                      <a:endParaRPr lang="en-US" sz="1800" kern="100" dirty="0">
                        <a:solidFill>
                          <a:schemeClr val="bg1"/>
                        </a:solidFill>
                        <a:effectLst/>
                        <a:latin typeface="+mj-lt"/>
                        <a:ea typeface="Yu Mincho" panose="02020400000000000000" pitchFamily="18" charset="-128"/>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800" kern="100" dirty="0">
                          <a:solidFill>
                            <a:schemeClr val="bg1"/>
                          </a:solidFill>
                          <a:effectLst/>
                          <a:latin typeface="+mj-lt"/>
                        </a:rPr>
                        <a:t>9.63</a:t>
                      </a:r>
                      <a:endParaRPr lang="en-US" sz="1800" kern="100" dirty="0">
                        <a:solidFill>
                          <a:schemeClr val="bg1"/>
                        </a:solidFill>
                        <a:effectLst/>
                        <a:latin typeface="+mj-lt"/>
                        <a:ea typeface="Yu Mincho" panose="02020400000000000000" pitchFamily="18" charset="-128"/>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800" kern="100" dirty="0">
                          <a:solidFill>
                            <a:schemeClr val="bg1"/>
                          </a:solidFill>
                          <a:effectLst/>
                          <a:latin typeface="+mj-lt"/>
                        </a:rPr>
                        <a:t>Areas around the formed shape were visibly thin. </a:t>
                      </a:r>
                      <a:endParaRPr lang="en-US" sz="1800" kern="100" dirty="0">
                        <a:solidFill>
                          <a:schemeClr val="bg1"/>
                        </a:solidFill>
                        <a:effectLst/>
                        <a:latin typeface="+mj-lt"/>
                        <a:ea typeface="Yu Mincho" panose="02020400000000000000" pitchFamily="18" charset="-128"/>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235986409"/>
                  </a:ext>
                </a:extLst>
              </a:tr>
              <a:tr h="570896">
                <a:tc>
                  <a:txBody>
                    <a:bodyPr/>
                    <a:lstStyle/>
                    <a:p>
                      <a:pPr marL="0" marR="0" algn="l">
                        <a:lnSpc>
                          <a:spcPct val="115000"/>
                        </a:lnSpc>
                        <a:spcAft>
                          <a:spcPts val="800"/>
                        </a:spcAft>
                        <a:buNone/>
                      </a:pPr>
                      <a:r>
                        <a:rPr lang="en-US" sz="1800" kern="100" dirty="0">
                          <a:solidFill>
                            <a:schemeClr val="bg1"/>
                          </a:solidFill>
                          <a:effectLst/>
                          <a:latin typeface="+mj-lt"/>
                        </a:rPr>
                        <a:t>2</a:t>
                      </a:r>
                      <a:endParaRPr lang="en-US" sz="1800" kern="100" dirty="0">
                        <a:solidFill>
                          <a:schemeClr val="bg1"/>
                        </a:solidFill>
                        <a:effectLst/>
                        <a:latin typeface="+mj-lt"/>
                        <a:ea typeface="Yu Mincho" panose="02020400000000000000" pitchFamily="18" charset="-128"/>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algn="l">
                        <a:lnSpc>
                          <a:spcPct val="115000"/>
                        </a:lnSpc>
                        <a:spcAft>
                          <a:spcPts val="800"/>
                        </a:spcAft>
                        <a:buNone/>
                      </a:pPr>
                      <a:r>
                        <a:rPr lang="en-US" sz="1800" kern="100" dirty="0">
                          <a:solidFill>
                            <a:schemeClr val="bg1"/>
                          </a:solidFill>
                          <a:effectLst/>
                          <a:latin typeface="+mj-lt"/>
                        </a:rPr>
                        <a:t>200</a:t>
                      </a:r>
                      <a:endParaRPr lang="en-US" sz="1800" kern="100" dirty="0">
                        <a:solidFill>
                          <a:schemeClr val="bg1"/>
                        </a:solidFill>
                        <a:effectLst/>
                        <a:latin typeface="+mj-lt"/>
                        <a:ea typeface="Yu Mincho" panose="02020400000000000000" pitchFamily="18" charset="-128"/>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800" kern="100" dirty="0">
                          <a:solidFill>
                            <a:schemeClr val="bg1"/>
                          </a:solidFill>
                          <a:effectLst/>
                          <a:latin typeface="+mj-lt"/>
                        </a:rPr>
                        <a:t>250</a:t>
                      </a:r>
                      <a:endParaRPr lang="en-US" sz="1800" kern="100" dirty="0">
                        <a:solidFill>
                          <a:schemeClr val="bg1"/>
                        </a:solidFill>
                        <a:effectLst/>
                        <a:latin typeface="+mj-lt"/>
                        <a:ea typeface="Yu Mincho" panose="02020400000000000000" pitchFamily="18" charset="-128"/>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800" kern="100" dirty="0">
                          <a:solidFill>
                            <a:schemeClr val="bg1"/>
                          </a:solidFill>
                          <a:effectLst/>
                          <a:latin typeface="+mj-lt"/>
                        </a:rPr>
                        <a:t>9.47</a:t>
                      </a:r>
                      <a:endParaRPr lang="en-US" sz="1800" kern="100" dirty="0">
                        <a:solidFill>
                          <a:schemeClr val="bg1"/>
                        </a:solidFill>
                        <a:effectLst/>
                        <a:latin typeface="+mj-lt"/>
                        <a:ea typeface="Yu Mincho" panose="02020400000000000000" pitchFamily="18" charset="-128"/>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800" kern="100" dirty="0">
                          <a:solidFill>
                            <a:schemeClr val="bg1"/>
                          </a:solidFill>
                          <a:effectLst/>
                          <a:latin typeface="+mj-lt"/>
                        </a:rPr>
                        <a:t>Similar results to the first test.</a:t>
                      </a:r>
                      <a:endParaRPr lang="en-US" sz="1800" kern="100" dirty="0">
                        <a:solidFill>
                          <a:schemeClr val="bg1"/>
                        </a:solidFill>
                        <a:effectLst/>
                        <a:latin typeface="+mj-lt"/>
                        <a:ea typeface="Yu Mincho" panose="02020400000000000000" pitchFamily="18" charset="-128"/>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2861188417"/>
                  </a:ext>
                </a:extLst>
              </a:tr>
              <a:tr h="868255">
                <a:tc>
                  <a:txBody>
                    <a:bodyPr/>
                    <a:lstStyle/>
                    <a:p>
                      <a:pPr marL="0" marR="0" algn="l">
                        <a:lnSpc>
                          <a:spcPct val="115000"/>
                        </a:lnSpc>
                        <a:spcAft>
                          <a:spcPts val="800"/>
                        </a:spcAft>
                        <a:buNone/>
                      </a:pPr>
                      <a:r>
                        <a:rPr lang="en-US" sz="1800" kern="100" dirty="0">
                          <a:solidFill>
                            <a:schemeClr val="bg1"/>
                          </a:solidFill>
                          <a:effectLst/>
                          <a:latin typeface="+mj-lt"/>
                        </a:rPr>
                        <a:t>3</a:t>
                      </a:r>
                      <a:endParaRPr lang="en-US" sz="1800" kern="100" dirty="0">
                        <a:solidFill>
                          <a:schemeClr val="bg1"/>
                        </a:solidFill>
                        <a:effectLst/>
                        <a:latin typeface="+mj-lt"/>
                        <a:ea typeface="Yu Mincho" panose="02020400000000000000" pitchFamily="18" charset="-128"/>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algn="l">
                        <a:lnSpc>
                          <a:spcPct val="115000"/>
                        </a:lnSpc>
                        <a:spcAft>
                          <a:spcPts val="800"/>
                        </a:spcAft>
                        <a:buNone/>
                      </a:pPr>
                      <a:r>
                        <a:rPr lang="en-US" sz="1800" kern="100">
                          <a:solidFill>
                            <a:schemeClr val="bg1"/>
                          </a:solidFill>
                          <a:effectLst/>
                          <a:latin typeface="+mj-lt"/>
                        </a:rPr>
                        <a:t>400</a:t>
                      </a:r>
                      <a:endParaRPr lang="en-US" sz="1800" kern="100">
                        <a:solidFill>
                          <a:schemeClr val="bg1"/>
                        </a:solidFill>
                        <a:effectLst/>
                        <a:latin typeface="+mj-lt"/>
                        <a:ea typeface="Yu Mincho" panose="02020400000000000000" pitchFamily="18" charset="-128"/>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800" kern="100" dirty="0">
                          <a:solidFill>
                            <a:schemeClr val="bg1"/>
                          </a:solidFill>
                          <a:effectLst/>
                          <a:latin typeface="+mj-lt"/>
                        </a:rPr>
                        <a:t>250</a:t>
                      </a:r>
                      <a:endParaRPr lang="en-US" sz="1800" kern="100" dirty="0">
                        <a:solidFill>
                          <a:schemeClr val="bg1"/>
                        </a:solidFill>
                        <a:effectLst/>
                        <a:latin typeface="+mj-lt"/>
                        <a:ea typeface="Yu Mincho" panose="02020400000000000000" pitchFamily="18" charset="-128"/>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800" kern="100" dirty="0">
                          <a:solidFill>
                            <a:schemeClr val="bg1"/>
                          </a:solidFill>
                          <a:effectLst/>
                          <a:latin typeface="+mj-lt"/>
                        </a:rPr>
                        <a:t>9.43</a:t>
                      </a:r>
                      <a:endParaRPr lang="en-US" sz="1800" kern="100" dirty="0">
                        <a:solidFill>
                          <a:schemeClr val="bg1"/>
                        </a:solidFill>
                        <a:effectLst/>
                        <a:latin typeface="+mj-lt"/>
                        <a:ea typeface="Yu Mincho" panose="02020400000000000000" pitchFamily="18" charset="-128"/>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800" kern="100" dirty="0">
                          <a:solidFill>
                            <a:schemeClr val="bg1"/>
                          </a:solidFill>
                          <a:effectLst/>
                          <a:latin typeface="+mj-lt"/>
                        </a:rPr>
                        <a:t>Shift the workpiece origin by 0.5 mm to the Y axis.</a:t>
                      </a:r>
                      <a:endParaRPr lang="en-US" sz="1800" kern="100" dirty="0">
                        <a:solidFill>
                          <a:schemeClr val="bg1"/>
                        </a:solidFill>
                        <a:effectLst/>
                        <a:latin typeface="+mj-lt"/>
                        <a:ea typeface="Yu Mincho" panose="02020400000000000000" pitchFamily="18" charset="-128"/>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2121747477"/>
                  </a:ext>
                </a:extLst>
              </a:tr>
              <a:tr h="570896">
                <a:tc>
                  <a:txBody>
                    <a:bodyPr/>
                    <a:lstStyle/>
                    <a:p>
                      <a:pPr marL="0" marR="0" algn="l">
                        <a:lnSpc>
                          <a:spcPct val="115000"/>
                        </a:lnSpc>
                        <a:spcAft>
                          <a:spcPts val="800"/>
                        </a:spcAft>
                        <a:buNone/>
                      </a:pPr>
                      <a:r>
                        <a:rPr lang="en-US" sz="1800" kern="100" dirty="0">
                          <a:solidFill>
                            <a:schemeClr val="bg1"/>
                          </a:solidFill>
                          <a:effectLst/>
                          <a:latin typeface="+mj-lt"/>
                        </a:rPr>
                        <a:t>4</a:t>
                      </a:r>
                      <a:endParaRPr lang="en-US" sz="1800" kern="100" dirty="0">
                        <a:solidFill>
                          <a:schemeClr val="bg1"/>
                        </a:solidFill>
                        <a:effectLst/>
                        <a:latin typeface="+mj-lt"/>
                        <a:ea typeface="Yu Mincho" panose="02020400000000000000" pitchFamily="18" charset="-128"/>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algn="l">
                        <a:lnSpc>
                          <a:spcPct val="115000"/>
                        </a:lnSpc>
                        <a:spcAft>
                          <a:spcPts val="800"/>
                        </a:spcAft>
                        <a:buNone/>
                      </a:pPr>
                      <a:r>
                        <a:rPr lang="en-US" sz="1800" kern="100" dirty="0">
                          <a:solidFill>
                            <a:schemeClr val="bg1"/>
                          </a:solidFill>
                          <a:effectLst/>
                          <a:latin typeface="+mj-lt"/>
                        </a:rPr>
                        <a:t>400</a:t>
                      </a:r>
                      <a:endParaRPr lang="en-US" sz="1800" kern="100" dirty="0">
                        <a:solidFill>
                          <a:schemeClr val="bg1"/>
                        </a:solidFill>
                        <a:effectLst/>
                        <a:latin typeface="+mj-lt"/>
                        <a:ea typeface="Yu Mincho" panose="02020400000000000000" pitchFamily="18" charset="-128"/>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800" kern="100" dirty="0">
                          <a:solidFill>
                            <a:schemeClr val="bg1"/>
                          </a:solidFill>
                          <a:effectLst/>
                          <a:latin typeface="+mj-lt"/>
                        </a:rPr>
                        <a:t>250</a:t>
                      </a:r>
                      <a:endParaRPr lang="en-US" sz="1800" kern="100" dirty="0">
                        <a:solidFill>
                          <a:schemeClr val="bg1"/>
                        </a:solidFill>
                        <a:effectLst/>
                        <a:latin typeface="+mj-lt"/>
                        <a:ea typeface="Yu Mincho" panose="02020400000000000000" pitchFamily="18" charset="-128"/>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800" kern="100" dirty="0">
                          <a:solidFill>
                            <a:schemeClr val="bg1"/>
                          </a:solidFill>
                          <a:effectLst/>
                          <a:latin typeface="+mj-lt"/>
                        </a:rPr>
                        <a:t>9.31</a:t>
                      </a:r>
                      <a:endParaRPr lang="en-US" sz="1800" kern="100" dirty="0">
                        <a:solidFill>
                          <a:schemeClr val="bg1"/>
                        </a:solidFill>
                        <a:effectLst/>
                        <a:latin typeface="+mj-lt"/>
                        <a:ea typeface="Yu Mincho" panose="02020400000000000000" pitchFamily="18" charset="-128"/>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800" kern="100" dirty="0">
                          <a:solidFill>
                            <a:schemeClr val="bg1"/>
                          </a:solidFill>
                          <a:effectLst/>
                          <a:latin typeface="+mj-lt"/>
                        </a:rPr>
                        <a:t>Similar results to the 3</a:t>
                      </a:r>
                      <a:r>
                        <a:rPr lang="en-US" sz="1800" kern="100" baseline="30000" dirty="0">
                          <a:solidFill>
                            <a:schemeClr val="bg1"/>
                          </a:solidFill>
                          <a:effectLst/>
                          <a:latin typeface="+mj-lt"/>
                        </a:rPr>
                        <a:t>rd</a:t>
                      </a:r>
                      <a:r>
                        <a:rPr lang="en-US" sz="1800" kern="100" dirty="0">
                          <a:solidFill>
                            <a:schemeClr val="bg1"/>
                          </a:solidFill>
                          <a:effectLst/>
                          <a:latin typeface="+mj-lt"/>
                        </a:rPr>
                        <a:t> test</a:t>
                      </a:r>
                      <a:endParaRPr lang="en-US" sz="1800" kern="100" dirty="0">
                        <a:solidFill>
                          <a:schemeClr val="bg1"/>
                        </a:solidFill>
                        <a:effectLst/>
                        <a:latin typeface="+mj-lt"/>
                        <a:ea typeface="Yu Mincho" panose="02020400000000000000" pitchFamily="18" charset="-128"/>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442882412"/>
                  </a:ext>
                </a:extLst>
              </a:tr>
              <a:tr h="1256724">
                <a:tc>
                  <a:txBody>
                    <a:bodyPr/>
                    <a:lstStyle/>
                    <a:p>
                      <a:pPr marL="0" marR="0" algn="l">
                        <a:lnSpc>
                          <a:spcPct val="115000"/>
                        </a:lnSpc>
                        <a:spcAft>
                          <a:spcPts val="800"/>
                        </a:spcAft>
                        <a:buNone/>
                      </a:pPr>
                      <a:r>
                        <a:rPr lang="en-US" sz="1800" kern="100" dirty="0">
                          <a:solidFill>
                            <a:schemeClr val="bg1"/>
                          </a:solidFill>
                          <a:effectLst/>
                          <a:latin typeface="+mj-lt"/>
                        </a:rPr>
                        <a:t>5</a:t>
                      </a:r>
                      <a:endParaRPr lang="en-US" sz="1800" kern="100" dirty="0">
                        <a:solidFill>
                          <a:schemeClr val="bg1"/>
                        </a:solidFill>
                        <a:effectLst/>
                        <a:latin typeface="+mj-lt"/>
                        <a:ea typeface="Yu Mincho" panose="02020400000000000000" pitchFamily="18" charset="-128"/>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algn="l">
                        <a:lnSpc>
                          <a:spcPct val="115000"/>
                        </a:lnSpc>
                        <a:spcAft>
                          <a:spcPts val="800"/>
                        </a:spcAft>
                        <a:buNone/>
                      </a:pPr>
                      <a:r>
                        <a:rPr lang="en-US" sz="1800" kern="100" dirty="0">
                          <a:solidFill>
                            <a:schemeClr val="bg1"/>
                          </a:solidFill>
                          <a:effectLst/>
                          <a:latin typeface="+mj-lt"/>
                        </a:rPr>
                        <a:t>200</a:t>
                      </a:r>
                      <a:endParaRPr lang="en-US" sz="1800" kern="100" dirty="0">
                        <a:solidFill>
                          <a:schemeClr val="bg1"/>
                        </a:solidFill>
                        <a:effectLst/>
                        <a:latin typeface="+mj-lt"/>
                        <a:ea typeface="Yu Mincho" panose="02020400000000000000" pitchFamily="18" charset="-128"/>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800" kern="100" dirty="0">
                          <a:solidFill>
                            <a:schemeClr val="bg1"/>
                          </a:solidFill>
                          <a:effectLst/>
                          <a:latin typeface="+mj-lt"/>
                        </a:rPr>
                        <a:t>250</a:t>
                      </a:r>
                      <a:endParaRPr lang="en-US" sz="1800" kern="100" dirty="0">
                        <a:solidFill>
                          <a:schemeClr val="bg1"/>
                        </a:solidFill>
                        <a:effectLst/>
                        <a:latin typeface="+mj-lt"/>
                        <a:ea typeface="Yu Mincho" panose="02020400000000000000" pitchFamily="18" charset="-128"/>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800" kern="100" dirty="0">
                          <a:solidFill>
                            <a:schemeClr val="bg1"/>
                          </a:solidFill>
                          <a:effectLst/>
                          <a:latin typeface="+mj-lt"/>
                        </a:rPr>
                        <a:t>9.54</a:t>
                      </a:r>
                      <a:endParaRPr lang="en-US" sz="1800" kern="100" dirty="0">
                        <a:solidFill>
                          <a:schemeClr val="bg1"/>
                        </a:solidFill>
                        <a:effectLst/>
                        <a:latin typeface="+mj-lt"/>
                        <a:ea typeface="Yu Mincho" panose="02020400000000000000" pitchFamily="18" charset="-128"/>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800" kern="100" dirty="0">
                          <a:solidFill>
                            <a:schemeClr val="bg1"/>
                          </a:solidFill>
                          <a:effectLst/>
                          <a:latin typeface="+mj-lt"/>
                        </a:rPr>
                        <a:t>Set offset to 3.9 mm to ensure that the spindle would not touch the mold during forming.</a:t>
                      </a:r>
                      <a:endParaRPr lang="en-US" sz="1800" kern="100" dirty="0">
                        <a:solidFill>
                          <a:schemeClr val="bg1"/>
                        </a:solidFill>
                        <a:effectLst/>
                        <a:latin typeface="+mj-lt"/>
                        <a:ea typeface="Yu Mincho" panose="02020400000000000000" pitchFamily="18" charset="-128"/>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783731502"/>
                  </a:ext>
                </a:extLst>
              </a:tr>
            </a:tbl>
          </a:graphicData>
        </a:graphic>
      </p:graphicFrame>
      <p:sp>
        <p:nvSpPr>
          <p:cNvPr id="4" name="TextBox 3">
            <a:extLst>
              <a:ext uri="{FF2B5EF4-FFF2-40B4-BE49-F238E27FC236}">
                <a16:creationId xmlns:a16="http://schemas.microsoft.com/office/drawing/2014/main" id="{5135DD01-DFF3-B44C-7556-E521DD5A2067}"/>
              </a:ext>
            </a:extLst>
          </p:cNvPr>
          <p:cNvSpPr txBox="1"/>
          <p:nvPr/>
        </p:nvSpPr>
        <p:spPr>
          <a:xfrm>
            <a:off x="118760" y="5746698"/>
            <a:ext cx="8906480" cy="523220"/>
          </a:xfrm>
          <a:prstGeom prst="rect">
            <a:avLst/>
          </a:prstGeom>
          <a:noFill/>
          <a:ln>
            <a:noFill/>
          </a:ln>
        </p:spPr>
        <p:txBody>
          <a:bodyPr wrap="square" rtlCol="0">
            <a:spAutoFit/>
          </a:bodyPr>
          <a:lstStyle/>
          <a:p>
            <a:pPr algn="ctr"/>
            <a:r>
              <a:rPr lang="en-US" dirty="0">
                <a:solidFill>
                  <a:schemeClr val="tx1"/>
                </a:solidFill>
              </a:rPr>
              <a:t>Test With a Mold</a:t>
            </a:r>
          </a:p>
        </p:txBody>
      </p:sp>
    </p:spTree>
    <p:extLst>
      <p:ext uri="{BB962C8B-B14F-4D97-AF65-F5344CB8AC3E}">
        <p14:creationId xmlns:p14="http://schemas.microsoft.com/office/powerpoint/2010/main" val="2145823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20628BE5-8BC3-31D0-6D6E-C044BEB596E5}"/>
              </a:ext>
            </a:extLst>
          </p:cNvPr>
          <p:cNvGraphicFramePr>
            <a:graphicFrameLocks noGrp="1"/>
          </p:cNvGraphicFramePr>
          <p:nvPr>
            <p:extLst>
              <p:ext uri="{D42A27DB-BD31-4B8C-83A1-F6EECF244321}">
                <p14:modId xmlns:p14="http://schemas.microsoft.com/office/powerpoint/2010/main" val="690821963"/>
              </p:ext>
            </p:extLst>
          </p:nvPr>
        </p:nvGraphicFramePr>
        <p:xfrm>
          <a:off x="0" y="609601"/>
          <a:ext cx="9145016" cy="5213296"/>
        </p:xfrm>
        <a:graphic>
          <a:graphicData uri="http://schemas.openxmlformats.org/drawingml/2006/table">
            <a:tbl>
              <a:tblPr firstRow="1" firstCol="1" bandRow="1">
                <a:tableStyleId>{21E4AEA4-8DFA-4A89-87EB-49C32662AFE0}</a:tableStyleId>
              </a:tblPr>
              <a:tblGrid>
                <a:gridCol w="1122651">
                  <a:extLst>
                    <a:ext uri="{9D8B030D-6E8A-4147-A177-3AD203B41FA5}">
                      <a16:colId xmlns:a16="http://schemas.microsoft.com/office/drawing/2014/main" val="3627300005"/>
                    </a:ext>
                  </a:extLst>
                </a:gridCol>
                <a:gridCol w="1266676">
                  <a:extLst>
                    <a:ext uri="{9D8B030D-6E8A-4147-A177-3AD203B41FA5}">
                      <a16:colId xmlns:a16="http://schemas.microsoft.com/office/drawing/2014/main" val="3306859449"/>
                    </a:ext>
                  </a:extLst>
                </a:gridCol>
                <a:gridCol w="1780521">
                  <a:extLst>
                    <a:ext uri="{9D8B030D-6E8A-4147-A177-3AD203B41FA5}">
                      <a16:colId xmlns:a16="http://schemas.microsoft.com/office/drawing/2014/main" val="290170390"/>
                    </a:ext>
                  </a:extLst>
                </a:gridCol>
                <a:gridCol w="1603788">
                  <a:extLst>
                    <a:ext uri="{9D8B030D-6E8A-4147-A177-3AD203B41FA5}">
                      <a16:colId xmlns:a16="http://schemas.microsoft.com/office/drawing/2014/main" val="1199280011"/>
                    </a:ext>
                  </a:extLst>
                </a:gridCol>
                <a:gridCol w="3371380">
                  <a:extLst>
                    <a:ext uri="{9D8B030D-6E8A-4147-A177-3AD203B41FA5}">
                      <a16:colId xmlns:a16="http://schemas.microsoft.com/office/drawing/2014/main" val="3063600814"/>
                    </a:ext>
                  </a:extLst>
                </a:gridCol>
              </a:tblGrid>
              <a:tr h="624318">
                <a:tc>
                  <a:txBody>
                    <a:bodyPr/>
                    <a:lstStyle/>
                    <a:p>
                      <a:pPr marL="0" marR="0" algn="l">
                        <a:lnSpc>
                          <a:spcPct val="115000"/>
                        </a:lnSpc>
                        <a:spcAft>
                          <a:spcPts val="800"/>
                        </a:spcAft>
                        <a:buNone/>
                      </a:pPr>
                      <a:r>
                        <a:rPr lang="en-US" sz="1800" kern="100" dirty="0">
                          <a:solidFill>
                            <a:schemeClr val="bg1"/>
                          </a:solidFill>
                          <a:effectLst/>
                          <a:latin typeface="Times New Roman (Body)"/>
                        </a:rPr>
                        <a:t>Test Number</a:t>
                      </a:r>
                      <a:endParaRPr lang="en-US" sz="1800" kern="100" dirty="0">
                        <a:solidFill>
                          <a:schemeClr val="bg1"/>
                        </a:solidFill>
                        <a:effectLst/>
                        <a:latin typeface="Times New Roman (Body)"/>
                        <a:ea typeface="Yu Mincho" panose="02020400000000000000" pitchFamily="18" charset="-128"/>
                        <a:cs typeface="Times New Roman" panose="02020603050405020304" pitchFamily="18" charset="0"/>
                      </a:endParaRP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algn="l">
                        <a:lnSpc>
                          <a:spcPct val="115000"/>
                        </a:lnSpc>
                        <a:spcAft>
                          <a:spcPts val="800"/>
                        </a:spcAft>
                        <a:buNone/>
                      </a:pPr>
                      <a:r>
                        <a:rPr lang="en-US" sz="1800" kern="100" dirty="0">
                          <a:solidFill>
                            <a:schemeClr val="bg1"/>
                          </a:solidFill>
                          <a:effectLst/>
                          <a:latin typeface="Times New Roman (Body)"/>
                        </a:rPr>
                        <a:t>Feed Rate (mm/min)</a:t>
                      </a:r>
                      <a:endParaRPr lang="en-US" sz="1800" kern="100" dirty="0">
                        <a:solidFill>
                          <a:schemeClr val="bg1"/>
                        </a:solidFill>
                        <a:effectLst/>
                        <a:latin typeface="Times New Roman (Body)"/>
                        <a:ea typeface="Yu Mincho" panose="02020400000000000000" pitchFamily="18" charset="-128"/>
                        <a:cs typeface="Times New Roman" panose="02020603050405020304" pitchFamily="18" charset="0"/>
                      </a:endParaRP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algn="l">
                        <a:lnSpc>
                          <a:spcPct val="115000"/>
                        </a:lnSpc>
                        <a:spcAft>
                          <a:spcPts val="800"/>
                        </a:spcAft>
                        <a:buNone/>
                      </a:pPr>
                      <a:r>
                        <a:rPr lang="en-US" sz="1800" kern="100" dirty="0">
                          <a:solidFill>
                            <a:schemeClr val="bg1"/>
                          </a:solidFill>
                          <a:effectLst/>
                          <a:latin typeface="Times New Roman (Body)"/>
                        </a:rPr>
                        <a:t>Spindle Speed (RPM)</a:t>
                      </a:r>
                      <a:endParaRPr lang="en-US" sz="1800" kern="100" dirty="0">
                        <a:solidFill>
                          <a:schemeClr val="bg1"/>
                        </a:solidFill>
                        <a:effectLst/>
                        <a:latin typeface="Times New Roman (Body)"/>
                        <a:ea typeface="Yu Mincho" panose="02020400000000000000" pitchFamily="18" charset="-128"/>
                        <a:cs typeface="Times New Roman" panose="02020603050405020304" pitchFamily="18" charset="0"/>
                      </a:endParaRP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algn="l">
                        <a:lnSpc>
                          <a:spcPct val="115000"/>
                        </a:lnSpc>
                        <a:spcAft>
                          <a:spcPts val="800"/>
                        </a:spcAft>
                        <a:buNone/>
                      </a:pPr>
                      <a:r>
                        <a:rPr lang="en-US" sz="1800" kern="100" dirty="0">
                          <a:solidFill>
                            <a:schemeClr val="bg1"/>
                          </a:solidFill>
                          <a:effectLst/>
                          <a:latin typeface="Times New Roman (Body)"/>
                        </a:rPr>
                        <a:t>Forming Depth (mm)</a:t>
                      </a:r>
                      <a:endParaRPr lang="en-US" sz="1800" kern="100" dirty="0">
                        <a:solidFill>
                          <a:schemeClr val="bg1"/>
                        </a:solidFill>
                        <a:effectLst/>
                        <a:latin typeface="Times New Roman (Body)"/>
                        <a:ea typeface="Yu Mincho" panose="02020400000000000000" pitchFamily="18" charset="-128"/>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algn="l">
                        <a:lnSpc>
                          <a:spcPct val="115000"/>
                        </a:lnSpc>
                        <a:spcAft>
                          <a:spcPts val="800"/>
                        </a:spcAft>
                        <a:buNone/>
                      </a:pPr>
                      <a:r>
                        <a:rPr lang="en-US" sz="1800" kern="100" dirty="0">
                          <a:solidFill>
                            <a:schemeClr val="bg1"/>
                          </a:solidFill>
                          <a:effectLst/>
                          <a:latin typeface="Times New Roman (Body)"/>
                        </a:rPr>
                        <a:t>Notes</a:t>
                      </a:r>
                      <a:endParaRPr lang="en-US" sz="1800" kern="100" dirty="0">
                        <a:solidFill>
                          <a:schemeClr val="bg1"/>
                        </a:solidFill>
                        <a:effectLst/>
                        <a:latin typeface="Times New Roman (Body)"/>
                        <a:ea typeface="Yu Mincho" panose="02020400000000000000" pitchFamily="18" charset="-128"/>
                        <a:cs typeface="Times New Roman" panose="02020603050405020304" pitchFamily="18" charset="0"/>
                      </a:endParaRP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2010554338"/>
                  </a:ext>
                </a:extLst>
              </a:tr>
              <a:tr h="791231">
                <a:tc>
                  <a:txBody>
                    <a:bodyPr/>
                    <a:lstStyle/>
                    <a:p>
                      <a:pPr marL="0" marR="0" algn="l">
                        <a:lnSpc>
                          <a:spcPct val="115000"/>
                        </a:lnSpc>
                        <a:spcAft>
                          <a:spcPts val="800"/>
                        </a:spcAft>
                        <a:buNone/>
                      </a:pPr>
                      <a:r>
                        <a:rPr lang="en-US" sz="1800" kern="100" dirty="0">
                          <a:solidFill>
                            <a:schemeClr val="bg1"/>
                          </a:solidFill>
                          <a:effectLst/>
                          <a:latin typeface="Times New Roman (Body)"/>
                        </a:rPr>
                        <a:t>1</a:t>
                      </a:r>
                      <a:endParaRPr lang="en-US" sz="1800" kern="100" dirty="0">
                        <a:solidFill>
                          <a:schemeClr val="bg1"/>
                        </a:solidFill>
                        <a:effectLst/>
                        <a:latin typeface="Times New Roman (Body)"/>
                        <a:ea typeface="Yu Mincho" panose="02020400000000000000" pitchFamily="18" charset="-128"/>
                        <a:cs typeface="Times New Roman" panose="02020603050405020304" pitchFamily="18" charset="0"/>
                      </a:endParaRP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algn="l">
                        <a:lnSpc>
                          <a:spcPct val="115000"/>
                        </a:lnSpc>
                        <a:spcAft>
                          <a:spcPts val="800"/>
                        </a:spcAft>
                        <a:buNone/>
                      </a:pPr>
                      <a:r>
                        <a:rPr lang="en-US" sz="1800" kern="100">
                          <a:solidFill>
                            <a:schemeClr val="bg1"/>
                          </a:solidFill>
                          <a:effectLst/>
                          <a:latin typeface="Times New Roman (Body)"/>
                        </a:rPr>
                        <a:t>200</a:t>
                      </a:r>
                      <a:endParaRPr lang="en-US" sz="1800" kern="100" dirty="0">
                        <a:solidFill>
                          <a:schemeClr val="bg1"/>
                        </a:solidFill>
                        <a:effectLst/>
                        <a:latin typeface="Times New Roman (Body)"/>
                        <a:ea typeface="Yu Mincho" panose="02020400000000000000" pitchFamily="18" charset="-128"/>
                        <a:cs typeface="Times New Roman" panose="02020603050405020304" pitchFamily="18" charset="0"/>
                      </a:endParaRP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800" kern="100" dirty="0">
                          <a:solidFill>
                            <a:schemeClr val="bg1"/>
                          </a:solidFill>
                          <a:effectLst/>
                          <a:latin typeface="Times New Roman (Body)"/>
                        </a:rPr>
                        <a:t>250</a:t>
                      </a:r>
                      <a:endParaRPr lang="en-US" sz="1800" kern="100" dirty="0">
                        <a:solidFill>
                          <a:schemeClr val="bg1"/>
                        </a:solidFill>
                        <a:effectLst/>
                        <a:latin typeface="Times New Roman (Body)"/>
                        <a:ea typeface="Yu Mincho" panose="02020400000000000000" pitchFamily="18" charset="-128"/>
                        <a:cs typeface="Times New Roman" panose="02020603050405020304" pitchFamily="18" charset="0"/>
                      </a:endParaRP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800" kern="100" dirty="0">
                          <a:solidFill>
                            <a:schemeClr val="bg1"/>
                          </a:solidFill>
                          <a:effectLst/>
                          <a:latin typeface="Times New Roman (Body)"/>
                          <a:ea typeface="Yu Mincho" panose="02020400000000000000" pitchFamily="18" charset="-128"/>
                          <a:cs typeface="Times New Roman" panose="02020603050405020304" pitchFamily="18" charset="0"/>
                        </a:rPr>
                        <a:t>4.79</a:t>
                      </a: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500" kern="100" dirty="0">
                          <a:solidFill>
                            <a:schemeClr val="bg1"/>
                          </a:solidFill>
                          <a:effectLst/>
                          <a:latin typeface="Times New Roman (Body)"/>
                        </a:rPr>
                        <a:t>Due to the machining center's soft limit, must raise the top portion that holds the test piece.</a:t>
                      </a: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582083490"/>
                  </a:ext>
                </a:extLst>
              </a:tr>
              <a:tr h="299133">
                <a:tc>
                  <a:txBody>
                    <a:bodyPr/>
                    <a:lstStyle/>
                    <a:p>
                      <a:pPr marL="0" marR="0" algn="l">
                        <a:lnSpc>
                          <a:spcPct val="115000"/>
                        </a:lnSpc>
                        <a:spcAft>
                          <a:spcPts val="800"/>
                        </a:spcAft>
                        <a:buNone/>
                      </a:pPr>
                      <a:r>
                        <a:rPr lang="en-US" sz="1800" kern="100">
                          <a:solidFill>
                            <a:schemeClr val="bg1"/>
                          </a:solidFill>
                          <a:effectLst/>
                          <a:latin typeface="Times New Roman (Body)"/>
                        </a:rPr>
                        <a:t>2</a:t>
                      </a:r>
                      <a:endParaRPr lang="en-US" sz="1800" kern="100">
                        <a:solidFill>
                          <a:schemeClr val="bg1"/>
                        </a:solidFill>
                        <a:effectLst/>
                        <a:latin typeface="Times New Roman (Body)"/>
                        <a:ea typeface="Yu Mincho" panose="02020400000000000000" pitchFamily="18" charset="-128"/>
                        <a:cs typeface="Times New Roman" panose="02020603050405020304" pitchFamily="18" charset="0"/>
                      </a:endParaRP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algn="l">
                        <a:lnSpc>
                          <a:spcPct val="115000"/>
                        </a:lnSpc>
                        <a:spcAft>
                          <a:spcPts val="800"/>
                        </a:spcAft>
                        <a:buNone/>
                      </a:pPr>
                      <a:r>
                        <a:rPr lang="en-US" sz="1800" kern="100">
                          <a:solidFill>
                            <a:schemeClr val="bg1"/>
                          </a:solidFill>
                          <a:effectLst/>
                          <a:latin typeface="Times New Roman (Body)"/>
                        </a:rPr>
                        <a:t>400</a:t>
                      </a:r>
                      <a:endParaRPr lang="en-US" sz="1800" kern="100">
                        <a:solidFill>
                          <a:schemeClr val="bg1"/>
                        </a:solidFill>
                        <a:effectLst/>
                        <a:latin typeface="Times New Roman (Body)"/>
                        <a:ea typeface="Yu Mincho" panose="02020400000000000000" pitchFamily="18" charset="-128"/>
                        <a:cs typeface="Times New Roman" panose="02020603050405020304" pitchFamily="18" charset="0"/>
                      </a:endParaRP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800" kern="100">
                          <a:solidFill>
                            <a:schemeClr val="bg1"/>
                          </a:solidFill>
                          <a:effectLst/>
                          <a:latin typeface="Times New Roman (Body)"/>
                        </a:rPr>
                        <a:t>250</a:t>
                      </a:r>
                      <a:endParaRPr lang="en-US" sz="1800" kern="100" dirty="0">
                        <a:solidFill>
                          <a:schemeClr val="bg1"/>
                        </a:solidFill>
                        <a:effectLst/>
                        <a:latin typeface="Times New Roman (Body)"/>
                        <a:ea typeface="Yu Mincho" panose="02020400000000000000" pitchFamily="18" charset="-128"/>
                        <a:cs typeface="Times New Roman" panose="02020603050405020304" pitchFamily="18" charset="0"/>
                      </a:endParaRP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800" kern="100" dirty="0">
                          <a:solidFill>
                            <a:schemeClr val="bg1"/>
                          </a:solidFill>
                          <a:effectLst/>
                          <a:latin typeface="Times New Roman (Body)"/>
                          <a:ea typeface="Yu Mincho" panose="02020400000000000000" pitchFamily="18" charset="-128"/>
                          <a:cs typeface="Times New Roman" panose="02020603050405020304" pitchFamily="18" charset="0"/>
                        </a:rPr>
                        <a:t>4.64</a:t>
                      </a: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endParaRPr lang="en-US" sz="1500" kern="100" dirty="0">
                        <a:solidFill>
                          <a:schemeClr val="bg1"/>
                        </a:solidFill>
                        <a:effectLst/>
                        <a:latin typeface="Times New Roman (Body)"/>
                      </a:endParaRP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2903564386"/>
                  </a:ext>
                </a:extLst>
              </a:tr>
              <a:tr h="299133">
                <a:tc>
                  <a:txBody>
                    <a:bodyPr/>
                    <a:lstStyle/>
                    <a:p>
                      <a:pPr marL="0" marR="0" algn="l">
                        <a:lnSpc>
                          <a:spcPct val="115000"/>
                        </a:lnSpc>
                        <a:spcAft>
                          <a:spcPts val="800"/>
                        </a:spcAft>
                        <a:buNone/>
                      </a:pPr>
                      <a:r>
                        <a:rPr lang="en-US" sz="1800" kern="100">
                          <a:solidFill>
                            <a:schemeClr val="bg1"/>
                          </a:solidFill>
                          <a:effectLst/>
                          <a:latin typeface="Times New Roman (Body)"/>
                        </a:rPr>
                        <a:t>3</a:t>
                      </a:r>
                      <a:endParaRPr lang="en-US" sz="1800" kern="100">
                        <a:solidFill>
                          <a:schemeClr val="bg1"/>
                        </a:solidFill>
                        <a:effectLst/>
                        <a:latin typeface="Times New Roman (Body)"/>
                        <a:ea typeface="Yu Mincho" panose="02020400000000000000" pitchFamily="18" charset="-128"/>
                        <a:cs typeface="Times New Roman" panose="02020603050405020304" pitchFamily="18" charset="0"/>
                      </a:endParaRP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algn="l">
                        <a:lnSpc>
                          <a:spcPct val="115000"/>
                        </a:lnSpc>
                        <a:spcAft>
                          <a:spcPts val="800"/>
                        </a:spcAft>
                        <a:buNone/>
                      </a:pPr>
                      <a:r>
                        <a:rPr lang="en-US" sz="1800" kern="100">
                          <a:solidFill>
                            <a:schemeClr val="bg1"/>
                          </a:solidFill>
                          <a:effectLst/>
                          <a:latin typeface="Times New Roman (Body)"/>
                        </a:rPr>
                        <a:t>200</a:t>
                      </a:r>
                      <a:endParaRPr lang="en-US" sz="1800" kern="100">
                        <a:solidFill>
                          <a:schemeClr val="bg1"/>
                        </a:solidFill>
                        <a:effectLst/>
                        <a:latin typeface="Times New Roman (Body)"/>
                        <a:ea typeface="Yu Mincho" panose="02020400000000000000" pitchFamily="18" charset="-128"/>
                        <a:cs typeface="Times New Roman" panose="02020603050405020304" pitchFamily="18" charset="0"/>
                      </a:endParaRP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800" kern="100" dirty="0">
                          <a:solidFill>
                            <a:schemeClr val="bg1"/>
                          </a:solidFill>
                          <a:effectLst/>
                          <a:latin typeface="Times New Roman (Body)"/>
                        </a:rPr>
                        <a:t>250</a:t>
                      </a:r>
                      <a:endParaRPr lang="en-US" sz="1800" kern="100" dirty="0">
                        <a:solidFill>
                          <a:schemeClr val="bg1"/>
                        </a:solidFill>
                        <a:effectLst/>
                        <a:latin typeface="Times New Roman (Body)"/>
                        <a:ea typeface="Yu Mincho" panose="02020400000000000000" pitchFamily="18" charset="-128"/>
                        <a:cs typeface="Times New Roman" panose="02020603050405020304" pitchFamily="18" charset="0"/>
                      </a:endParaRP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800" kern="100" dirty="0">
                          <a:solidFill>
                            <a:schemeClr val="bg1"/>
                          </a:solidFill>
                          <a:effectLst/>
                          <a:latin typeface="Times New Roman (Body)"/>
                          <a:ea typeface="Yu Mincho" panose="02020400000000000000" pitchFamily="18" charset="-128"/>
                          <a:cs typeface="Times New Roman" panose="02020603050405020304" pitchFamily="18" charset="0"/>
                        </a:rPr>
                        <a:t>5.59</a:t>
                      </a: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endParaRPr lang="en-US" sz="1500" kern="100" dirty="0">
                        <a:solidFill>
                          <a:schemeClr val="bg1"/>
                        </a:solidFill>
                        <a:effectLst/>
                        <a:latin typeface="Times New Roman (Body)"/>
                      </a:endParaRP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693739726"/>
                  </a:ext>
                </a:extLst>
              </a:tr>
              <a:tr h="520243">
                <a:tc>
                  <a:txBody>
                    <a:bodyPr/>
                    <a:lstStyle/>
                    <a:p>
                      <a:pPr marL="0" marR="0" algn="l">
                        <a:lnSpc>
                          <a:spcPct val="115000"/>
                        </a:lnSpc>
                        <a:spcAft>
                          <a:spcPts val="800"/>
                        </a:spcAft>
                        <a:buNone/>
                      </a:pPr>
                      <a:r>
                        <a:rPr lang="en-US" sz="1800" kern="100" dirty="0">
                          <a:solidFill>
                            <a:schemeClr val="bg1"/>
                          </a:solidFill>
                          <a:effectLst/>
                          <a:latin typeface="Times New Roman (Body)"/>
                        </a:rPr>
                        <a:t>4</a:t>
                      </a:r>
                      <a:endParaRPr lang="en-US" sz="1800" kern="100" dirty="0">
                        <a:solidFill>
                          <a:schemeClr val="bg1"/>
                        </a:solidFill>
                        <a:effectLst/>
                        <a:latin typeface="Times New Roman (Body)"/>
                        <a:ea typeface="Yu Mincho" panose="02020400000000000000" pitchFamily="18" charset="-128"/>
                        <a:cs typeface="Times New Roman" panose="02020603050405020304" pitchFamily="18" charset="0"/>
                      </a:endParaRP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algn="l">
                        <a:lnSpc>
                          <a:spcPct val="115000"/>
                        </a:lnSpc>
                        <a:spcAft>
                          <a:spcPts val="800"/>
                        </a:spcAft>
                        <a:buNone/>
                      </a:pPr>
                      <a:r>
                        <a:rPr lang="en-US" sz="1800" kern="100">
                          <a:solidFill>
                            <a:schemeClr val="bg1"/>
                          </a:solidFill>
                          <a:effectLst/>
                          <a:latin typeface="Times New Roman (Body)"/>
                        </a:rPr>
                        <a:t>400</a:t>
                      </a:r>
                      <a:endParaRPr lang="en-US" sz="1800" kern="100">
                        <a:solidFill>
                          <a:schemeClr val="bg1"/>
                        </a:solidFill>
                        <a:effectLst/>
                        <a:latin typeface="Times New Roman (Body)"/>
                        <a:ea typeface="Yu Mincho" panose="02020400000000000000" pitchFamily="18" charset="-128"/>
                        <a:cs typeface="Times New Roman" panose="02020603050405020304" pitchFamily="18" charset="0"/>
                      </a:endParaRP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800" kern="100" dirty="0">
                          <a:solidFill>
                            <a:schemeClr val="bg1"/>
                          </a:solidFill>
                          <a:effectLst/>
                          <a:latin typeface="Times New Roman (Body)"/>
                        </a:rPr>
                        <a:t>250</a:t>
                      </a:r>
                      <a:endParaRPr lang="en-US" sz="1800" kern="100" dirty="0">
                        <a:solidFill>
                          <a:schemeClr val="bg1"/>
                        </a:solidFill>
                        <a:effectLst/>
                        <a:latin typeface="Times New Roman (Body)"/>
                        <a:ea typeface="Yu Mincho" panose="02020400000000000000" pitchFamily="18" charset="-128"/>
                        <a:cs typeface="Times New Roman" panose="02020603050405020304" pitchFamily="18" charset="0"/>
                      </a:endParaRP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800" kern="100" dirty="0">
                          <a:solidFill>
                            <a:schemeClr val="bg1"/>
                          </a:solidFill>
                          <a:effectLst/>
                          <a:latin typeface="Times New Roman (Body)"/>
                          <a:ea typeface="Yu Mincho" panose="02020400000000000000" pitchFamily="18" charset="-128"/>
                          <a:cs typeface="Times New Roman" panose="02020603050405020304" pitchFamily="18" charset="0"/>
                        </a:rPr>
                        <a:t>5.89</a:t>
                      </a: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500" kern="100" dirty="0">
                          <a:solidFill>
                            <a:schemeClr val="bg1"/>
                          </a:solidFill>
                          <a:effectLst/>
                          <a:latin typeface="Times New Roman (Body)"/>
                        </a:rPr>
                        <a:t>Lowered origin by 0.4 mm from the set workpiece origin.</a:t>
                      </a:r>
                      <a:endParaRPr lang="en-US" sz="1500" kern="100" dirty="0">
                        <a:solidFill>
                          <a:schemeClr val="bg1"/>
                        </a:solidFill>
                        <a:effectLst/>
                        <a:latin typeface="Times New Roman (Body)"/>
                        <a:ea typeface="Yu Mincho" panose="02020400000000000000" pitchFamily="18" charset="-128"/>
                        <a:cs typeface="Times New Roman" panose="02020603050405020304" pitchFamily="18" charset="0"/>
                      </a:endParaRP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2478982845"/>
                  </a:ext>
                </a:extLst>
              </a:tr>
              <a:tr h="520243">
                <a:tc>
                  <a:txBody>
                    <a:bodyPr/>
                    <a:lstStyle/>
                    <a:p>
                      <a:pPr marL="0" marR="0" algn="l">
                        <a:lnSpc>
                          <a:spcPct val="115000"/>
                        </a:lnSpc>
                        <a:spcAft>
                          <a:spcPts val="800"/>
                        </a:spcAft>
                        <a:buNone/>
                      </a:pPr>
                      <a:r>
                        <a:rPr lang="en-US" sz="1800" kern="100" dirty="0">
                          <a:solidFill>
                            <a:schemeClr val="bg1"/>
                          </a:solidFill>
                          <a:effectLst/>
                          <a:latin typeface="Times New Roman (Body)"/>
                        </a:rPr>
                        <a:t>5</a:t>
                      </a:r>
                      <a:endParaRPr lang="en-US" sz="1800" kern="100" dirty="0">
                        <a:solidFill>
                          <a:schemeClr val="bg1"/>
                        </a:solidFill>
                        <a:effectLst/>
                        <a:latin typeface="Times New Roman (Body)"/>
                        <a:ea typeface="Yu Mincho" panose="02020400000000000000" pitchFamily="18" charset="-128"/>
                        <a:cs typeface="Times New Roman" panose="02020603050405020304" pitchFamily="18" charset="0"/>
                      </a:endParaRP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algn="l">
                        <a:lnSpc>
                          <a:spcPct val="115000"/>
                        </a:lnSpc>
                        <a:spcAft>
                          <a:spcPts val="800"/>
                        </a:spcAft>
                        <a:buNone/>
                      </a:pPr>
                      <a:r>
                        <a:rPr lang="en-US" sz="1800" kern="100">
                          <a:solidFill>
                            <a:schemeClr val="bg1"/>
                          </a:solidFill>
                          <a:effectLst/>
                          <a:latin typeface="Times New Roman (Body)"/>
                        </a:rPr>
                        <a:t>600</a:t>
                      </a:r>
                      <a:endParaRPr lang="en-US" sz="1800" kern="100">
                        <a:solidFill>
                          <a:schemeClr val="bg1"/>
                        </a:solidFill>
                        <a:effectLst/>
                        <a:latin typeface="Times New Roman (Body)"/>
                        <a:ea typeface="Yu Mincho" panose="02020400000000000000" pitchFamily="18" charset="-128"/>
                        <a:cs typeface="Times New Roman" panose="02020603050405020304" pitchFamily="18" charset="0"/>
                      </a:endParaRP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800" kern="100">
                          <a:solidFill>
                            <a:schemeClr val="bg1"/>
                          </a:solidFill>
                          <a:effectLst/>
                          <a:latin typeface="Times New Roman (Body)"/>
                        </a:rPr>
                        <a:t>250</a:t>
                      </a:r>
                      <a:endParaRPr lang="en-US" sz="1800" kern="100" dirty="0">
                        <a:solidFill>
                          <a:schemeClr val="bg1"/>
                        </a:solidFill>
                        <a:effectLst/>
                        <a:latin typeface="Times New Roman (Body)"/>
                        <a:ea typeface="Yu Mincho" panose="02020400000000000000" pitchFamily="18" charset="-128"/>
                        <a:cs typeface="Times New Roman" panose="02020603050405020304" pitchFamily="18" charset="0"/>
                      </a:endParaRP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800" kern="100" dirty="0">
                          <a:solidFill>
                            <a:schemeClr val="bg1"/>
                          </a:solidFill>
                          <a:effectLst/>
                          <a:latin typeface="Times New Roman (Body)"/>
                          <a:ea typeface="Yu Mincho" panose="02020400000000000000" pitchFamily="18" charset="-128"/>
                          <a:cs typeface="Times New Roman" panose="02020603050405020304" pitchFamily="18" charset="0"/>
                        </a:rPr>
                        <a:t>6.41</a:t>
                      </a: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500" kern="100" dirty="0">
                          <a:solidFill>
                            <a:schemeClr val="bg1"/>
                          </a:solidFill>
                          <a:effectLst/>
                          <a:latin typeface="Times New Roman (Body)"/>
                        </a:rPr>
                        <a:t>No changes in origin height. Lots of springback.</a:t>
                      </a:r>
                      <a:endParaRPr lang="en-US" sz="1500" kern="100" dirty="0">
                        <a:solidFill>
                          <a:schemeClr val="bg1"/>
                        </a:solidFill>
                        <a:effectLst/>
                        <a:latin typeface="Times New Roman (Body)"/>
                        <a:ea typeface="Yu Mincho" panose="02020400000000000000" pitchFamily="18" charset="-128"/>
                        <a:cs typeface="Times New Roman" panose="02020603050405020304" pitchFamily="18" charset="0"/>
                      </a:endParaRP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984499756"/>
                  </a:ext>
                </a:extLst>
              </a:tr>
              <a:tr h="520243">
                <a:tc>
                  <a:txBody>
                    <a:bodyPr/>
                    <a:lstStyle/>
                    <a:p>
                      <a:pPr marL="0" marR="0" algn="l">
                        <a:lnSpc>
                          <a:spcPct val="115000"/>
                        </a:lnSpc>
                        <a:spcAft>
                          <a:spcPts val="800"/>
                        </a:spcAft>
                        <a:buNone/>
                      </a:pPr>
                      <a:r>
                        <a:rPr lang="en-US" sz="1800" kern="100" dirty="0">
                          <a:solidFill>
                            <a:schemeClr val="bg1"/>
                          </a:solidFill>
                          <a:effectLst/>
                          <a:latin typeface="Times New Roman (Body)"/>
                        </a:rPr>
                        <a:t>6</a:t>
                      </a:r>
                      <a:endParaRPr lang="en-US" sz="1800" kern="100" dirty="0">
                        <a:solidFill>
                          <a:schemeClr val="bg1"/>
                        </a:solidFill>
                        <a:effectLst/>
                        <a:latin typeface="Times New Roman (Body)"/>
                        <a:ea typeface="Yu Mincho" panose="02020400000000000000" pitchFamily="18" charset="-128"/>
                        <a:cs typeface="Times New Roman" panose="02020603050405020304" pitchFamily="18" charset="0"/>
                      </a:endParaRP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algn="l">
                        <a:lnSpc>
                          <a:spcPct val="115000"/>
                        </a:lnSpc>
                        <a:spcAft>
                          <a:spcPts val="800"/>
                        </a:spcAft>
                        <a:buNone/>
                      </a:pPr>
                      <a:r>
                        <a:rPr lang="en-US" sz="1800" kern="100" dirty="0">
                          <a:solidFill>
                            <a:schemeClr val="bg1"/>
                          </a:solidFill>
                          <a:effectLst/>
                          <a:latin typeface="Times New Roman (Body)"/>
                        </a:rPr>
                        <a:t>200</a:t>
                      </a:r>
                      <a:endParaRPr lang="en-US" sz="1800" kern="100" dirty="0">
                        <a:solidFill>
                          <a:schemeClr val="bg1"/>
                        </a:solidFill>
                        <a:effectLst/>
                        <a:latin typeface="Times New Roman (Body)"/>
                        <a:ea typeface="Yu Mincho" panose="02020400000000000000" pitchFamily="18" charset="-128"/>
                        <a:cs typeface="Times New Roman" panose="02020603050405020304" pitchFamily="18" charset="0"/>
                      </a:endParaRP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800" kern="100" dirty="0">
                          <a:solidFill>
                            <a:schemeClr val="bg1"/>
                          </a:solidFill>
                          <a:effectLst/>
                          <a:latin typeface="Times New Roman (Body)"/>
                          <a:ea typeface="Yu Mincho" panose="02020400000000000000" pitchFamily="18" charset="-128"/>
                          <a:cs typeface="Times New Roman" panose="02020603050405020304" pitchFamily="18" charset="0"/>
                        </a:rPr>
                        <a:t>250</a:t>
                      </a: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800" kern="100" dirty="0">
                          <a:solidFill>
                            <a:schemeClr val="bg1"/>
                          </a:solidFill>
                          <a:effectLst/>
                          <a:latin typeface="Times New Roman (Body)"/>
                          <a:ea typeface="Yu Mincho" panose="02020400000000000000" pitchFamily="18" charset="-128"/>
                          <a:cs typeface="Times New Roman" panose="02020603050405020304" pitchFamily="18" charset="0"/>
                        </a:rPr>
                        <a:t>4.02</a:t>
                      </a: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500" kern="100" dirty="0">
                          <a:solidFill>
                            <a:schemeClr val="bg1"/>
                          </a:solidFill>
                          <a:effectLst/>
                          <a:latin typeface="Times New Roman (Body)"/>
                        </a:rPr>
                        <a:t>Lowered Origin by 1.3 mm for a total of 2.5 mm.</a:t>
                      </a: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401886916"/>
                  </a:ext>
                </a:extLst>
              </a:tr>
              <a:tr h="520243">
                <a:tc>
                  <a:txBody>
                    <a:bodyPr/>
                    <a:lstStyle/>
                    <a:p>
                      <a:pPr marL="0" marR="0" algn="l">
                        <a:lnSpc>
                          <a:spcPct val="115000"/>
                        </a:lnSpc>
                        <a:spcAft>
                          <a:spcPts val="800"/>
                        </a:spcAft>
                        <a:buNone/>
                      </a:pPr>
                      <a:r>
                        <a:rPr lang="en-US" sz="1800" b="1" kern="100" dirty="0">
                          <a:solidFill>
                            <a:schemeClr val="bg1"/>
                          </a:solidFill>
                          <a:effectLst/>
                          <a:latin typeface="Times New Roman (Body)"/>
                        </a:rPr>
                        <a:t>7</a:t>
                      </a:r>
                      <a:endParaRPr lang="en-US" sz="1800" b="1" kern="100" dirty="0">
                        <a:solidFill>
                          <a:schemeClr val="bg1"/>
                        </a:solidFill>
                        <a:effectLst/>
                        <a:latin typeface="Times New Roman (Body)"/>
                        <a:ea typeface="Yu Mincho" panose="02020400000000000000" pitchFamily="18" charset="-128"/>
                        <a:cs typeface="Times New Roman" panose="02020603050405020304" pitchFamily="18" charset="0"/>
                      </a:endParaRP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algn="l">
                        <a:lnSpc>
                          <a:spcPct val="115000"/>
                        </a:lnSpc>
                        <a:spcAft>
                          <a:spcPts val="800"/>
                        </a:spcAft>
                        <a:buNone/>
                      </a:pPr>
                      <a:r>
                        <a:rPr lang="en-US" sz="1800" kern="100">
                          <a:solidFill>
                            <a:schemeClr val="bg1"/>
                          </a:solidFill>
                          <a:effectLst/>
                          <a:latin typeface="Times New Roman (Body)"/>
                        </a:rPr>
                        <a:t>600</a:t>
                      </a:r>
                      <a:endParaRPr lang="en-US" sz="1800" kern="100" dirty="0">
                        <a:solidFill>
                          <a:schemeClr val="bg1"/>
                        </a:solidFill>
                        <a:effectLst/>
                        <a:latin typeface="Times New Roman (Body)"/>
                        <a:ea typeface="Yu Mincho" panose="02020400000000000000" pitchFamily="18" charset="-128"/>
                        <a:cs typeface="Times New Roman" panose="02020603050405020304" pitchFamily="18" charset="0"/>
                      </a:endParaRP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800" kern="100" dirty="0">
                          <a:solidFill>
                            <a:schemeClr val="bg1"/>
                          </a:solidFill>
                          <a:effectLst/>
                          <a:latin typeface="Times New Roman (Body)"/>
                        </a:rPr>
                        <a:t>300</a:t>
                      </a:r>
                      <a:endParaRPr lang="en-US" sz="1800" kern="100" dirty="0">
                        <a:solidFill>
                          <a:schemeClr val="bg1"/>
                        </a:solidFill>
                        <a:effectLst/>
                        <a:latin typeface="Times New Roman (Body)"/>
                        <a:ea typeface="Yu Mincho" panose="02020400000000000000" pitchFamily="18" charset="-128"/>
                        <a:cs typeface="Times New Roman" panose="02020603050405020304" pitchFamily="18" charset="0"/>
                      </a:endParaRP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800" kern="100" dirty="0">
                          <a:solidFill>
                            <a:schemeClr val="bg1"/>
                          </a:solidFill>
                          <a:effectLst/>
                          <a:latin typeface="Times New Roman (Body)"/>
                          <a:ea typeface="Yu Mincho" panose="02020400000000000000" pitchFamily="18" charset="-128"/>
                          <a:cs typeface="Times New Roman" panose="02020603050405020304" pitchFamily="18" charset="0"/>
                        </a:rPr>
                        <a:t>8.3</a:t>
                      </a: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500" kern="100" dirty="0">
                          <a:solidFill>
                            <a:schemeClr val="bg1"/>
                          </a:solidFill>
                          <a:effectLst/>
                          <a:latin typeface="Times New Roman (Body)"/>
                        </a:rPr>
                        <a:t>Lowered the origin by 0.9 mm for a total of 3.4 mm. </a:t>
                      </a:r>
                      <a:endParaRPr lang="en-US" sz="1500" kern="100" dirty="0">
                        <a:solidFill>
                          <a:schemeClr val="bg1"/>
                        </a:solidFill>
                        <a:effectLst/>
                        <a:latin typeface="Times New Roman (Body)"/>
                        <a:ea typeface="Yu Mincho" panose="02020400000000000000" pitchFamily="18" charset="-128"/>
                        <a:cs typeface="Times New Roman" panose="02020603050405020304" pitchFamily="18" charset="0"/>
                      </a:endParaRP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657473910"/>
                  </a:ext>
                </a:extLst>
              </a:tr>
              <a:tr h="520243">
                <a:tc>
                  <a:txBody>
                    <a:bodyPr/>
                    <a:lstStyle/>
                    <a:p>
                      <a:pPr marL="0" marR="0" algn="l">
                        <a:lnSpc>
                          <a:spcPct val="115000"/>
                        </a:lnSpc>
                        <a:spcAft>
                          <a:spcPts val="800"/>
                        </a:spcAft>
                        <a:buNone/>
                      </a:pPr>
                      <a:r>
                        <a:rPr lang="en-US" sz="1800" kern="100" dirty="0">
                          <a:solidFill>
                            <a:schemeClr val="bg1"/>
                          </a:solidFill>
                          <a:effectLst/>
                          <a:latin typeface="Times New Roman (Body)"/>
                          <a:ea typeface="Yu Mincho" panose="02020400000000000000" pitchFamily="18" charset="-128"/>
                          <a:cs typeface="Times New Roman" panose="02020603050405020304" pitchFamily="18" charset="0"/>
                        </a:rPr>
                        <a:t>8</a:t>
                      </a: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algn="l">
                        <a:lnSpc>
                          <a:spcPct val="115000"/>
                        </a:lnSpc>
                        <a:spcAft>
                          <a:spcPts val="800"/>
                        </a:spcAft>
                        <a:buNone/>
                      </a:pPr>
                      <a:r>
                        <a:rPr lang="en-US" sz="1800" kern="100" dirty="0">
                          <a:solidFill>
                            <a:schemeClr val="bg1"/>
                          </a:solidFill>
                          <a:effectLst/>
                          <a:latin typeface="Times New Roman (Body)"/>
                          <a:ea typeface="Yu Mincho" panose="02020400000000000000" pitchFamily="18" charset="-128"/>
                          <a:cs typeface="Times New Roman" panose="02020603050405020304" pitchFamily="18" charset="0"/>
                        </a:rPr>
                        <a:t>600</a:t>
                      </a: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800" kern="100" dirty="0">
                          <a:solidFill>
                            <a:schemeClr val="bg1"/>
                          </a:solidFill>
                          <a:effectLst/>
                          <a:latin typeface="Times New Roman (Body)"/>
                          <a:ea typeface="Yu Mincho" panose="02020400000000000000" pitchFamily="18" charset="-128"/>
                          <a:cs typeface="Times New Roman" panose="02020603050405020304" pitchFamily="18" charset="0"/>
                        </a:rPr>
                        <a:t>300</a:t>
                      </a: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800" kern="100" dirty="0">
                          <a:solidFill>
                            <a:schemeClr val="bg1"/>
                          </a:solidFill>
                          <a:effectLst/>
                          <a:latin typeface="Times New Roman (Body)"/>
                          <a:ea typeface="Yu Mincho" panose="02020400000000000000" pitchFamily="18" charset="-128"/>
                          <a:cs typeface="Times New Roman" panose="02020603050405020304" pitchFamily="18" charset="0"/>
                        </a:rPr>
                        <a:t>8.33</a:t>
                      </a: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1500" kern="100" dirty="0">
                          <a:solidFill>
                            <a:schemeClr val="bg1"/>
                          </a:solidFill>
                          <a:effectLst/>
                          <a:latin typeface="Times New Roman (Body)"/>
                        </a:rPr>
                        <a:t>Lowered the workpiece by 0.5 mm for a total of 3.9mm. </a:t>
                      </a: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2676096416"/>
                  </a:ext>
                </a:extLst>
              </a:tr>
              <a:tr h="299133">
                <a:tc>
                  <a:txBody>
                    <a:bodyPr/>
                    <a:lstStyle/>
                    <a:p>
                      <a:pPr marL="0" marR="0" algn="l">
                        <a:lnSpc>
                          <a:spcPct val="115000"/>
                        </a:lnSpc>
                        <a:spcAft>
                          <a:spcPts val="800"/>
                        </a:spcAft>
                        <a:buNone/>
                      </a:pPr>
                      <a:r>
                        <a:rPr lang="en-US" sz="1800" kern="100" dirty="0">
                          <a:solidFill>
                            <a:schemeClr val="bg1"/>
                          </a:solidFill>
                          <a:effectLst/>
                          <a:latin typeface="Times New Roman (Body)"/>
                          <a:ea typeface="Yu Mincho" panose="02020400000000000000" pitchFamily="18" charset="-128"/>
                          <a:cs typeface="Times New Roman" panose="02020603050405020304" pitchFamily="18" charset="0"/>
                        </a:rPr>
                        <a:t>9</a:t>
                      </a: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algn="l">
                        <a:lnSpc>
                          <a:spcPct val="115000"/>
                        </a:lnSpc>
                        <a:spcAft>
                          <a:spcPts val="800"/>
                        </a:spcAft>
                        <a:buNone/>
                      </a:pPr>
                      <a:r>
                        <a:rPr lang="en-US" sz="1800" kern="100" dirty="0">
                          <a:solidFill>
                            <a:schemeClr val="bg1"/>
                          </a:solidFill>
                          <a:effectLst/>
                          <a:latin typeface="Times New Roman (Body)"/>
                          <a:ea typeface="Yu Mincho" panose="02020400000000000000" pitchFamily="18" charset="-128"/>
                          <a:cs typeface="Times New Roman" panose="02020603050405020304" pitchFamily="18" charset="0"/>
                        </a:rPr>
                        <a:t>800</a:t>
                      </a: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800" kern="100" dirty="0">
                          <a:solidFill>
                            <a:schemeClr val="bg1"/>
                          </a:solidFill>
                          <a:effectLst/>
                          <a:latin typeface="Times New Roman (Body)"/>
                          <a:ea typeface="Yu Mincho" panose="02020400000000000000" pitchFamily="18" charset="-128"/>
                          <a:cs typeface="Times New Roman" panose="02020603050405020304" pitchFamily="18" charset="0"/>
                        </a:rPr>
                        <a:t>350</a:t>
                      </a: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800" kern="100" dirty="0">
                          <a:solidFill>
                            <a:schemeClr val="bg1"/>
                          </a:solidFill>
                          <a:effectLst/>
                          <a:latin typeface="Times New Roman (Body)"/>
                          <a:ea typeface="Yu Mincho" panose="02020400000000000000" pitchFamily="18" charset="-128"/>
                          <a:cs typeface="Times New Roman" panose="02020603050405020304" pitchFamily="18" charset="0"/>
                        </a:rPr>
                        <a:t>9.72</a:t>
                      </a: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endParaRPr lang="en-US" sz="1500" kern="100" dirty="0">
                        <a:solidFill>
                          <a:schemeClr val="bg1"/>
                        </a:solidFill>
                        <a:effectLst/>
                        <a:latin typeface="Times New Roman (Body)"/>
                        <a:ea typeface="Yu Mincho" panose="02020400000000000000" pitchFamily="18" charset="-128"/>
                        <a:cs typeface="Times New Roman" panose="02020603050405020304" pitchFamily="18" charset="0"/>
                      </a:endParaRP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805751475"/>
                  </a:ext>
                </a:extLst>
              </a:tr>
              <a:tr h="299133">
                <a:tc>
                  <a:txBody>
                    <a:bodyPr/>
                    <a:lstStyle/>
                    <a:p>
                      <a:pPr marL="0" marR="0" algn="l">
                        <a:lnSpc>
                          <a:spcPct val="115000"/>
                        </a:lnSpc>
                        <a:spcAft>
                          <a:spcPts val="800"/>
                        </a:spcAft>
                        <a:buNone/>
                      </a:pPr>
                      <a:r>
                        <a:rPr lang="en-US" sz="1800" kern="100" dirty="0">
                          <a:solidFill>
                            <a:schemeClr val="bg1"/>
                          </a:solidFill>
                          <a:effectLst/>
                          <a:latin typeface="Times New Roman (Body)"/>
                          <a:ea typeface="Yu Mincho" panose="02020400000000000000" pitchFamily="18" charset="-128"/>
                          <a:cs typeface="Times New Roman" panose="02020603050405020304" pitchFamily="18" charset="0"/>
                        </a:rPr>
                        <a:t>10</a:t>
                      </a: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algn="l">
                        <a:lnSpc>
                          <a:spcPct val="115000"/>
                        </a:lnSpc>
                        <a:spcAft>
                          <a:spcPts val="800"/>
                        </a:spcAft>
                        <a:buNone/>
                      </a:pPr>
                      <a:r>
                        <a:rPr lang="en-US" sz="1800" kern="100" dirty="0">
                          <a:solidFill>
                            <a:schemeClr val="bg1"/>
                          </a:solidFill>
                          <a:effectLst/>
                          <a:latin typeface="Times New Roman (Body)"/>
                          <a:ea typeface="Yu Mincho" panose="02020400000000000000" pitchFamily="18" charset="-128"/>
                          <a:cs typeface="Times New Roman" panose="02020603050405020304" pitchFamily="18" charset="0"/>
                        </a:rPr>
                        <a:t>1000</a:t>
                      </a: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800" kern="100" dirty="0">
                          <a:solidFill>
                            <a:schemeClr val="bg1"/>
                          </a:solidFill>
                          <a:effectLst/>
                          <a:latin typeface="Times New Roman (Body)"/>
                          <a:ea typeface="Yu Mincho" panose="02020400000000000000" pitchFamily="18" charset="-128"/>
                          <a:cs typeface="Times New Roman" panose="02020603050405020304" pitchFamily="18" charset="0"/>
                        </a:rPr>
                        <a:t>500</a:t>
                      </a: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l">
                        <a:lnSpc>
                          <a:spcPct val="115000"/>
                        </a:lnSpc>
                        <a:spcAft>
                          <a:spcPts val="800"/>
                        </a:spcAft>
                        <a:buNone/>
                      </a:pPr>
                      <a:r>
                        <a:rPr lang="en-US" sz="1800" kern="100" dirty="0">
                          <a:solidFill>
                            <a:schemeClr val="bg1"/>
                          </a:solidFill>
                          <a:effectLst/>
                          <a:latin typeface="Times New Roman (Body)"/>
                          <a:ea typeface="Yu Mincho" panose="02020400000000000000" pitchFamily="18" charset="-128"/>
                          <a:cs typeface="Times New Roman" panose="02020603050405020304" pitchFamily="18" charset="0"/>
                        </a:rPr>
                        <a:t>9.16</a:t>
                      </a: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endParaRPr lang="en-US" sz="1500" kern="100" dirty="0">
                        <a:solidFill>
                          <a:schemeClr val="bg1"/>
                        </a:solidFill>
                        <a:effectLst/>
                        <a:latin typeface="Times New Roman (Body)"/>
                        <a:ea typeface="Yu Mincho" panose="02020400000000000000" pitchFamily="18" charset="-128"/>
                        <a:cs typeface="Times New Roman" panose="02020603050405020304" pitchFamily="18" charset="0"/>
                      </a:endParaRPr>
                    </a:p>
                  </a:txBody>
                  <a:tcPr marL="57252" marR="57252"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673994333"/>
                  </a:ext>
                </a:extLst>
              </a:tr>
            </a:tbl>
          </a:graphicData>
        </a:graphic>
      </p:graphicFrame>
      <p:sp>
        <p:nvSpPr>
          <p:cNvPr id="8" name="TextBox 7">
            <a:extLst>
              <a:ext uri="{FF2B5EF4-FFF2-40B4-BE49-F238E27FC236}">
                <a16:creationId xmlns:a16="http://schemas.microsoft.com/office/drawing/2014/main" id="{2D9C00B7-A1B2-C4FE-E991-9AFF4E7A7831}"/>
              </a:ext>
            </a:extLst>
          </p:cNvPr>
          <p:cNvSpPr txBox="1"/>
          <p:nvPr/>
        </p:nvSpPr>
        <p:spPr>
          <a:xfrm>
            <a:off x="118760" y="5804311"/>
            <a:ext cx="8906480" cy="523220"/>
          </a:xfrm>
          <a:prstGeom prst="rect">
            <a:avLst/>
          </a:prstGeom>
          <a:noFill/>
          <a:ln>
            <a:noFill/>
          </a:ln>
        </p:spPr>
        <p:txBody>
          <a:bodyPr wrap="square" rtlCol="0">
            <a:spAutoFit/>
          </a:bodyPr>
          <a:lstStyle/>
          <a:p>
            <a:pPr algn="ctr"/>
            <a:r>
              <a:rPr lang="en-US" dirty="0">
                <a:solidFill>
                  <a:schemeClr val="tx1"/>
                </a:solidFill>
              </a:rPr>
              <a:t>Test Without a Mold</a:t>
            </a:r>
          </a:p>
        </p:txBody>
      </p:sp>
      <p:sp>
        <p:nvSpPr>
          <p:cNvPr id="15367" name="スライド番号プレースホルダ 3">
            <a:extLst>
              <a:ext uri="{FF2B5EF4-FFF2-40B4-BE49-F238E27FC236}">
                <a16:creationId xmlns:a16="http://schemas.microsoft.com/office/drawing/2014/main" id="{F9CAFE46-AD2E-D445-443C-5917A8E4E5B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dirty="0"/>
              <a:t>No.10</a:t>
            </a:r>
          </a:p>
        </p:txBody>
      </p:sp>
      <p:sp>
        <p:nvSpPr>
          <p:cNvPr id="15368" name="タイトル 11">
            <a:extLst>
              <a:ext uri="{FF2B5EF4-FFF2-40B4-BE49-F238E27FC236}">
                <a16:creationId xmlns:a16="http://schemas.microsoft.com/office/drawing/2014/main" id="{DD5132FE-D2A8-7AC4-D0A1-9CA2E27E2796}"/>
              </a:ext>
            </a:extLst>
          </p:cNvPr>
          <p:cNvSpPr>
            <a:spLocks noGrp="1"/>
          </p:cNvSpPr>
          <p:nvPr>
            <p:ph type="title" idx="4294967295"/>
          </p:nvPr>
        </p:nvSpPr>
        <p:spPr/>
        <p:txBody>
          <a:bodyPr/>
          <a:lstStyle/>
          <a:p>
            <a:r>
              <a:rPr lang="en-US" altLang="ja-JP" sz="2800" b="1" dirty="0">
                <a:solidFill>
                  <a:schemeClr val="tx1"/>
                </a:solidFill>
              </a:rPr>
              <a:t>Research progress </a:t>
            </a:r>
            <a:r>
              <a:rPr lang="en-US" altLang="ja-JP" sz="2000" b="1" dirty="0">
                <a:solidFill>
                  <a:schemeClr val="tx1"/>
                </a:solidFill>
              </a:rPr>
              <a:t>Analysis of Tests</a:t>
            </a:r>
            <a:endParaRPr lang="ja-JP" altLang="en-US" sz="2000" b="1" dirty="0">
              <a:solidFill>
                <a:schemeClr val="tx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スライド番号プレースホルダ 3">
            <a:extLst>
              <a:ext uri="{FF2B5EF4-FFF2-40B4-BE49-F238E27FC236}">
                <a16:creationId xmlns:a16="http://schemas.microsoft.com/office/drawing/2014/main" id="{42162288-F155-9918-6113-4FE70265587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dirty="0"/>
              <a:t>No.11</a:t>
            </a:r>
          </a:p>
        </p:txBody>
      </p:sp>
      <p:sp>
        <p:nvSpPr>
          <p:cNvPr id="17413" name="タイトル 11">
            <a:extLst>
              <a:ext uri="{FF2B5EF4-FFF2-40B4-BE49-F238E27FC236}">
                <a16:creationId xmlns:a16="http://schemas.microsoft.com/office/drawing/2014/main" id="{E7EBC353-59F1-F4B9-4C7C-82782E259F77}"/>
              </a:ext>
            </a:extLst>
          </p:cNvPr>
          <p:cNvSpPr>
            <a:spLocks noGrp="1"/>
          </p:cNvSpPr>
          <p:nvPr>
            <p:ph type="title" idx="4294967295"/>
          </p:nvPr>
        </p:nvSpPr>
        <p:spPr/>
        <p:txBody>
          <a:bodyPr/>
          <a:lstStyle/>
          <a:p>
            <a:r>
              <a:rPr lang="en-US" altLang="ja-JP" sz="2800" b="1" dirty="0">
                <a:solidFill>
                  <a:schemeClr val="tx1"/>
                </a:solidFill>
              </a:rPr>
              <a:t>Future Plan </a:t>
            </a:r>
            <a:r>
              <a:rPr lang="en-US" altLang="ja-JP" sz="2000" b="1" dirty="0">
                <a:solidFill>
                  <a:schemeClr val="tx1"/>
                </a:solidFill>
              </a:rPr>
              <a:t>CFRTP Tests</a:t>
            </a:r>
            <a:endParaRPr lang="ja-JP" altLang="en-US" sz="2000" b="1" dirty="0">
              <a:solidFill>
                <a:schemeClr val="tx1"/>
              </a:solidFill>
            </a:endParaRPr>
          </a:p>
        </p:txBody>
      </p:sp>
      <p:pic>
        <p:nvPicPr>
          <p:cNvPr id="4" name="Picture 3" descr="冷蔵庫, ストーブ が含まれている画像&#10;&#10;自動的に生成された説明">
            <a:extLst>
              <a:ext uri="{FF2B5EF4-FFF2-40B4-BE49-F238E27FC236}">
                <a16:creationId xmlns:a16="http://schemas.microsoft.com/office/drawing/2014/main" id="{0FC75BDB-BBB8-8D9F-129F-966987D62EC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7038" y="1519624"/>
            <a:ext cx="4758680" cy="2526213"/>
          </a:xfrm>
          <a:prstGeom prst="rect">
            <a:avLst/>
          </a:prstGeom>
          <a:noFill/>
          <a:ln>
            <a:noFill/>
          </a:ln>
        </p:spPr>
      </p:pic>
      <p:sp>
        <p:nvSpPr>
          <p:cNvPr id="6" name="TextBox 5">
            <a:extLst>
              <a:ext uri="{FF2B5EF4-FFF2-40B4-BE49-F238E27FC236}">
                <a16:creationId xmlns:a16="http://schemas.microsoft.com/office/drawing/2014/main" id="{1721B9FC-958E-F140-031F-9866DC390BF3}"/>
              </a:ext>
            </a:extLst>
          </p:cNvPr>
          <p:cNvSpPr txBox="1"/>
          <p:nvPr/>
        </p:nvSpPr>
        <p:spPr>
          <a:xfrm>
            <a:off x="1050468" y="4349422"/>
            <a:ext cx="3251820" cy="523220"/>
          </a:xfrm>
          <a:prstGeom prst="rect">
            <a:avLst/>
          </a:prstGeom>
          <a:noFill/>
        </p:spPr>
        <p:txBody>
          <a:bodyPr wrap="square" rtlCol="0">
            <a:spAutoFit/>
          </a:bodyPr>
          <a:lstStyle/>
          <a:p>
            <a:pPr algn="ctr"/>
            <a:r>
              <a:rPr lang="en-US" dirty="0">
                <a:solidFill>
                  <a:schemeClr val="tx1"/>
                </a:solidFill>
                <a:latin typeface="+mj-lt"/>
                <a:ea typeface="ＭＳ Ｐ明朝" charset="-128"/>
              </a:rPr>
              <a:t>T -22H Oil Bath </a:t>
            </a:r>
            <a:endParaRPr lang="en-US" dirty="0">
              <a:solidFill>
                <a:schemeClr val="tx1"/>
              </a:solidFill>
              <a:latin typeface="+mj-lt"/>
            </a:endParaRPr>
          </a:p>
        </p:txBody>
      </p:sp>
      <p:pic>
        <p:nvPicPr>
          <p:cNvPr id="9" name="Picture 8" descr="A black square object on a white background&#10;&#10;Description automatically generated">
            <a:extLst>
              <a:ext uri="{FF2B5EF4-FFF2-40B4-BE49-F238E27FC236}">
                <a16:creationId xmlns:a16="http://schemas.microsoft.com/office/drawing/2014/main" id="{8692F369-5F32-8F41-B0CA-D46665C527A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631426" y="1519624"/>
            <a:ext cx="3011324" cy="2753598"/>
          </a:xfrm>
          <a:prstGeom prst="rect">
            <a:avLst/>
          </a:prstGeom>
          <a:noFill/>
        </p:spPr>
      </p:pic>
      <p:sp>
        <p:nvSpPr>
          <p:cNvPr id="10" name="TextBox 9">
            <a:extLst>
              <a:ext uri="{FF2B5EF4-FFF2-40B4-BE49-F238E27FC236}">
                <a16:creationId xmlns:a16="http://schemas.microsoft.com/office/drawing/2014/main" id="{ABE1C726-CAC4-EC2B-BEEE-A364F8A41BBC}"/>
              </a:ext>
            </a:extLst>
          </p:cNvPr>
          <p:cNvSpPr txBox="1"/>
          <p:nvPr/>
        </p:nvSpPr>
        <p:spPr>
          <a:xfrm>
            <a:off x="5384490" y="4349422"/>
            <a:ext cx="3251820" cy="523220"/>
          </a:xfrm>
          <a:prstGeom prst="rect">
            <a:avLst/>
          </a:prstGeom>
          <a:noFill/>
        </p:spPr>
        <p:txBody>
          <a:bodyPr wrap="square" rtlCol="0">
            <a:spAutoFit/>
          </a:bodyPr>
          <a:lstStyle/>
          <a:p>
            <a:pPr algn="ctr"/>
            <a:r>
              <a:rPr lang="en-US" dirty="0">
                <a:solidFill>
                  <a:schemeClr val="tx1"/>
                </a:solidFill>
                <a:latin typeface="+mj-lt"/>
                <a:ea typeface="ＭＳ Ｐ明朝" charset="-128"/>
              </a:rPr>
              <a:t>CFRTP Test Piece</a:t>
            </a:r>
            <a:endParaRPr lang="en-US" dirty="0">
              <a:solidFill>
                <a:schemeClr val="tx1"/>
              </a:solidFill>
              <a:latin typeface="+mj-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0EC78-4AC3-DE43-BD5F-3F5250D75983}"/>
            </a:ext>
          </a:extLst>
        </p:cNvPr>
        <p:cNvGrpSpPr/>
        <p:nvPr/>
      </p:nvGrpSpPr>
      <p:grpSpPr>
        <a:xfrm>
          <a:off x="0" y="0"/>
          <a:ext cx="0" cy="0"/>
          <a:chOff x="0" y="0"/>
          <a:chExt cx="0" cy="0"/>
        </a:xfrm>
      </p:grpSpPr>
      <p:sp>
        <p:nvSpPr>
          <p:cNvPr id="6157" name="タイトル 14">
            <a:extLst>
              <a:ext uri="{FF2B5EF4-FFF2-40B4-BE49-F238E27FC236}">
                <a16:creationId xmlns:a16="http://schemas.microsoft.com/office/drawing/2014/main" id="{7B1A858A-D7CB-6346-9C12-AACB6452EF0D}"/>
              </a:ext>
            </a:extLst>
          </p:cNvPr>
          <p:cNvSpPr>
            <a:spLocks noGrp="1"/>
          </p:cNvSpPr>
          <p:nvPr>
            <p:ph type="title" idx="4294967295"/>
          </p:nvPr>
        </p:nvSpPr>
        <p:spPr/>
        <p:txBody>
          <a:bodyPr/>
          <a:lstStyle/>
          <a:p>
            <a:r>
              <a:rPr lang="en-US" altLang="ja-JP" sz="2800" b="1" dirty="0">
                <a:solidFill>
                  <a:schemeClr val="tx1"/>
                </a:solidFill>
              </a:rPr>
              <a:t>Future Plan</a:t>
            </a:r>
            <a:endParaRPr lang="ja-JP" altLang="en-US" sz="2800" b="1" dirty="0">
              <a:solidFill>
                <a:schemeClr val="tx1"/>
              </a:solidFill>
            </a:endParaRPr>
          </a:p>
        </p:txBody>
      </p:sp>
      <p:sp>
        <p:nvSpPr>
          <p:cNvPr id="2" name="スライド番号プレースホルダ 1">
            <a:extLst>
              <a:ext uri="{FF2B5EF4-FFF2-40B4-BE49-F238E27FC236}">
                <a16:creationId xmlns:a16="http://schemas.microsoft.com/office/drawing/2014/main" id="{B6A6EDB7-FF4A-2B02-1A5C-C885188E4070}"/>
              </a:ext>
            </a:extLst>
          </p:cNvPr>
          <p:cNvSpPr>
            <a:spLocks noGrp="1"/>
          </p:cNvSpPr>
          <p:nvPr>
            <p:ph type="sldNum" sz="quarter" idx="12"/>
          </p:nvPr>
        </p:nvSpPr>
        <p:spPr>
          <a:xfrm>
            <a:off x="7010400" y="152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dirty="0"/>
              <a:t>No.12</a:t>
            </a:r>
          </a:p>
        </p:txBody>
      </p:sp>
      <p:graphicFrame>
        <p:nvGraphicFramePr>
          <p:cNvPr id="13" name="Table 12">
            <a:extLst>
              <a:ext uri="{FF2B5EF4-FFF2-40B4-BE49-F238E27FC236}">
                <a16:creationId xmlns:a16="http://schemas.microsoft.com/office/drawing/2014/main" id="{B92819E8-6C1F-E443-2A18-E0A39EC9BCC4}"/>
              </a:ext>
            </a:extLst>
          </p:cNvPr>
          <p:cNvGraphicFramePr>
            <a:graphicFrameLocks noGrp="1"/>
          </p:cNvGraphicFramePr>
          <p:nvPr>
            <p:extLst>
              <p:ext uri="{D42A27DB-BD31-4B8C-83A1-F6EECF244321}">
                <p14:modId xmlns:p14="http://schemas.microsoft.com/office/powerpoint/2010/main" val="2935354851"/>
              </p:ext>
            </p:extLst>
          </p:nvPr>
        </p:nvGraphicFramePr>
        <p:xfrm>
          <a:off x="533400" y="1402285"/>
          <a:ext cx="3652700" cy="3935344"/>
        </p:xfrm>
        <a:graphic>
          <a:graphicData uri="http://schemas.openxmlformats.org/drawingml/2006/table">
            <a:tbl>
              <a:tblPr firstRow="1" bandRow="1">
                <a:tableStyleId>{21E4AEA4-8DFA-4A89-87EB-49C32662AFE0}</a:tableStyleId>
              </a:tblPr>
              <a:tblGrid>
                <a:gridCol w="1852500">
                  <a:extLst>
                    <a:ext uri="{9D8B030D-6E8A-4147-A177-3AD203B41FA5}">
                      <a16:colId xmlns:a16="http://schemas.microsoft.com/office/drawing/2014/main" val="823402866"/>
                    </a:ext>
                  </a:extLst>
                </a:gridCol>
                <a:gridCol w="1800200">
                  <a:extLst>
                    <a:ext uri="{9D8B030D-6E8A-4147-A177-3AD203B41FA5}">
                      <a16:colId xmlns:a16="http://schemas.microsoft.com/office/drawing/2014/main" val="1879517456"/>
                    </a:ext>
                  </a:extLst>
                </a:gridCol>
              </a:tblGrid>
              <a:tr h="571531">
                <a:tc gridSpan="2">
                  <a:txBody>
                    <a:bodyPr/>
                    <a:lstStyle/>
                    <a:p>
                      <a:pPr algn="ctr"/>
                      <a:r>
                        <a:rPr lang="en-US" dirty="0">
                          <a:solidFill>
                            <a:schemeClr val="bg1"/>
                          </a:solidFill>
                          <a:latin typeface="+mj-lt"/>
                        </a:rPr>
                        <a:t>Previous Research Experimental Conditions:</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endParaRPr lang="en-US" dirty="0">
                        <a:solidFill>
                          <a:schemeClr val="tx1"/>
                        </a:solidFill>
                      </a:endParaRPr>
                    </a:p>
                  </a:txBody>
                  <a:tcPr>
                    <a:solidFill>
                      <a:schemeClr val="accent6">
                        <a:lumMod val="60000"/>
                        <a:lumOff val="40000"/>
                      </a:schemeClr>
                    </a:solidFill>
                  </a:tcPr>
                </a:tc>
                <a:extLst>
                  <a:ext uri="{0D108BD9-81ED-4DB2-BD59-A6C34878D82A}">
                    <a16:rowId xmlns:a16="http://schemas.microsoft.com/office/drawing/2014/main" val="2996438077"/>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dirty="0">
                          <a:solidFill>
                            <a:schemeClr val="bg1"/>
                          </a:solidFill>
                          <a:effectLst/>
                          <a:latin typeface="+mj-lt"/>
                        </a:rPr>
                        <a:t>Angle:</a:t>
                      </a:r>
                      <a:endParaRPr lang="en-US" b="1"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solidFill>
                          <a:latin typeface="+mj-lt"/>
                        </a:rPr>
                        <a:t>40°</a:t>
                      </a:r>
                      <a:endParaRPr lang="en-US"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46323941"/>
                  </a:ext>
                </a:extLst>
              </a:tr>
              <a:tr h="409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dirty="0">
                          <a:solidFill>
                            <a:schemeClr val="bg1"/>
                          </a:solidFill>
                          <a:effectLst/>
                          <a:latin typeface="+mj-lt"/>
                        </a:rPr>
                        <a:t>Feed Rate:</a:t>
                      </a:r>
                      <a:endParaRPr lang="en-US" b="1"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solidFill>
                          <a:latin typeface="+mj-lt"/>
                        </a:rPr>
                        <a:t>1000 mm/min</a:t>
                      </a:r>
                      <a:endParaRPr lang="en-US"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770830478"/>
                  </a:ext>
                </a:extLst>
              </a:tr>
              <a:tr h="409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dirty="0">
                          <a:solidFill>
                            <a:schemeClr val="bg1"/>
                          </a:solidFill>
                          <a:effectLst/>
                          <a:latin typeface="+mj-lt"/>
                        </a:rPr>
                        <a:t>Test Shape Radius:</a:t>
                      </a:r>
                      <a:endParaRPr lang="en-US" b="1"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solidFill>
                          <a:latin typeface="+mj-lt"/>
                        </a:rPr>
                        <a:t>20 mm</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497550244"/>
                  </a:ext>
                </a:extLst>
              </a:tr>
              <a:tr h="409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bg1"/>
                          </a:solidFill>
                          <a:latin typeface="+mj-lt"/>
                        </a:rPr>
                        <a:t>Pitch:</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solidFill>
                          <a:latin typeface="+mj-lt"/>
                        </a:rPr>
                        <a:t>1 mm</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715602494"/>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bg1"/>
                          </a:solidFill>
                          <a:latin typeface="+mj-lt"/>
                        </a:rPr>
                        <a:t>Depth:</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solidFill>
                          <a:latin typeface="+mj-lt"/>
                        </a:rPr>
                        <a:t>15 mm</a:t>
                      </a:r>
                      <a:endParaRPr lang="en-US"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74615686"/>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bg1"/>
                          </a:solidFill>
                          <a:latin typeface="+mj-lt"/>
                        </a:rPr>
                        <a:t>Temperature:</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solidFill>
                          <a:latin typeface="+mj-lt"/>
                        </a:rPr>
                        <a:t>393K (120°C)</a:t>
                      </a:r>
                      <a:endParaRPr lang="en-US"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16492554"/>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bg1"/>
                          </a:solidFill>
                          <a:latin typeface="+mj-lt"/>
                        </a:rPr>
                        <a:t>Spindle rotation:</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solidFill>
                          <a:latin typeface="+mj-lt"/>
                        </a:rPr>
                        <a:t>1000 rpm</a:t>
                      </a:r>
                      <a:endParaRPr lang="en-US"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009632405"/>
                  </a:ext>
                </a:extLst>
              </a:tr>
            </a:tbl>
          </a:graphicData>
        </a:graphic>
      </p:graphicFrame>
      <p:graphicFrame>
        <p:nvGraphicFramePr>
          <p:cNvPr id="6" name="Table 5">
            <a:extLst>
              <a:ext uri="{FF2B5EF4-FFF2-40B4-BE49-F238E27FC236}">
                <a16:creationId xmlns:a16="http://schemas.microsoft.com/office/drawing/2014/main" id="{EB5558CC-4A6E-0DC0-2DF6-748D399B69E9}"/>
              </a:ext>
            </a:extLst>
          </p:cNvPr>
          <p:cNvGraphicFramePr>
            <a:graphicFrameLocks noGrp="1"/>
          </p:cNvGraphicFramePr>
          <p:nvPr>
            <p:extLst>
              <p:ext uri="{D42A27DB-BD31-4B8C-83A1-F6EECF244321}">
                <p14:modId xmlns:p14="http://schemas.microsoft.com/office/powerpoint/2010/main" val="4284253901"/>
              </p:ext>
            </p:extLst>
          </p:nvPr>
        </p:nvGraphicFramePr>
        <p:xfrm>
          <a:off x="4957902" y="1402285"/>
          <a:ext cx="3652700" cy="3935344"/>
        </p:xfrm>
        <a:graphic>
          <a:graphicData uri="http://schemas.openxmlformats.org/drawingml/2006/table">
            <a:tbl>
              <a:tblPr firstRow="1" bandRow="1">
                <a:tableStyleId>{21E4AEA4-8DFA-4A89-87EB-49C32662AFE0}</a:tableStyleId>
              </a:tblPr>
              <a:tblGrid>
                <a:gridCol w="1852500">
                  <a:extLst>
                    <a:ext uri="{9D8B030D-6E8A-4147-A177-3AD203B41FA5}">
                      <a16:colId xmlns:a16="http://schemas.microsoft.com/office/drawing/2014/main" val="823402866"/>
                    </a:ext>
                  </a:extLst>
                </a:gridCol>
                <a:gridCol w="1800200">
                  <a:extLst>
                    <a:ext uri="{9D8B030D-6E8A-4147-A177-3AD203B41FA5}">
                      <a16:colId xmlns:a16="http://schemas.microsoft.com/office/drawing/2014/main" val="1879517456"/>
                    </a:ext>
                  </a:extLst>
                </a:gridCol>
              </a:tblGrid>
              <a:tr h="571531">
                <a:tc gridSpan="2">
                  <a:txBody>
                    <a:bodyPr/>
                    <a:lstStyle/>
                    <a:p>
                      <a:pPr algn="ctr"/>
                      <a:r>
                        <a:rPr lang="en-US" dirty="0">
                          <a:solidFill>
                            <a:schemeClr val="bg1"/>
                          </a:solidFill>
                          <a:latin typeface="+mj-lt"/>
                        </a:rPr>
                        <a:t>Experimental Conditions for the Following Experiments:</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endParaRPr lang="en-US" dirty="0">
                        <a:solidFill>
                          <a:schemeClr val="tx1"/>
                        </a:solidFill>
                      </a:endParaRPr>
                    </a:p>
                  </a:txBody>
                  <a:tcPr>
                    <a:solidFill>
                      <a:schemeClr val="accent6">
                        <a:lumMod val="60000"/>
                        <a:lumOff val="40000"/>
                      </a:schemeClr>
                    </a:solidFill>
                  </a:tcPr>
                </a:tc>
                <a:extLst>
                  <a:ext uri="{0D108BD9-81ED-4DB2-BD59-A6C34878D82A}">
                    <a16:rowId xmlns:a16="http://schemas.microsoft.com/office/drawing/2014/main" val="2996438077"/>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dirty="0">
                          <a:solidFill>
                            <a:schemeClr val="bg1"/>
                          </a:solidFill>
                          <a:effectLst/>
                          <a:latin typeface="+mj-lt"/>
                        </a:rPr>
                        <a:t>Angle:</a:t>
                      </a:r>
                      <a:endParaRPr lang="en-US" b="1"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solidFill>
                          <a:latin typeface="+mj-lt"/>
                        </a:rPr>
                        <a:t>45°</a:t>
                      </a:r>
                      <a:endParaRPr lang="en-US"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46323941"/>
                  </a:ext>
                </a:extLst>
              </a:tr>
              <a:tr h="409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dirty="0">
                          <a:solidFill>
                            <a:schemeClr val="bg1"/>
                          </a:solidFill>
                          <a:effectLst/>
                          <a:latin typeface="+mj-lt"/>
                        </a:rPr>
                        <a:t>Feed Rate:</a:t>
                      </a:r>
                      <a:endParaRPr lang="en-US" b="1"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solidFill>
                          <a:latin typeface="+mj-lt"/>
                        </a:rPr>
                        <a:t>1000 mm/min</a:t>
                      </a:r>
                      <a:endParaRPr lang="en-US"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770830478"/>
                  </a:ext>
                </a:extLst>
              </a:tr>
              <a:tr h="409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dirty="0">
                          <a:solidFill>
                            <a:schemeClr val="bg1"/>
                          </a:solidFill>
                          <a:effectLst/>
                          <a:latin typeface="+mj-lt"/>
                        </a:rPr>
                        <a:t>Test Shape Dimensions:</a:t>
                      </a:r>
                      <a:endParaRPr lang="en-US" b="1"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kumimoji="1" lang="en-US" sz="1800" kern="1200" dirty="0">
                          <a:solidFill>
                            <a:schemeClr val="bg1"/>
                          </a:solidFill>
                          <a:effectLst/>
                          <a:latin typeface="+mj-lt"/>
                          <a:ea typeface="+mn-ea"/>
                          <a:cs typeface="+mn-cs"/>
                        </a:rPr>
                        <a:t>30 mm x 30 mm</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497550244"/>
                  </a:ext>
                </a:extLst>
              </a:tr>
              <a:tr h="409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bg1"/>
                          </a:solidFill>
                          <a:latin typeface="+mj-lt"/>
                        </a:rPr>
                        <a:t>Pitch:</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solidFill>
                          <a:latin typeface="+mj-lt"/>
                        </a:rPr>
                        <a:t>1 mm</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715602494"/>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bg1"/>
                          </a:solidFill>
                          <a:latin typeface="+mj-lt"/>
                        </a:rPr>
                        <a:t>Depth:</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solidFill>
                          <a:latin typeface="+mj-lt"/>
                        </a:rPr>
                        <a:t>9.9 mm</a:t>
                      </a:r>
                      <a:endParaRPr lang="en-US"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74615686"/>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bg1"/>
                          </a:solidFill>
                          <a:latin typeface="+mj-lt"/>
                        </a:rPr>
                        <a:t>Temperature:</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solidFill>
                          <a:latin typeface="+mj-lt"/>
                        </a:rPr>
                        <a:t>393K (120°C)</a:t>
                      </a:r>
                      <a:endParaRPr lang="en-US"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16492554"/>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bg1"/>
                          </a:solidFill>
                          <a:latin typeface="+mj-lt"/>
                        </a:rPr>
                        <a:t>Spindle rotation:</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solidFill>
                          <a:latin typeface="+mj-lt"/>
                        </a:rPr>
                        <a:t>1000 rpm</a:t>
                      </a:r>
                      <a:endParaRPr lang="en-US" dirty="0">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009632405"/>
                  </a:ext>
                </a:extLst>
              </a:tr>
            </a:tbl>
          </a:graphicData>
        </a:graphic>
      </p:graphicFrame>
    </p:spTree>
    <p:extLst>
      <p:ext uri="{BB962C8B-B14F-4D97-AF65-F5344CB8AC3E}">
        <p14:creationId xmlns:p14="http://schemas.microsoft.com/office/powerpoint/2010/main" val="3194971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2F26E-E100-6669-B873-623EE5543BB6}"/>
            </a:ext>
          </a:extLst>
        </p:cNvPr>
        <p:cNvGrpSpPr/>
        <p:nvPr/>
      </p:nvGrpSpPr>
      <p:grpSpPr>
        <a:xfrm>
          <a:off x="0" y="0"/>
          <a:ext cx="0" cy="0"/>
          <a:chOff x="0" y="0"/>
          <a:chExt cx="0" cy="0"/>
        </a:xfrm>
      </p:grpSpPr>
      <p:sp>
        <p:nvSpPr>
          <p:cNvPr id="4098" name="スライド番号プレースホルダ 3">
            <a:extLst>
              <a:ext uri="{FF2B5EF4-FFF2-40B4-BE49-F238E27FC236}">
                <a16:creationId xmlns:a16="http://schemas.microsoft.com/office/drawing/2014/main" id="{7F7ABB5D-6F5C-9396-B52D-A76D4189530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dirty="0"/>
              <a:t>No.13</a:t>
            </a:r>
          </a:p>
        </p:txBody>
      </p:sp>
      <p:pic>
        <p:nvPicPr>
          <p:cNvPr id="4099" name="Picture 4">
            <a:extLst>
              <a:ext uri="{FF2B5EF4-FFF2-40B4-BE49-F238E27FC236}">
                <a16:creationId xmlns:a16="http://schemas.microsoft.com/office/drawing/2014/main" id="{0408A30D-55CC-9F0F-6073-F28694CAC4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0313" y="1071563"/>
            <a:ext cx="4340225" cy="468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0" name="Text Box 13">
            <a:extLst>
              <a:ext uri="{FF2B5EF4-FFF2-40B4-BE49-F238E27FC236}">
                <a16:creationId xmlns:a16="http://schemas.microsoft.com/office/drawing/2014/main" id="{6C71EEA1-35D1-35A3-0858-A764C8760F4B}"/>
              </a:ext>
            </a:extLst>
          </p:cNvPr>
          <p:cNvSpPr txBox="1">
            <a:spLocks noChangeArrowheads="1"/>
          </p:cNvSpPr>
          <p:nvPr/>
        </p:nvSpPr>
        <p:spPr bwMode="auto">
          <a:xfrm>
            <a:off x="269875" y="3136900"/>
            <a:ext cx="860425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0"/>
              </a:spcBef>
              <a:buFontTx/>
              <a:buNone/>
            </a:pPr>
            <a:r>
              <a:rPr lang="en-US" altLang="ja-JP" sz="3600" dirty="0">
                <a:latin typeface="+mj-lt"/>
                <a:ea typeface="ＭＳ ゴシック" panose="020B0609070205080204" pitchFamily="49" charset="-128"/>
              </a:rPr>
              <a:t>Thank You For Listening</a:t>
            </a:r>
          </a:p>
        </p:txBody>
      </p:sp>
    </p:spTree>
    <p:extLst>
      <p:ext uri="{BB962C8B-B14F-4D97-AF65-F5344CB8AC3E}">
        <p14:creationId xmlns:p14="http://schemas.microsoft.com/office/powerpoint/2010/main" val="32066807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1EBC84E-3B15-22A5-2500-61B47D8F454D}"/>
              </a:ext>
            </a:extLst>
          </p:cNvPr>
          <p:cNvSpPr>
            <a:spLocks noGrp="1"/>
          </p:cNvSpPr>
          <p:nvPr>
            <p:ph type="sldNum" sz="quarter" idx="12"/>
          </p:nvPr>
        </p:nvSpPr>
        <p:spPr/>
        <p:txBody>
          <a:bodyPr/>
          <a:lstStyle/>
          <a:p>
            <a:r>
              <a:rPr lang="en-US" altLang="ja-JP"/>
              <a:t>No.</a:t>
            </a:r>
            <a:fld id="{721ED71F-7F3A-4A9C-A5EC-5516A79DC590}" type="slidenum">
              <a:rPr lang="en-US" altLang="ja-JP" smtClean="0"/>
              <a:pPr/>
              <a:t>14</a:t>
            </a:fld>
            <a:endParaRPr lang="en-US" altLang="ja-JP"/>
          </a:p>
        </p:txBody>
      </p:sp>
    </p:spTree>
    <p:extLst>
      <p:ext uri="{BB962C8B-B14F-4D97-AF65-F5344CB8AC3E}">
        <p14:creationId xmlns:p14="http://schemas.microsoft.com/office/powerpoint/2010/main" val="36952746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51C67-E5D2-EEF5-B0BF-76F98A8DC380}"/>
            </a:ext>
          </a:extLst>
        </p:cNvPr>
        <p:cNvGrpSpPr/>
        <p:nvPr/>
      </p:nvGrpSpPr>
      <p:grpSpPr>
        <a:xfrm>
          <a:off x="0" y="0"/>
          <a:ext cx="0" cy="0"/>
          <a:chOff x="0" y="0"/>
          <a:chExt cx="0" cy="0"/>
        </a:xfrm>
      </p:grpSpPr>
      <p:sp>
        <p:nvSpPr>
          <p:cNvPr id="2" name="スライド番号プレースホルダ 1">
            <a:extLst>
              <a:ext uri="{FF2B5EF4-FFF2-40B4-BE49-F238E27FC236}">
                <a16:creationId xmlns:a16="http://schemas.microsoft.com/office/drawing/2014/main" id="{B677060C-BE39-E729-22C1-22C2132ED53E}"/>
              </a:ext>
            </a:extLst>
          </p:cNvPr>
          <p:cNvSpPr>
            <a:spLocks noGrp="1"/>
          </p:cNvSpPr>
          <p:nvPr>
            <p:ph type="sldNum" sz="quarter" idx="12"/>
          </p:nvPr>
        </p:nvSpPr>
        <p:spPr>
          <a:xfrm>
            <a:off x="7010400" y="152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dirty="0"/>
              <a:t>No.</a:t>
            </a:r>
            <a:fld id="{4E743043-C325-4860-B4D7-407FF6919FEB}" type="slidenum">
              <a:rPr lang="en-US" altLang="ja-JP" sz="1400"/>
              <a:pPr>
                <a:spcBef>
                  <a:spcPct val="0"/>
                </a:spcBef>
                <a:buFontTx/>
                <a:buNone/>
              </a:pPr>
              <a:t>15</a:t>
            </a:fld>
            <a:endParaRPr lang="en-US" altLang="ja-JP" sz="1400" dirty="0"/>
          </a:p>
        </p:txBody>
      </p:sp>
      <p:sp>
        <p:nvSpPr>
          <p:cNvPr id="4" name="タイトル 14">
            <a:extLst>
              <a:ext uri="{FF2B5EF4-FFF2-40B4-BE49-F238E27FC236}">
                <a16:creationId xmlns:a16="http://schemas.microsoft.com/office/drawing/2014/main" id="{0C995479-25EE-CA0C-8634-9A1AE1CF68BE}"/>
              </a:ext>
            </a:extLst>
          </p:cNvPr>
          <p:cNvSpPr txBox="1">
            <a:spLocks/>
          </p:cNvSpPr>
          <p:nvPr/>
        </p:nvSpPr>
        <p:spPr bwMode="auto">
          <a:xfrm>
            <a:off x="533400" y="76200"/>
            <a:ext cx="838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a:lstStyle>
          <a:p>
            <a:r>
              <a:rPr lang="en-US" altLang="ja-JP" sz="2800" b="1" kern="0" dirty="0">
                <a:solidFill>
                  <a:schemeClr val="tx1"/>
                </a:solidFill>
              </a:rPr>
              <a:t>Background Information </a:t>
            </a:r>
            <a:r>
              <a:rPr lang="en-US" altLang="ja-JP" sz="2000" b="1" kern="0" dirty="0">
                <a:solidFill>
                  <a:schemeClr val="tx1"/>
                </a:solidFill>
              </a:rPr>
              <a:t>Additional information</a:t>
            </a:r>
            <a:endParaRPr lang="ja-JP" altLang="en-US" sz="2000" b="1" kern="0" dirty="0">
              <a:solidFill>
                <a:schemeClr val="tx1"/>
              </a:solidFill>
            </a:endParaRPr>
          </a:p>
        </p:txBody>
      </p:sp>
      <p:sp>
        <p:nvSpPr>
          <p:cNvPr id="5" name="TextBox 4">
            <a:extLst>
              <a:ext uri="{FF2B5EF4-FFF2-40B4-BE49-F238E27FC236}">
                <a16:creationId xmlns:a16="http://schemas.microsoft.com/office/drawing/2014/main" id="{4E961818-BD2F-8070-AAFA-AC4DC712D870}"/>
              </a:ext>
            </a:extLst>
          </p:cNvPr>
          <p:cNvSpPr txBox="1"/>
          <p:nvPr/>
        </p:nvSpPr>
        <p:spPr>
          <a:xfrm>
            <a:off x="533400" y="534605"/>
            <a:ext cx="7770889" cy="954107"/>
          </a:xfrm>
          <a:prstGeom prst="rect">
            <a:avLst/>
          </a:prstGeom>
          <a:noFill/>
        </p:spPr>
        <p:txBody>
          <a:bodyPr wrap="square" rtlCol="0">
            <a:spAutoFit/>
          </a:bodyPr>
          <a:lstStyle/>
          <a:p>
            <a:r>
              <a:rPr lang="en-US" dirty="0"/>
              <a:t>Carbon Fiber Reinforced Thermoplastic (CFRTP)</a:t>
            </a:r>
          </a:p>
        </p:txBody>
      </p:sp>
      <p:pic>
        <p:nvPicPr>
          <p:cNvPr id="6" name="Picture 5">
            <a:extLst>
              <a:ext uri="{FF2B5EF4-FFF2-40B4-BE49-F238E27FC236}">
                <a16:creationId xmlns:a16="http://schemas.microsoft.com/office/drawing/2014/main" id="{193B747C-8865-9635-102B-4C7882A41A1C}"/>
              </a:ext>
            </a:extLst>
          </p:cNvPr>
          <p:cNvPicPr>
            <a:picLocks noChangeAspect="1"/>
          </p:cNvPicPr>
          <p:nvPr/>
        </p:nvPicPr>
        <p:blipFill>
          <a:blip r:embed="rId3">
            <a:extLst>
              <a:ext uri="{28A0092B-C50C-407E-A947-70E740481C1C}">
                <a14:useLocalDpi xmlns:a14="http://schemas.microsoft.com/office/drawing/2010/main" val="0"/>
              </a:ext>
            </a:extLst>
          </a:blip>
          <a:srcRect l="2466" r="2466"/>
          <a:stretch>
            <a:fillRect/>
          </a:stretch>
        </p:blipFill>
        <p:spPr>
          <a:xfrm>
            <a:off x="5247872" y="3429000"/>
            <a:ext cx="3525056" cy="2620252"/>
          </a:xfrm>
          <a:prstGeom prst="rect">
            <a:avLst/>
          </a:prstGeom>
        </p:spPr>
      </p:pic>
      <p:pic>
        <p:nvPicPr>
          <p:cNvPr id="8" name="Picture 7">
            <a:extLst>
              <a:ext uri="{FF2B5EF4-FFF2-40B4-BE49-F238E27FC236}">
                <a16:creationId xmlns:a16="http://schemas.microsoft.com/office/drawing/2014/main" id="{C1F614B7-74A3-9308-392D-5E44DF9E4BE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50220" y="1321573"/>
            <a:ext cx="3525055" cy="1982843"/>
          </a:xfrm>
          <a:prstGeom prst="rect">
            <a:avLst/>
          </a:prstGeom>
        </p:spPr>
      </p:pic>
      <p:pic>
        <p:nvPicPr>
          <p:cNvPr id="12" name="Picture 11">
            <a:extLst>
              <a:ext uri="{FF2B5EF4-FFF2-40B4-BE49-F238E27FC236}">
                <a16:creationId xmlns:a16="http://schemas.microsoft.com/office/drawing/2014/main" id="{7EBAAF02-C605-1CF9-2016-4A09460A9AC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4566" y="3400400"/>
            <a:ext cx="3529584" cy="2647188"/>
          </a:xfrm>
          <a:prstGeom prst="rect">
            <a:avLst/>
          </a:prstGeom>
        </p:spPr>
      </p:pic>
      <p:sp>
        <p:nvSpPr>
          <p:cNvPr id="3" name="TextBox 2">
            <a:extLst>
              <a:ext uri="{FF2B5EF4-FFF2-40B4-BE49-F238E27FC236}">
                <a16:creationId xmlns:a16="http://schemas.microsoft.com/office/drawing/2014/main" id="{EE3D0ADF-3804-804D-0200-9389B2D5A18C}"/>
              </a:ext>
            </a:extLst>
          </p:cNvPr>
          <p:cNvSpPr txBox="1"/>
          <p:nvPr/>
        </p:nvSpPr>
        <p:spPr>
          <a:xfrm>
            <a:off x="832859" y="2845212"/>
            <a:ext cx="7770889" cy="523220"/>
          </a:xfrm>
          <a:prstGeom prst="rect">
            <a:avLst/>
          </a:prstGeom>
          <a:noFill/>
        </p:spPr>
        <p:txBody>
          <a:bodyPr wrap="square" rtlCol="0">
            <a:spAutoFit/>
          </a:bodyPr>
          <a:lstStyle/>
          <a:p>
            <a:pPr algn="ctr"/>
            <a:r>
              <a:rPr lang="en-US" dirty="0"/>
              <a:t>Lamborghini Aventador CFTP parts</a:t>
            </a:r>
          </a:p>
        </p:txBody>
      </p:sp>
    </p:spTree>
    <p:extLst>
      <p:ext uri="{BB962C8B-B14F-4D97-AF65-F5344CB8AC3E}">
        <p14:creationId xmlns:p14="http://schemas.microsoft.com/office/powerpoint/2010/main" val="9491199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F13A2E-C6FF-522B-833D-DB455F1AA32D}"/>
              </a:ext>
            </a:extLst>
          </p:cNvPr>
          <p:cNvSpPr>
            <a:spLocks noGrp="1"/>
          </p:cNvSpPr>
          <p:nvPr>
            <p:ph type="sldNum" sz="quarter" idx="12"/>
          </p:nvPr>
        </p:nvSpPr>
        <p:spPr/>
        <p:txBody>
          <a:bodyPr/>
          <a:lstStyle/>
          <a:p>
            <a:r>
              <a:rPr lang="en-US" altLang="ja-JP"/>
              <a:t>No.</a:t>
            </a:r>
            <a:fld id="{721ED71F-7F3A-4A9C-A5EC-5516A79DC590}" type="slidenum">
              <a:rPr lang="en-US" altLang="ja-JP" smtClean="0"/>
              <a:pPr/>
              <a:t>16</a:t>
            </a:fld>
            <a:endParaRPr lang="en-US" altLang="ja-JP"/>
          </a:p>
        </p:txBody>
      </p:sp>
      <p:sp>
        <p:nvSpPr>
          <p:cNvPr id="3" name="TextBox 2">
            <a:extLst>
              <a:ext uri="{FF2B5EF4-FFF2-40B4-BE49-F238E27FC236}">
                <a16:creationId xmlns:a16="http://schemas.microsoft.com/office/drawing/2014/main" id="{1E8F7B97-0873-2154-E95C-A6713EB28C1E}"/>
              </a:ext>
            </a:extLst>
          </p:cNvPr>
          <p:cNvSpPr txBox="1"/>
          <p:nvPr/>
        </p:nvSpPr>
        <p:spPr>
          <a:xfrm>
            <a:off x="1619672" y="1196752"/>
            <a:ext cx="4752528" cy="1384995"/>
          </a:xfrm>
          <a:prstGeom prst="rect">
            <a:avLst/>
          </a:prstGeom>
          <a:noFill/>
        </p:spPr>
        <p:txBody>
          <a:bodyPr wrap="square" rtlCol="0">
            <a:spAutoFit/>
          </a:bodyPr>
          <a:lstStyle/>
          <a:p>
            <a:r>
              <a:rPr lang="en-US" dirty="0"/>
              <a:t>Add python code here </a:t>
            </a:r>
          </a:p>
          <a:p>
            <a:r>
              <a:rPr lang="en-US" dirty="0"/>
              <a:t>Add any other figures needed. </a:t>
            </a:r>
          </a:p>
        </p:txBody>
      </p:sp>
    </p:spTree>
    <p:extLst>
      <p:ext uri="{BB962C8B-B14F-4D97-AF65-F5344CB8AC3E}">
        <p14:creationId xmlns:p14="http://schemas.microsoft.com/office/powerpoint/2010/main" val="14086074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6" name="スライド番号プレースホルダ 1">
            <a:extLst>
              <a:ext uri="{FF2B5EF4-FFF2-40B4-BE49-F238E27FC236}">
                <a16:creationId xmlns:a16="http://schemas.microsoft.com/office/drawing/2014/main" id="{54910A90-6E38-5A16-382C-703A5770C41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B4D4E5B7-BC8A-44B7-955E-066872D32A90}" type="slidenum">
              <a:rPr lang="en-US" altLang="ja-JP" sz="1400"/>
              <a:pPr>
                <a:spcBef>
                  <a:spcPct val="0"/>
                </a:spcBef>
                <a:buFontTx/>
                <a:buNone/>
              </a:pPr>
              <a:t>17</a:t>
            </a:fld>
            <a:endParaRPr lang="en-US" altLang="ja-JP" sz="1400"/>
          </a:p>
        </p:txBody>
      </p:sp>
      <p:sp>
        <p:nvSpPr>
          <p:cNvPr id="12297" name="タイトル 12">
            <a:extLst>
              <a:ext uri="{FF2B5EF4-FFF2-40B4-BE49-F238E27FC236}">
                <a16:creationId xmlns:a16="http://schemas.microsoft.com/office/drawing/2014/main" id="{82570938-AC8A-88F3-FC75-AF81A3D3A700}"/>
              </a:ext>
            </a:extLst>
          </p:cNvPr>
          <p:cNvSpPr>
            <a:spLocks noGrp="1"/>
          </p:cNvSpPr>
          <p:nvPr>
            <p:ph type="title" idx="4294967295"/>
          </p:nvPr>
        </p:nvSpPr>
        <p:spPr/>
        <p:txBody>
          <a:bodyPr/>
          <a:lstStyle/>
          <a:p>
            <a:r>
              <a:rPr lang="en-US" altLang="ja-JP" sz="2800" b="1" dirty="0">
                <a:solidFill>
                  <a:schemeClr val="tx1"/>
                </a:solidFill>
              </a:rPr>
              <a:t>Research Progress </a:t>
            </a:r>
            <a:r>
              <a:rPr lang="en-US" altLang="ja-JP" sz="2000" b="1" dirty="0">
                <a:solidFill>
                  <a:schemeClr val="tx1"/>
                </a:solidFill>
              </a:rPr>
              <a:t>Experimental equipment</a:t>
            </a:r>
            <a:endParaRPr lang="ja-JP" altLang="en-US" sz="2000" b="1" dirty="0">
              <a:solidFill>
                <a:schemeClr val="tx1"/>
              </a:solidFill>
            </a:endParaRPr>
          </a:p>
        </p:txBody>
      </p:sp>
      <p:pic>
        <p:nvPicPr>
          <p:cNvPr id="8" name="Picture 7">
            <a:extLst>
              <a:ext uri="{FF2B5EF4-FFF2-40B4-BE49-F238E27FC236}">
                <a16:creationId xmlns:a16="http://schemas.microsoft.com/office/drawing/2014/main" id="{4FBD2BE1-DCEF-70CD-A6C9-A0E6D8F43FFD}"/>
              </a:ext>
            </a:extLst>
          </p:cNvPr>
          <p:cNvPicPr>
            <a:picLocks noChangeAspect="1"/>
          </p:cNvPicPr>
          <p:nvPr/>
        </p:nvPicPr>
        <p:blipFill>
          <a:blip r:embed="rId3"/>
          <a:stretch>
            <a:fillRect/>
          </a:stretch>
        </p:blipFill>
        <p:spPr>
          <a:xfrm>
            <a:off x="624176" y="4439487"/>
            <a:ext cx="2720234" cy="1642718"/>
          </a:xfrm>
          <a:prstGeom prst="rect">
            <a:avLst/>
          </a:prstGeom>
        </p:spPr>
      </p:pic>
      <p:graphicFrame>
        <p:nvGraphicFramePr>
          <p:cNvPr id="10" name="Table 9">
            <a:extLst>
              <a:ext uri="{FF2B5EF4-FFF2-40B4-BE49-F238E27FC236}">
                <a16:creationId xmlns:a16="http://schemas.microsoft.com/office/drawing/2014/main" id="{123FB5E5-2BAC-640B-B4F8-964896B25106}"/>
              </a:ext>
            </a:extLst>
          </p:cNvPr>
          <p:cNvGraphicFramePr>
            <a:graphicFrameLocks noGrp="1"/>
          </p:cNvGraphicFramePr>
          <p:nvPr>
            <p:extLst>
              <p:ext uri="{D42A27DB-BD31-4B8C-83A1-F6EECF244321}">
                <p14:modId xmlns:p14="http://schemas.microsoft.com/office/powerpoint/2010/main" val="4263933647"/>
              </p:ext>
            </p:extLst>
          </p:nvPr>
        </p:nvGraphicFramePr>
        <p:xfrm>
          <a:off x="533400" y="1412776"/>
          <a:ext cx="2775250" cy="2926080"/>
        </p:xfrm>
        <a:graphic>
          <a:graphicData uri="http://schemas.openxmlformats.org/drawingml/2006/table">
            <a:tbl>
              <a:tblPr firstRow="1" bandRow="1">
                <a:tableStyleId>{21E4AEA4-8DFA-4A89-87EB-49C32662AFE0}</a:tableStyleId>
              </a:tblPr>
              <a:tblGrid>
                <a:gridCol w="1387625">
                  <a:extLst>
                    <a:ext uri="{9D8B030D-6E8A-4147-A177-3AD203B41FA5}">
                      <a16:colId xmlns:a16="http://schemas.microsoft.com/office/drawing/2014/main" val="823402866"/>
                    </a:ext>
                  </a:extLst>
                </a:gridCol>
                <a:gridCol w="1387625">
                  <a:extLst>
                    <a:ext uri="{9D8B030D-6E8A-4147-A177-3AD203B41FA5}">
                      <a16:colId xmlns:a16="http://schemas.microsoft.com/office/drawing/2014/main" val="1879517456"/>
                    </a:ext>
                  </a:extLst>
                </a:gridCol>
              </a:tblGrid>
              <a:tr h="0">
                <a:tc gridSpan="2">
                  <a:txBody>
                    <a:bodyPr/>
                    <a:lstStyle/>
                    <a:p>
                      <a:r>
                        <a:rPr lang="en-US" dirty="0">
                          <a:solidFill>
                            <a:schemeClr val="tx1"/>
                          </a:solidFill>
                        </a:rPr>
                        <a:t>Mega Micro type S Chuck</a:t>
                      </a:r>
                    </a:p>
                  </a:txBody>
                  <a:tcPr>
                    <a:solidFill>
                      <a:schemeClr val="accent6">
                        <a:lumMod val="60000"/>
                        <a:lumOff val="40000"/>
                      </a:schemeClr>
                    </a:solidFill>
                  </a:tcPr>
                </a:tc>
                <a:tc hMerge="1">
                  <a:txBody>
                    <a:bodyPr/>
                    <a:lstStyle/>
                    <a:p>
                      <a:endParaRPr lang="en-US" dirty="0">
                        <a:solidFill>
                          <a:schemeClr val="tx1"/>
                        </a:solidFill>
                      </a:endParaRPr>
                    </a:p>
                  </a:txBody>
                  <a:tcPr>
                    <a:solidFill>
                      <a:schemeClr val="accent6">
                        <a:lumMod val="60000"/>
                        <a:lumOff val="40000"/>
                      </a:schemeClr>
                    </a:solidFill>
                  </a:tcPr>
                </a:tc>
                <a:extLst>
                  <a:ext uri="{0D108BD9-81ED-4DB2-BD59-A6C34878D82A}">
                    <a16:rowId xmlns:a16="http://schemas.microsoft.com/office/drawing/2014/main" val="2996438077"/>
                  </a:ext>
                </a:extLst>
              </a:tr>
              <a:tr h="2761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dirty="0" err="1">
                          <a:solidFill>
                            <a:schemeClr val="tx1"/>
                          </a:solidFill>
                          <a:effectLst/>
                        </a:rPr>
                        <a:t>Ød</a:t>
                      </a:r>
                      <a:r>
                        <a:rPr kumimoji="1" lang="en-US" sz="1800" b="1" kern="1200" dirty="0">
                          <a:solidFill>
                            <a:schemeClr val="tx1"/>
                          </a:solidFill>
                          <a:effectLst/>
                        </a:rPr>
                        <a:t> :</a:t>
                      </a:r>
                      <a:endParaRPr lang="en-US"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0" kern="1200" dirty="0">
                          <a:solidFill>
                            <a:schemeClr val="tx1"/>
                          </a:solidFill>
                          <a:effectLst/>
                        </a:rPr>
                        <a:t>0.45 - 6.05</a:t>
                      </a:r>
                      <a:endParaRPr lang="en-US" dirty="0">
                        <a:solidFill>
                          <a:schemeClr val="tx1"/>
                        </a:solidFill>
                      </a:endParaRPr>
                    </a:p>
                  </a:txBody>
                  <a:tcPr/>
                </a:tc>
                <a:extLst>
                  <a:ext uri="{0D108BD9-81ED-4DB2-BD59-A6C34878D82A}">
                    <a16:rowId xmlns:a16="http://schemas.microsoft.com/office/drawing/2014/main" val="346323941"/>
                  </a:ext>
                </a:extLst>
              </a:tr>
              <a:tr h="2761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dirty="0">
                          <a:solidFill>
                            <a:schemeClr val="tx1"/>
                          </a:solidFill>
                          <a:effectLst/>
                        </a:rPr>
                        <a:t>ØD:</a:t>
                      </a:r>
                      <a:endParaRPr lang="en-US"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0" kern="1200" dirty="0">
                          <a:solidFill>
                            <a:schemeClr val="tx1"/>
                          </a:solidFill>
                          <a:effectLst/>
                        </a:rPr>
                        <a:t>14 mm</a:t>
                      </a:r>
                      <a:endParaRPr lang="en-US" dirty="0">
                        <a:solidFill>
                          <a:schemeClr val="tx1"/>
                        </a:solidFill>
                      </a:endParaRPr>
                    </a:p>
                  </a:txBody>
                  <a:tcPr/>
                </a:tc>
                <a:extLst>
                  <a:ext uri="{0D108BD9-81ED-4DB2-BD59-A6C34878D82A}">
                    <a16:rowId xmlns:a16="http://schemas.microsoft.com/office/drawing/2014/main" val="365080573"/>
                  </a:ext>
                </a:extLst>
              </a:tr>
              <a:tr h="2761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dirty="0">
                          <a:solidFill>
                            <a:schemeClr val="tx1"/>
                          </a:solidFill>
                          <a:effectLst/>
                        </a:rPr>
                        <a:t>L:</a:t>
                      </a:r>
                      <a:endParaRPr lang="en-US"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45</a:t>
                      </a:r>
                    </a:p>
                  </a:txBody>
                  <a:tcPr/>
                </a:tc>
                <a:extLst>
                  <a:ext uri="{0D108BD9-81ED-4DB2-BD59-A6C34878D82A}">
                    <a16:rowId xmlns:a16="http://schemas.microsoft.com/office/drawing/2014/main" val="1204545980"/>
                  </a:ext>
                </a:extLst>
              </a:tr>
              <a:tr h="2761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L1: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32</a:t>
                      </a:r>
                    </a:p>
                  </a:txBody>
                  <a:tcPr/>
                </a:tc>
                <a:extLst>
                  <a:ext uri="{0D108BD9-81ED-4DB2-BD59-A6C34878D82A}">
                    <a16:rowId xmlns:a16="http://schemas.microsoft.com/office/drawing/2014/main" val="885898774"/>
                  </a:ext>
                </a:extLst>
              </a:tr>
              <a:tr h="276155">
                <a:tc>
                  <a:txBody>
                    <a:bodyPr/>
                    <a:lstStyle/>
                    <a:p>
                      <a:r>
                        <a:rPr lang="en-US" dirty="0">
                          <a:solidFill>
                            <a:schemeClr val="tx1"/>
                          </a:solidFill>
                        </a:rPr>
                        <a:t>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t>
                      </a:r>
                    </a:p>
                  </a:txBody>
                  <a:tcPr/>
                </a:tc>
                <a:extLst>
                  <a:ext uri="{0D108BD9-81ED-4DB2-BD59-A6C34878D82A}">
                    <a16:rowId xmlns:a16="http://schemas.microsoft.com/office/drawing/2014/main" val="3204531538"/>
                  </a:ext>
                </a:extLst>
              </a:tr>
              <a:tr h="2761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H1:</a:t>
                      </a:r>
                    </a:p>
                  </a:txBody>
                  <a:tcPr/>
                </a:tc>
                <a:tc>
                  <a:txBody>
                    <a:bodyPr/>
                    <a:lstStyle/>
                    <a:p>
                      <a:r>
                        <a:rPr lang="en-US" dirty="0">
                          <a:solidFill>
                            <a:schemeClr val="tx1"/>
                          </a:solidFill>
                        </a:rPr>
                        <a:t>28</a:t>
                      </a:r>
                    </a:p>
                  </a:txBody>
                  <a:tcPr/>
                </a:tc>
                <a:extLst>
                  <a:ext uri="{0D108BD9-81ED-4DB2-BD59-A6C34878D82A}">
                    <a16:rowId xmlns:a16="http://schemas.microsoft.com/office/drawing/2014/main" val="2940024698"/>
                  </a:ext>
                </a:extLst>
              </a:tr>
              <a:tr h="276155">
                <a:tc>
                  <a:txBody>
                    <a:bodyPr/>
                    <a:lstStyle/>
                    <a:p>
                      <a:r>
                        <a:rPr lang="en-US" dirty="0">
                          <a:solidFill>
                            <a:schemeClr val="tx1"/>
                          </a:solidFill>
                        </a:rPr>
                        <a:t>H2:</a:t>
                      </a:r>
                    </a:p>
                  </a:txBody>
                  <a:tcPr/>
                </a:tc>
                <a:tc>
                  <a:txBody>
                    <a:bodyPr/>
                    <a:lstStyle/>
                    <a:p>
                      <a:r>
                        <a:rPr lang="en-US" dirty="0">
                          <a:solidFill>
                            <a:schemeClr val="tx1"/>
                          </a:solidFill>
                        </a:rPr>
                        <a:t>31</a:t>
                      </a:r>
                    </a:p>
                  </a:txBody>
                  <a:tcPr/>
                </a:tc>
                <a:extLst>
                  <a:ext uri="{0D108BD9-81ED-4DB2-BD59-A6C34878D82A}">
                    <a16:rowId xmlns:a16="http://schemas.microsoft.com/office/drawing/2014/main" val="1714293132"/>
                  </a:ext>
                </a:extLst>
              </a:tr>
            </a:tbl>
          </a:graphicData>
        </a:graphic>
      </p:graphicFrame>
      <p:pic>
        <p:nvPicPr>
          <p:cNvPr id="4" name="Picture 3" descr="A white square on a blue background&#10;&#10;AI-generated content may be incorrect.">
            <a:extLst>
              <a:ext uri="{FF2B5EF4-FFF2-40B4-BE49-F238E27FC236}">
                <a16:creationId xmlns:a16="http://schemas.microsoft.com/office/drawing/2014/main" id="{53885899-99B7-C928-D382-79990E890F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83968" y="1459632"/>
            <a:ext cx="3960440" cy="396044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2CCE36-7F72-4AAE-2CA3-4B943F42DB4B}"/>
              </a:ext>
            </a:extLst>
          </p:cNvPr>
          <p:cNvSpPr>
            <a:spLocks noGrp="1"/>
          </p:cNvSpPr>
          <p:nvPr>
            <p:ph type="sldNum" sz="quarter" idx="12"/>
          </p:nvPr>
        </p:nvSpPr>
        <p:spPr/>
        <p:txBody>
          <a:bodyPr/>
          <a:lstStyle/>
          <a:p>
            <a:r>
              <a:rPr lang="en-US" altLang="ja-JP"/>
              <a:t>No.</a:t>
            </a:r>
            <a:fld id="{721ED71F-7F3A-4A9C-A5EC-5516A79DC590}" type="slidenum">
              <a:rPr lang="en-US" altLang="ja-JP" smtClean="0"/>
              <a:pPr/>
              <a:t>18</a:t>
            </a:fld>
            <a:endParaRPr lang="en-US" altLang="ja-JP"/>
          </a:p>
        </p:txBody>
      </p:sp>
      <p:sp>
        <p:nvSpPr>
          <p:cNvPr id="6" name="TextBox 5">
            <a:extLst>
              <a:ext uri="{FF2B5EF4-FFF2-40B4-BE49-F238E27FC236}">
                <a16:creationId xmlns:a16="http://schemas.microsoft.com/office/drawing/2014/main" id="{6AD838C1-9D54-BE55-E857-1791B2B2DF01}"/>
              </a:ext>
            </a:extLst>
          </p:cNvPr>
          <p:cNvSpPr txBox="1"/>
          <p:nvPr/>
        </p:nvSpPr>
        <p:spPr>
          <a:xfrm>
            <a:off x="107504" y="1536174"/>
            <a:ext cx="8807896" cy="3785652"/>
          </a:xfrm>
          <a:prstGeom prst="rect">
            <a:avLst/>
          </a:prstGeom>
          <a:noFill/>
        </p:spPr>
        <p:txBody>
          <a:bodyPr wrap="square" rtlCol="0">
            <a:spAutoFit/>
          </a:bodyPr>
          <a:lstStyle/>
          <a:p>
            <a:pPr marL="342900" indent="-342900">
              <a:buFont typeface="Arial" panose="020B0604020202020204" pitchFamily="34" charset="0"/>
              <a:buChar char="•"/>
            </a:pPr>
            <a:r>
              <a:rPr lang="en-US" sz="1500" dirty="0"/>
              <a:t>Suboptimal Paths: The method uses a greedy nearest-neighbor heuristic, which often produces suboptimal paths. For TSP, this can result in significantly longer total path lengths compared to optimal or near-optimal solutions, increasing machining time and energy use in incremental forming.</a:t>
            </a:r>
          </a:p>
          <a:p>
            <a:pPr marL="342900" indent="-342900">
              <a:buFont typeface="Arial" panose="020B0604020202020204" pitchFamily="34" charset="0"/>
              <a:buChar char="•"/>
            </a:pPr>
            <a:r>
              <a:rPr lang="en-US" sz="1500" dirty="0"/>
              <a:t>Lack of Optimization: It doesn’t consider global optimization techniques (e.g., dynamic programming, branch-and-bound, or metaheuristics like simulated annealing), which TSP libraries employ to find better solutions. </a:t>
            </a:r>
          </a:p>
          <a:p>
            <a:pPr marL="342900" indent="-342900">
              <a:buFont typeface="Arial" panose="020B0604020202020204" pitchFamily="34" charset="0"/>
              <a:buChar char="•"/>
            </a:pPr>
            <a:r>
              <a:rPr lang="en-US" sz="1500" dirty="0"/>
              <a:t>Code Complexity and Maintenance: The code is complex, with manual handling of arrays, loops, and file I/O (e.g., saving and loading layer.csv). This increases the risk of bugs and makes it harder to maintain or extend compared to a library’s streamlined API. </a:t>
            </a:r>
          </a:p>
          <a:p>
            <a:pPr marL="342900" indent="-342900">
              <a:buFont typeface="Arial" panose="020B0604020202020204" pitchFamily="34" charset="0"/>
              <a:buChar char="•"/>
            </a:pPr>
            <a:r>
              <a:rPr lang="en-US" sz="1500" dirty="0"/>
              <a:t>Scalability Issues: For large point clouds (common in incremental forming), the iterative distance calculations and array manipulations (e.g., </a:t>
            </a:r>
            <a:r>
              <a:rPr lang="en-US" sz="1500" dirty="0" err="1"/>
              <a:t>np.linalg.norm</a:t>
            </a:r>
            <a:r>
              <a:rPr lang="en-US" sz="1500" dirty="0"/>
              <a:t>, </a:t>
            </a:r>
            <a:r>
              <a:rPr lang="en-US" sz="1500" dirty="0" err="1"/>
              <a:t>np.delete</a:t>
            </a:r>
            <a:r>
              <a:rPr lang="en-US" sz="1500" dirty="0"/>
              <a:t>) are computationally inefficient, leading to slow performance. </a:t>
            </a:r>
          </a:p>
          <a:p>
            <a:pPr marL="342900" indent="-342900">
              <a:buFont typeface="Arial" panose="020B0604020202020204" pitchFamily="34" charset="0"/>
              <a:buChar char="•"/>
            </a:pPr>
            <a:r>
              <a:rPr lang="en-US" sz="1500" dirty="0"/>
              <a:t>Limited Flexibility: The method is tailored to a specific point cloud structure and doesn’t easily adapt to variations like weighted graphs, constraints (e.g., toolpath continuity), or alternative distance metrics.</a:t>
            </a:r>
          </a:p>
        </p:txBody>
      </p:sp>
      <p:sp>
        <p:nvSpPr>
          <p:cNvPr id="3" name="タイトル 12">
            <a:extLst>
              <a:ext uri="{FF2B5EF4-FFF2-40B4-BE49-F238E27FC236}">
                <a16:creationId xmlns:a16="http://schemas.microsoft.com/office/drawing/2014/main" id="{8D385EE8-5C70-2911-6E3B-2DD00F247D87}"/>
              </a:ext>
            </a:extLst>
          </p:cNvPr>
          <p:cNvSpPr txBox="1">
            <a:spLocks/>
          </p:cNvSpPr>
          <p:nvPr/>
        </p:nvSpPr>
        <p:spPr bwMode="auto">
          <a:xfrm>
            <a:off x="533400" y="76200"/>
            <a:ext cx="838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a:lstStyle>
          <a:p>
            <a:r>
              <a:rPr lang="en-US" altLang="ja-JP" sz="2800" b="1" kern="0" dirty="0">
                <a:solidFill>
                  <a:schemeClr val="tx1"/>
                </a:solidFill>
              </a:rPr>
              <a:t>Issues with previous research CAM system</a:t>
            </a:r>
            <a:endParaRPr lang="ja-JP" altLang="en-US" sz="2000" b="1" kern="0" dirty="0">
              <a:solidFill>
                <a:schemeClr val="tx1"/>
              </a:solidFill>
            </a:endParaRPr>
          </a:p>
        </p:txBody>
      </p:sp>
    </p:spTree>
    <p:extLst>
      <p:ext uri="{BB962C8B-B14F-4D97-AF65-F5344CB8AC3E}">
        <p14:creationId xmlns:p14="http://schemas.microsoft.com/office/powerpoint/2010/main" val="16553463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7" name="タイトル 14">
            <a:extLst>
              <a:ext uri="{FF2B5EF4-FFF2-40B4-BE49-F238E27FC236}">
                <a16:creationId xmlns:a16="http://schemas.microsoft.com/office/drawing/2014/main" id="{697738B7-B5FA-92B7-7DD3-9DC14DC18D54}"/>
              </a:ext>
            </a:extLst>
          </p:cNvPr>
          <p:cNvSpPr>
            <a:spLocks noGrp="1"/>
          </p:cNvSpPr>
          <p:nvPr>
            <p:ph type="title" idx="4294967295"/>
          </p:nvPr>
        </p:nvSpPr>
        <p:spPr/>
        <p:txBody>
          <a:bodyPr/>
          <a:lstStyle/>
          <a:p>
            <a:r>
              <a:rPr lang="en-US" altLang="ja-JP" sz="2800" b="1" dirty="0">
                <a:solidFill>
                  <a:schemeClr val="tx1"/>
                </a:solidFill>
              </a:rPr>
              <a:t>Background Information</a:t>
            </a:r>
            <a:endParaRPr lang="ja-JP" altLang="en-US" sz="2800" b="1" dirty="0">
              <a:solidFill>
                <a:schemeClr val="tx1"/>
              </a:solidFill>
            </a:endParaRPr>
          </a:p>
        </p:txBody>
      </p:sp>
      <p:sp>
        <p:nvSpPr>
          <p:cNvPr id="2" name="スライド番号プレースホルダ 1">
            <a:extLst>
              <a:ext uri="{FF2B5EF4-FFF2-40B4-BE49-F238E27FC236}">
                <a16:creationId xmlns:a16="http://schemas.microsoft.com/office/drawing/2014/main" id="{0AD39C3C-D467-BDD9-0D52-C2889D88E3C7}"/>
              </a:ext>
            </a:extLst>
          </p:cNvPr>
          <p:cNvSpPr>
            <a:spLocks noGrp="1"/>
          </p:cNvSpPr>
          <p:nvPr>
            <p:ph type="sldNum" sz="quarter" idx="12"/>
          </p:nvPr>
        </p:nvSpPr>
        <p:spPr>
          <a:xfrm>
            <a:off x="7010400" y="152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dirty="0"/>
              <a:t>No.</a:t>
            </a:r>
            <a:fld id="{4E743043-C325-4860-B4D7-407FF6919FEB}" type="slidenum">
              <a:rPr lang="en-US" altLang="ja-JP" sz="1400"/>
              <a:pPr>
                <a:spcBef>
                  <a:spcPct val="0"/>
                </a:spcBef>
                <a:buFontTx/>
                <a:buNone/>
              </a:pPr>
              <a:t>19</a:t>
            </a:fld>
            <a:endParaRPr lang="en-US" altLang="ja-JP" sz="1400" dirty="0"/>
          </a:p>
        </p:txBody>
      </p:sp>
      <p:sp>
        <p:nvSpPr>
          <p:cNvPr id="9" name="TextBox 8">
            <a:extLst>
              <a:ext uri="{FF2B5EF4-FFF2-40B4-BE49-F238E27FC236}">
                <a16:creationId xmlns:a16="http://schemas.microsoft.com/office/drawing/2014/main" id="{02777AF6-5F16-A6AC-CE44-B1B0A468AC41}"/>
              </a:ext>
            </a:extLst>
          </p:cNvPr>
          <p:cNvSpPr txBox="1"/>
          <p:nvPr/>
        </p:nvSpPr>
        <p:spPr>
          <a:xfrm>
            <a:off x="533400" y="609600"/>
            <a:ext cx="10077620" cy="1384995"/>
          </a:xfrm>
          <a:prstGeom prst="rect">
            <a:avLst/>
          </a:prstGeom>
          <a:noFill/>
        </p:spPr>
        <p:txBody>
          <a:bodyPr wrap="square" rtlCol="0">
            <a:spAutoFit/>
          </a:bodyPr>
          <a:lstStyle/>
          <a:p>
            <a:r>
              <a:rPr lang="en-US" dirty="0"/>
              <a:t>What is CAD and CAM</a:t>
            </a:r>
          </a:p>
          <a:p>
            <a:pPr marL="457200" indent="-457200">
              <a:buFont typeface="Arial" panose="020B0604020202020204" pitchFamily="34" charset="0"/>
              <a:buChar char="•"/>
            </a:pPr>
            <a:r>
              <a:rPr lang="en-US" dirty="0"/>
              <a:t>CAD (Computer Aided Design)</a:t>
            </a:r>
          </a:p>
          <a:p>
            <a:pPr marL="457200" indent="-457200">
              <a:buFont typeface="Arial" panose="020B0604020202020204" pitchFamily="34" charset="0"/>
              <a:buChar char="•"/>
            </a:pPr>
            <a:r>
              <a:rPr lang="en-US" dirty="0"/>
              <a:t>CAM (Computer Aided Machining)</a:t>
            </a:r>
          </a:p>
        </p:txBody>
      </p:sp>
      <p:sp>
        <p:nvSpPr>
          <p:cNvPr id="15" name="TextBox 14">
            <a:extLst>
              <a:ext uri="{FF2B5EF4-FFF2-40B4-BE49-F238E27FC236}">
                <a16:creationId xmlns:a16="http://schemas.microsoft.com/office/drawing/2014/main" id="{92213F08-713F-4A8B-BCA8-589E90E756F4}"/>
              </a:ext>
            </a:extLst>
          </p:cNvPr>
          <p:cNvSpPr txBox="1"/>
          <p:nvPr/>
        </p:nvSpPr>
        <p:spPr>
          <a:xfrm>
            <a:off x="886338" y="5293496"/>
            <a:ext cx="3672408" cy="523220"/>
          </a:xfrm>
          <a:prstGeom prst="rect">
            <a:avLst/>
          </a:prstGeom>
          <a:noFill/>
        </p:spPr>
        <p:txBody>
          <a:bodyPr wrap="square" rtlCol="0">
            <a:spAutoFit/>
          </a:bodyPr>
          <a:lstStyle/>
          <a:p>
            <a:pPr algn="ctr"/>
            <a:r>
              <a:rPr lang="en-US" dirty="0"/>
              <a:t>CAD</a:t>
            </a:r>
          </a:p>
        </p:txBody>
      </p:sp>
      <p:sp>
        <p:nvSpPr>
          <p:cNvPr id="16" name="TextBox 15">
            <a:extLst>
              <a:ext uri="{FF2B5EF4-FFF2-40B4-BE49-F238E27FC236}">
                <a16:creationId xmlns:a16="http://schemas.microsoft.com/office/drawing/2014/main" id="{6D650C02-243E-DEBA-AB1C-7A24D596566E}"/>
              </a:ext>
            </a:extLst>
          </p:cNvPr>
          <p:cNvSpPr txBox="1"/>
          <p:nvPr/>
        </p:nvSpPr>
        <p:spPr>
          <a:xfrm>
            <a:off x="5449774" y="5306911"/>
            <a:ext cx="3672408" cy="523220"/>
          </a:xfrm>
          <a:prstGeom prst="rect">
            <a:avLst/>
          </a:prstGeom>
          <a:noFill/>
        </p:spPr>
        <p:txBody>
          <a:bodyPr wrap="square" rtlCol="0">
            <a:spAutoFit/>
          </a:bodyPr>
          <a:lstStyle/>
          <a:p>
            <a:pPr algn="ctr"/>
            <a:r>
              <a:rPr lang="en-US" dirty="0"/>
              <a:t>CAM</a:t>
            </a:r>
          </a:p>
        </p:txBody>
      </p:sp>
      <p:pic>
        <p:nvPicPr>
          <p:cNvPr id="4" name="Picture 3" descr="A close up of a logo&#10;&#10;AI-generated content may be incorrect.">
            <a:extLst>
              <a:ext uri="{FF2B5EF4-FFF2-40B4-BE49-F238E27FC236}">
                <a16:creationId xmlns:a16="http://schemas.microsoft.com/office/drawing/2014/main" id="{1C1CA815-F7AB-030A-3F97-0B32F31AC2CD}"/>
              </a:ext>
            </a:extLst>
          </p:cNvPr>
          <p:cNvPicPr>
            <a:picLocks noChangeAspect="1"/>
          </p:cNvPicPr>
          <p:nvPr/>
        </p:nvPicPr>
        <p:blipFill>
          <a:blip r:embed="rId3">
            <a:extLst>
              <a:ext uri="{28A0092B-C50C-407E-A947-70E740481C1C}">
                <a14:useLocalDpi xmlns:a14="http://schemas.microsoft.com/office/drawing/2010/main" val="0"/>
              </a:ext>
            </a:extLst>
          </a:blip>
          <a:srcRect r="4251"/>
          <a:stretch>
            <a:fillRect/>
          </a:stretch>
        </p:blipFill>
        <p:spPr>
          <a:xfrm>
            <a:off x="561088" y="3164677"/>
            <a:ext cx="4322907" cy="1514475"/>
          </a:xfrm>
          <a:prstGeom prst="rect">
            <a:avLst/>
          </a:prstGeom>
        </p:spPr>
      </p:pic>
      <p:pic>
        <p:nvPicPr>
          <p:cNvPr id="6" name="Picture 5" descr="A large machine with buttons and a screen&#10;&#10;AI-generated content may be incorrect.">
            <a:extLst>
              <a:ext uri="{FF2B5EF4-FFF2-40B4-BE49-F238E27FC236}">
                <a16:creationId xmlns:a16="http://schemas.microsoft.com/office/drawing/2014/main" id="{50A99597-7649-DB11-0596-8146579AEC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14308" y="2656667"/>
            <a:ext cx="3743339" cy="2530497"/>
          </a:xfrm>
          <a:prstGeom prst="rect">
            <a:avLst/>
          </a:prstGeom>
        </p:spPr>
      </p:pic>
    </p:spTree>
  </p:cSld>
  <p:clrMapOvr>
    <a:masterClrMapping/>
  </p:clrMapOvr>
</p:sld>
</file>

<file path=ppt/theme/theme1.xml><?xml version="1.0" encoding="utf-8"?>
<a:theme xmlns:a="http://schemas.openxmlformats.org/drawingml/2006/main" name="標準デザイン">
  <a:themeElements>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標準デザイン">
      <a:majorFont>
        <a:latin typeface="Arial"/>
        <a:ea typeface="ＭＳ Ｐゴシック"/>
        <a:cs typeface=""/>
      </a:majorFont>
      <a:minorFont>
        <a:latin typeface="Times New Roman"/>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0" tIns="0" rIns="0" bIns="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2800" b="1" i="0" u="none" strike="noStrike" cap="none" normalizeH="0" baseline="0" smtClean="0">
            <a:ln>
              <a:noFill/>
            </a:ln>
            <a:solidFill>
              <a:srgbClr val="000099"/>
            </a:solidFill>
            <a:effectLst/>
            <a:latin typeface="Arial" charset="0"/>
            <a:ea typeface="ＭＳ ゴシック" pitchFamily="49"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0" tIns="0" rIns="0" bIns="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2800" b="1" i="0" u="none" strike="noStrike" cap="none" normalizeH="0" baseline="0" smtClean="0">
            <a:ln>
              <a:noFill/>
            </a:ln>
            <a:solidFill>
              <a:srgbClr val="000099"/>
            </a:solidFill>
            <a:effectLst/>
            <a:latin typeface="Arial" charset="0"/>
            <a:ea typeface="ＭＳ ゴシック" pitchFamily="49" charset="-128"/>
          </a:defRPr>
        </a:defPPr>
      </a:lstStyle>
    </a:ln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54052</TotalTime>
  <Words>2596</Words>
  <Application>Microsoft Office PowerPoint</Application>
  <PresentationFormat>On-screen Show (4:3)</PresentationFormat>
  <Paragraphs>329</Paragraphs>
  <Slides>20</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 (Headings)</vt:lpstr>
      <vt:lpstr>Times New Roman (Body)</vt:lpstr>
      <vt:lpstr>Arial</vt:lpstr>
      <vt:lpstr>Times New Roman</vt:lpstr>
      <vt:lpstr>標準デザイン</vt:lpstr>
      <vt:lpstr>PowerPoint Presentation</vt:lpstr>
      <vt:lpstr>Presentation content</vt:lpstr>
      <vt:lpstr>PowerPoint Presentation</vt:lpstr>
      <vt:lpstr>PowerPoint Presentation</vt:lpstr>
      <vt:lpstr>Previous Research</vt:lpstr>
      <vt:lpstr>PowerPoint Presentation</vt:lpstr>
      <vt:lpstr>PowerPoint Presentation</vt:lpstr>
      <vt:lpstr>Research Progress Test Shape Change</vt:lpstr>
      <vt:lpstr>Research Progress Experimental Equipment</vt:lpstr>
      <vt:lpstr>Research progress Analysis of Tests</vt:lpstr>
      <vt:lpstr>Research progress Analysis of Tests</vt:lpstr>
      <vt:lpstr>Future Plan CFRTP Tests</vt:lpstr>
      <vt:lpstr>Future Plan</vt:lpstr>
      <vt:lpstr>PowerPoint Presentation</vt:lpstr>
      <vt:lpstr>PowerPoint Presentation</vt:lpstr>
      <vt:lpstr>PowerPoint Presentation</vt:lpstr>
      <vt:lpstr>PowerPoint Presentation</vt:lpstr>
      <vt:lpstr>Research Progress Experimental equipment</vt:lpstr>
      <vt:lpstr>PowerPoint Presentation</vt:lpstr>
      <vt:lpstr>Background Information</vt:lpstr>
    </vt:vector>
  </TitlesOfParts>
  <Company>pel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pelstaf4</dc:creator>
  <cp:lastModifiedBy>KARTER MAKOTOWINGTIM WONG</cp:lastModifiedBy>
  <cp:revision>1870</cp:revision>
  <dcterms:created xsi:type="dcterms:W3CDTF">2000-12-16T01:41:23Z</dcterms:created>
  <dcterms:modified xsi:type="dcterms:W3CDTF">2025-06-19T02:02:55Z</dcterms:modified>
</cp:coreProperties>
</file>