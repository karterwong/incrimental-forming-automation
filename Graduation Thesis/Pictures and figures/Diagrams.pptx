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4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1AD9E-EBAA-0112-AF3C-9C090C7EB2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16BE9A-014E-B9A9-BB0A-FB712E5446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15F9D2-33D1-3932-94D1-1B8CA80A80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509D4-56C6-49A5-B2DC-CE5BF512E0EF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BF41D-E81B-7872-1913-0B7102305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345D4-D27B-5F2E-6343-EEE8BFFF4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48E44-8D3A-4AB7-B09C-C4B40E5A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511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65A0A-9AC2-433E-EFC9-FE09353049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DD832-24D8-7387-1D12-62111EBC4A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CBD80-12EF-189A-03DD-ACA25181C0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509D4-56C6-49A5-B2DC-CE5BF512E0EF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E450FB-E414-1A2D-AD6A-2F756E39F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EA60E-4133-C6A0-2524-38EE23CEA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48E44-8D3A-4AB7-B09C-C4B40E5A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540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33ECE-F6BC-3B9A-B798-7CCF66364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6FAA4A-EE3E-C8B9-2852-77897A9EE9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D1DEB-3F62-9A84-F14A-E670F65F3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509D4-56C6-49A5-B2DC-CE5BF512E0EF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E8C1AF-55C7-31EC-EAD0-CD780C185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725824-399D-682B-B788-66F2FF042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48E44-8D3A-4AB7-B09C-C4B40E5A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4255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EE3FB-64DF-F824-E63A-19F6127C25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919841-02CB-4DC8-DD1D-EB9C754A56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50A45F-5E49-C6AB-B547-CAAEA210FC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DC694E-1A24-DC65-D710-38741E0DB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509D4-56C6-49A5-B2DC-CE5BF512E0EF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D14CEE-3036-69A8-90B4-6B088E1F33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A6C514-FFA9-5994-959A-2CDB5D1B7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48E44-8D3A-4AB7-B09C-C4B40E5A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202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92031-2EEC-FB34-0FDC-2C899F2C7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1DE689-90DC-0E68-D1AA-A05236D62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D10A71F-D241-3080-CC73-FAF363DCD5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8D19AA-BC28-B11A-E0B7-34A8E949A8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C9F63E-469C-EAD1-7910-94794172E5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142068-ACFC-C880-8ACC-291B9F8B7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509D4-56C6-49A5-B2DC-CE5BF512E0EF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1E8180-D673-8C05-1DD6-C8BC028E2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B5DE18-1BEE-7ACB-79B1-ECDD3A0A6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48E44-8D3A-4AB7-B09C-C4B40E5A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934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31EBAE-4E99-1106-4422-4AE1FAD23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3493A7-F458-7937-B5A8-C98AABC4F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509D4-56C6-49A5-B2DC-CE5BF512E0EF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C908ED-BEE8-A6AF-DDC2-1933CA714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CBB954-B84D-ED9B-0A6A-6DF359C88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48E44-8D3A-4AB7-B09C-C4B40E5A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9473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5135A1-6032-0FED-2CDD-AD069FCD6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509D4-56C6-49A5-B2DC-CE5BF512E0EF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D4E5AF-3C43-1207-1BE9-DAC367786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81CCBC-67AC-3FDB-00BD-0D41FA016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48E44-8D3A-4AB7-B09C-C4B40E5A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8432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E484B-CB64-9517-FFD6-6788970056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DDF7D-1F7D-AF53-C182-D21046EB0D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756944-F0D9-6D33-2902-378E1061DA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2AB82A-5FEA-F413-B113-4D55225A48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509D4-56C6-49A5-B2DC-CE5BF512E0EF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880E64-1449-2DFA-925E-333CF01F8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9A9DD-39FB-D6EE-153B-F221659CC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48E44-8D3A-4AB7-B09C-C4B40E5A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07208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5EF96-06BF-D212-7217-D806A8E59A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BC0668-3A35-A9B9-6037-877D84A552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3AD181-01C4-6EBF-DB27-65EEA57292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7D9DB3-D95A-8B34-0C2D-8C2EA60C7B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509D4-56C6-49A5-B2DC-CE5BF512E0EF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558D30-9343-B55F-2397-718C0F15F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495BD4-01E9-BFDF-A71C-FF6B5537E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48E44-8D3A-4AB7-B09C-C4B40E5A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6330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C936F-DDDA-EC1D-AE74-84EB7EFBC2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7BBD2F-9680-4871-C51A-B49DBA48D3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A68BD-D0DE-4E58-F513-249BA4989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509D4-56C6-49A5-B2DC-CE5BF512E0EF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6CF86-6534-29FA-43BC-562910B5D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99A4E-7BF7-8AAA-4D17-093181E4E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48E44-8D3A-4AB7-B09C-C4B40E5A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978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4BE7145-BF32-7C36-A5AA-38B2AF7BAB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4BD06D-9B5E-0C0C-83B2-9ABBF2CD5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1711B0-B194-3EDC-81A4-3A5A574C4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C509D4-56C6-49A5-B2DC-CE5BF512E0EF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AF521-D5F4-A2E9-25CE-C2A640688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384D3-817F-5451-13FD-97DC9931F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48E44-8D3A-4AB7-B09C-C4B40E5A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59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570FB15-57AC-43D6-C3EF-5F158A0E1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670DD0-E903-FFA7-9BF0-5EEF0F05B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76E724-599F-37EB-0404-CF21D20D3D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C509D4-56C6-49A5-B2DC-CE5BF512E0EF}" type="datetimeFigureOut">
              <a:rPr lang="en-US" smtClean="0"/>
              <a:t>5/29/2025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34294D-FD0F-E70A-928C-73840D7D39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A7A79-FB91-F767-17D6-409B5E5859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F48E44-8D3A-4AB7-B09C-C4B40E5A2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4740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92FA918-215E-EABE-F418-7B391229364E}"/>
              </a:ext>
            </a:extLst>
          </p:cNvPr>
          <p:cNvSpPr/>
          <p:nvPr/>
        </p:nvSpPr>
        <p:spPr>
          <a:xfrm>
            <a:off x="3544824" y="950976"/>
            <a:ext cx="4904232" cy="495604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49E5D1-1155-E0D7-AA07-DC42E5C2B085}"/>
              </a:ext>
            </a:extLst>
          </p:cNvPr>
          <p:cNvSpPr/>
          <p:nvPr/>
        </p:nvSpPr>
        <p:spPr>
          <a:xfrm>
            <a:off x="4245429" y="1658983"/>
            <a:ext cx="3503023" cy="354003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FB80CD-6666-F0AF-35B4-EBA7C514CC7F}"/>
              </a:ext>
            </a:extLst>
          </p:cNvPr>
          <p:cNvSpPr/>
          <p:nvPr/>
        </p:nvSpPr>
        <p:spPr>
          <a:xfrm>
            <a:off x="4946033" y="2366990"/>
            <a:ext cx="2101814" cy="2124021"/>
          </a:xfrm>
          <a:prstGeom prst="rect">
            <a:avLst/>
          </a:prstGeom>
          <a:solidFill>
            <a:schemeClr val="bg1"/>
          </a:solidFill>
          <a:ln w="381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BB7BB25-0EAD-50AB-7660-C1C8F709A1BC}"/>
              </a:ext>
            </a:extLst>
          </p:cNvPr>
          <p:cNvSpPr/>
          <p:nvPr/>
        </p:nvSpPr>
        <p:spPr>
          <a:xfrm>
            <a:off x="3544824" y="950976"/>
            <a:ext cx="700605" cy="70800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A101D523-A251-FA4C-6428-D239D6070EA3}"/>
              </a:ext>
            </a:extLst>
          </p:cNvPr>
          <p:cNvSpPr/>
          <p:nvPr/>
        </p:nvSpPr>
        <p:spPr>
          <a:xfrm>
            <a:off x="7746116" y="950976"/>
            <a:ext cx="700605" cy="70800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2CA723B-2643-44A1-BFE5-12E4DDBC1147}"/>
              </a:ext>
            </a:extLst>
          </p:cNvPr>
          <p:cNvSpPr/>
          <p:nvPr/>
        </p:nvSpPr>
        <p:spPr>
          <a:xfrm>
            <a:off x="3544824" y="5199017"/>
            <a:ext cx="700605" cy="70800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57B80F39-EBCE-D23D-5D2F-63747ED58CCF}"/>
              </a:ext>
            </a:extLst>
          </p:cNvPr>
          <p:cNvSpPr/>
          <p:nvPr/>
        </p:nvSpPr>
        <p:spPr>
          <a:xfrm>
            <a:off x="7746116" y="5199017"/>
            <a:ext cx="700605" cy="708007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38B12DB9-2405-045E-A092-D425FE2F17CE}"/>
              </a:ext>
            </a:extLst>
          </p:cNvPr>
          <p:cNvSpPr/>
          <p:nvPr/>
        </p:nvSpPr>
        <p:spPr>
          <a:xfrm>
            <a:off x="4398395" y="1805424"/>
            <a:ext cx="350302" cy="35400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9FBFA04-DDAB-7C25-4CF5-85BAED453219}"/>
              </a:ext>
            </a:extLst>
          </p:cNvPr>
          <p:cNvSpPr/>
          <p:nvPr/>
        </p:nvSpPr>
        <p:spPr>
          <a:xfrm>
            <a:off x="7251023" y="1805424"/>
            <a:ext cx="350302" cy="35400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B08520E-6468-CBAA-77A7-D737A11A0C6D}"/>
              </a:ext>
            </a:extLst>
          </p:cNvPr>
          <p:cNvSpPr/>
          <p:nvPr/>
        </p:nvSpPr>
        <p:spPr>
          <a:xfrm>
            <a:off x="4398395" y="4698572"/>
            <a:ext cx="350302" cy="35400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A66B4CD9-371D-152E-FFAB-652B477E1581}"/>
              </a:ext>
            </a:extLst>
          </p:cNvPr>
          <p:cNvSpPr/>
          <p:nvPr/>
        </p:nvSpPr>
        <p:spPr>
          <a:xfrm>
            <a:off x="7251023" y="4698572"/>
            <a:ext cx="350302" cy="35400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084AB15E-6488-22CF-02D6-613748743836}"/>
              </a:ext>
            </a:extLst>
          </p:cNvPr>
          <p:cNvSpPr/>
          <p:nvPr/>
        </p:nvSpPr>
        <p:spPr>
          <a:xfrm>
            <a:off x="5208761" y="1699222"/>
            <a:ext cx="350302" cy="35400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00C98A7B-DC05-6819-EA26-0972FCED547D}"/>
              </a:ext>
            </a:extLst>
          </p:cNvPr>
          <p:cNvSpPr/>
          <p:nvPr/>
        </p:nvSpPr>
        <p:spPr>
          <a:xfrm>
            <a:off x="6434819" y="1699222"/>
            <a:ext cx="350302" cy="35400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580375D1-ED0D-1AE2-6AE8-F9F72ED02963}"/>
              </a:ext>
            </a:extLst>
          </p:cNvPr>
          <p:cNvSpPr/>
          <p:nvPr/>
        </p:nvSpPr>
        <p:spPr>
          <a:xfrm>
            <a:off x="5204091" y="4788373"/>
            <a:ext cx="350302" cy="35400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3A4FD187-D8C1-7163-C71C-714CED5A5BC0}"/>
              </a:ext>
            </a:extLst>
          </p:cNvPr>
          <p:cNvSpPr/>
          <p:nvPr/>
        </p:nvSpPr>
        <p:spPr>
          <a:xfrm>
            <a:off x="6430149" y="4788373"/>
            <a:ext cx="350302" cy="35400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F70EBA00-6F4B-F89D-5F56-AFFB977BB762}"/>
              </a:ext>
            </a:extLst>
          </p:cNvPr>
          <p:cNvSpPr/>
          <p:nvPr/>
        </p:nvSpPr>
        <p:spPr>
          <a:xfrm>
            <a:off x="7343269" y="2603111"/>
            <a:ext cx="350302" cy="35400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69F7616-83E3-F7B5-4E04-8741098D3B0D}"/>
              </a:ext>
            </a:extLst>
          </p:cNvPr>
          <p:cNvSpPr/>
          <p:nvPr/>
        </p:nvSpPr>
        <p:spPr>
          <a:xfrm>
            <a:off x="7343269" y="3844363"/>
            <a:ext cx="350302" cy="35400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53BD8AC-3E03-AA3D-A657-19F75A369DE3}"/>
              </a:ext>
            </a:extLst>
          </p:cNvPr>
          <p:cNvSpPr/>
          <p:nvPr/>
        </p:nvSpPr>
        <p:spPr>
          <a:xfrm>
            <a:off x="4318992" y="2631372"/>
            <a:ext cx="350302" cy="35400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34F09DA7-AC15-1ED0-F839-2B63CEEADC88}"/>
              </a:ext>
            </a:extLst>
          </p:cNvPr>
          <p:cNvSpPr/>
          <p:nvPr/>
        </p:nvSpPr>
        <p:spPr>
          <a:xfrm>
            <a:off x="4318992" y="3872624"/>
            <a:ext cx="350302" cy="354003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2E857AC4-8754-43B4-4502-178803701962}"/>
              </a:ext>
            </a:extLst>
          </p:cNvPr>
          <p:cNvSpPr txBox="1"/>
          <p:nvPr/>
        </p:nvSpPr>
        <p:spPr>
          <a:xfrm>
            <a:off x="5483708" y="581644"/>
            <a:ext cx="1024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190 mm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8377638C-A4B9-2B14-1B4E-E769040BAD44}"/>
              </a:ext>
            </a:extLst>
          </p:cNvPr>
          <p:cNvSpPr txBox="1"/>
          <p:nvPr/>
        </p:nvSpPr>
        <p:spPr>
          <a:xfrm>
            <a:off x="8476070" y="3157204"/>
            <a:ext cx="1024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190 mm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6720514-E73D-47CA-4696-5EB0BEB66AC5}"/>
              </a:ext>
            </a:extLst>
          </p:cNvPr>
          <p:cNvSpPr txBox="1"/>
          <p:nvPr/>
        </p:nvSpPr>
        <p:spPr>
          <a:xfrm>
            <a:off x="5117721" y="3244334"/>
            <a:ext cx="17561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90 mm x 90 mm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AF3B2AC-A6D8-A6D6-BBDB-6BE8477A52A4}"/>
              </a:ext>
            </a:extLst>
          </p:cNvPr>
          <p:cNvCxnSpPr/>
          <p:nvPr/>
        </p:nvCxnSpPr>
        <p:spPr>
          <a:xfrm>
            <a:off x="8512228" y="950976"/>
            <a:ext cx="0" cy="4956048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8693AA6-376C-6106-7661-0F8773DA89F9}"/>
              </a:ext>
            </a:extLst>
          </p:cNvPr>
          <p:cNvCxnSpPr>
            <a:cxnSpLocks/>
          </p:cNvCxnSpPr>
          <p:nvPr/>
        </p:nvCxnSpPr>
        <p:spPr>
          <a:xfrm rot="16200000">
            <a:off x="6007190" y="-1594054"/>
            <a:ext cx="0" cy="4956048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F8B83673-C268-EF17-687B-9A3BA37AFACD}"/>
              </a:ext>
            </a:extLst>
          </p:cNvPr>
          <p:cNvCxnSpPr>
            <a:cxnSpLocks/>
            <a:endCxn id="4" idx="3"/>
          </p:cNvCxnSpPr>
          <p:nvPr/>
        </p:nvCxnSpPr>
        <p:spPr>
          <a:xfrm>
            <a:off x="7074861" y="3423115"/>
            <a:ext cx="1374195" cy="5885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61DED14B-1D64-9680-5F00-B3C87A3A49A8}"/>
              </a:ext>
            </a:extLst>
          </p:cNvPr>
          <p:cNvSpPr txBox="1"/>
          <p:nvPr/>
        </p:nvSpPr>
        <p:spPr>
          <a:xfrm>
            <a:off x="7384099" y="3088107"/>
            <a:ext cx="1024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 mm</a:t>
            </a:r>
          </a:p>
        </p:txBody>
      </p: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37648159-8DE6-0669-1894-7E1FE5CB4B1C}"/>
              </a:ext>
            </a:extLst>
          </p:cNvPr>
          <p:cNvCxnSpPr>
            <a:cxnSpLocks/>
          </p:cNvCxnSpPr>
          <p:nvPr/>
        </p:nvCxnSpPr>
        <p:spPr>
          <a:xfrm>
            <a:off x="3569501" y="3466824"/>
            <a:ext cx="1374195" cy="5885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3690B759-9112-B8FB-DA77-CA7414011E58}"/>
              </a:ext>
            </a:extLst>
          </p:cNvPr>
          <p:cNvSpPr txBox="1"/>
          <p:nvPr/>
        </p:nvSpPr>
        <p:spPr>
          <a:xfrm>
            <a:off x="3878739" y="3131816"/>
            <a:ext cx="1024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 mm</a:t>
            </a:r>
          </a:p>
        </p:txBody>
      </p:sp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EC09366E-21C9-831C-654B-28612D24FB6B}"/>
              </a:ext>
            </a:extLst>
          </p:cNvPr>
          <p:cNvCxnSpPr>
            <a:cxnSpLocks/>
          </p:cNvCxnSpPr>
          <p:nvPr/>
        </p:nvCxnSpPr>
        <p:spPr>
          <a:xfrm rot="16200000">
            <a:off x="5281724" y="1664356"/>
            <a:ext cx="1374195" cy="5885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EBB2C1D4-5A33-5D55-99C9-918C71B35B9F}"/>
              </a:ext>
            </a:extLst>
          </p:cNvPr>
          <p:cNvSpPr txBox="1"/>
          <p:nvPr/>
        </p:nvSpPr>
        <p:spPr>
          <a:xfrm>
            <a:off x="5590962" y="1329348"/>
            <a:ext cx="1024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 mm</a:t>
            </a:r>
          </a:p>
        </p:txBody>
      </p: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970086A1-99C2-3CDE-CBE9-C038F9563CC9}"/>
              </a:ext>
            </a:extLst>
          </p:cNvPr>
          <p:cNvCxnSpPr>
            <a:cxnSpLocks/>
          </p:cNvCxnSpPr>
          <p:nvPr/>
        </p:nvCxnSpPr>
        <p:spPr>
          <a:xfrm rot="16200000">
            <a:off x="5361009" y="5202917"/>
            <a:ext cx="1374195" cy="5885"/>
          </a:xfrm>
          <a:prstGeom prst="straightConnector1">
            <a:avLst/>
          </a:prstGeom>
          <a:ln>
            <a:solidFill>
              <a:srgbClr val="C00000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F58246DC-221A-C567-0C0C-7DC2658689AF}"/>
              </a:ext>
            </a:extLst>
          </p:cNvPr>
          <p:cNvSpPr txBox="1"/>
          <p:nvPr/>
        </p:nvSpPr>
        <p:spPr>
          <a:xfrm>
            <a:off x="5670247" y="4867909"/>
            <a:ext cx="10241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50 mm</a:t>
            </a:r>
          </a:p>
        </p:txBody>
      </p:sp>
    </p:spTree>
    <p:extLst>
      <p:ext uri="{BB962C8B-B14F-4D97-AF65-F5344CB8AC3E}">
        <p14:creationId xmlns:p14="http://schemas.microsoft.com/office/powerpoint/2010/main" val="2899276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140</TotalTime>
  <Words>17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KARTER MAKOTOWINGTIM WONG</dc:creator>
  <cp:lastModifiedBy>KARTER MAKOTOWINGTIM WONG</cp:lastModifiedBy>
  <cp:revision>1</cp:revision>
  <dcterms:created xsi:type="dcterms:W3CDTF">2025-05-29T04:05:24Z</dcterms:created>
  <dcterms:modified xsi:type="dcterms:W3CDTF">2025-05-29T06:26:11Z</dcterms:modified>
</cp:coreProperties>
</file>