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6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5C099-88EF-EBAC-A54F-3F3EAF3B8C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76F8B-64D2-ADD5-7A13-DE709BA0B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11DBA-3D1C-5D1B-48A0-58997325A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1F430-7739-4CC8-9375-17AFDCD6217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A8110-1C17-74B0-BC6B-D606E8941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48067-57F5-B960-1243-FEFC5C631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1955-7E75-4DEE-B3FB-EEFDB614A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14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29FE7-B387-87E7-080D-4F5888B8D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BD709-38AC-1528-5F07-F6107C545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FBA8D-BC16-09DD-423E-575558355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1F430-7739-4CC8-9375-17AFDCD6217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2A279-0B3A-632F-BDF9-8C2705275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FD0A3-7523-EDE7-6D92-F1F087BA5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1955-7E75-4DEE-B3FB-EEFDB614A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352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63677-5435-C25D-45AA-9D853A4FE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88933-CA13-BC8D-065D-D74E5886B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008B2-0986-D281-90F3-74C407045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1F430-7739-4CC8-9375-17AFDCD6217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F03E9-7CD3-8AC7-5BD2-2BFA72008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D7708-3BD9-C2A2-BB3D-B2F73C2F5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1955-7E75-4DEE-B3FB-EEFDB614A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94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15C8A-3523-E597-405F-59CDC9B46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48140-26DB-685A-B24F-7F3214EFB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09820-4170-830D-F047-73A31A718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64260-990C-2AFE-13DB-E557EE748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1F430-7739-4CC8-9375-17AFDCD6217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FA544-1778-7E8B-05B0-D3821CADF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E586F-C751-D183-DB9D-EB4B85D56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1955-7E75-4DEE-B3FB-EEFDB614A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14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29755-5415-2D4A-8841-2801A3BEF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400B5-D78C-B11D-29C6-35296957D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9265E-CA41-77DD-54E1-1131F4189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68F7A0-BE70-446F-BD27-3BE31B2600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0FCCA4-F512-027D-2D93-6DDD07B668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757106-A740-0422-79BE-F1A798F22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1F430-7739-4CC8-9375-17AFDCD6217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C37AC2-4176-1429-1340-E3F9681F6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8661C4-BF1F-B4CF-5E3E-05B30AC8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1955-7E75-4DEE-B3FB-EEFDB614A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28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13EE0-965C-6F5A-578B-76D84E82D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A32A57-4E7F-6EB0-24DA-749A8756F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1F430-7739-4CC8-9375-17AFDCD6217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430B5D-EAD6-42B7-B616-59F3DA175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71C08-576C-A9B6-1A5D-935EB45AC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1955-7E75-4DEE-B3FB-EEFDB614A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811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7EE593-6D98-9D99-5492-87DADDBB0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1F430-7739-4CC8-9375-17AFDCD6217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244325-DE79-EB10-61A8-3E101ED5A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5685C-E7C8-E8B7-6F30-CCC852487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1955-7E75-4DEE-B3FB-EEFDB614A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FB013-8B69-E216-557D-BEDA99D76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9B33B-8AE7-BBFE-3C3C-39780280A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7021D-62EA-031A-5EFB-73EA12793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D6D70-AA34-371D-453E-4884FCE94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1F430-7739-4CC8-9375-17AFDCD6217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7F2CA0-9057-1292-CFEE-871419418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ABC5-95C1-F239-1815-405C04E48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1955-7E75-4DEE-B3FB-EEFDB614A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5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58B8B-F3D0-0923-1C29-98E2EC9CD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FF932E-D780-4429-88E0-FF2EAAC8F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4553FC-3AE5-AA64-F1F1-8DE4DCE38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43264-CF14-66ED-970E-0E03C0DA9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1F430-7739-4CC8-9375-17AFDCD6217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FB253-7D02-79CE-04A2-7CD04CED6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28E3D5-484F-A79A-86BA-892BAC175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1955-7E75-4DEE-B3FB-EEFDB614A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75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99D6E-E75B-C7AF-C83D-65F13755A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4E6920-CF2D-CA5B-29AA-4226AE1F0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088F6-A19E-8C47-790F-5DB1157B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1F430-7739-4CC8-9375-17AFDCD6217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618C0-207F-7571-F7B8-D4284DC32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E287C-2372-26C7-FAF7-39C6B6BC4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1955-7E75-4DEE-B3FB-EEFDB614A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07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C27CBE-BC41-2873-13BA-83579B7D3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6831AB-91A3-E7B4-CCF6-C20A277A4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17BF5-2868-0DA0-67E9-5F61FBB76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1F430-7739-4CC8-9375-17AFDCD6217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2DE56-4D3C-1514-97B1-33562645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5CD81-ABE9-FD57-C950-29901E474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1955-7E75-4DEE-B3FB-EEFDB614A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14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E7C732-FC8B-E646-C5A7-E2F01088E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225F6-8111-DB92-A3FC-A9568516F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A19CF-966A-ABA9-01F4-DB76EF93C9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F1F430-7739-4CC8-9375-17AFDCD6217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2DA75-4AC1-E837-6206-993275BCE2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B5FE6-7C79-AC85-D08E-F5B01D015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E21955-7E75-4DEE-B3FB-EEFDB614A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904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merging Trends in Single Point Incremental Sheet Forming of Lightweight  Metals">
            <a:extLst>
              <a:ext uri="{FF2B5EF4-FFF2-40B4-BE49-F238E27FC236}">
                <a16:creationId xmlns:a16="http://schemas.microsoft.com/office/drawing/2014/main" id="{FF010BD5-ED69-7CF5-0B77-C70F90BE2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07" y="235960"/>
            <a:ext cx="5238750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close-up of a diagram&#10;&#10;AI-generated content may be incorrect.">
            <a:extLst>
              <a:ext uri="{FF2B5EF4-FFF2-40B4-BE49-F238E27FC236}">
                <a16:creationId xmlns:a16="http://schemas.microsoft.com/office/drawing/2014/main" id="{A81F0722-E35E-CC26-7951-4872421FD4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7" y="-326688"/>
            <a:ext cx="5599430" cy="27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2" name="Picture 1771" descr="A close-up of a diagram&#10;&#10;AI-generated content may be incorrect.">
            <a:extLst>
              <a:ext uri="{FF2B5EF4-FFF2-40B4-BE49-F238E27FC236}">
                <a16:creationId xmlns:a16="http://schemas.microsoft.com/office/drawing/2014/main" id="{2E87C740-6148-3FC8-5C3A-3ACC764251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7" y="-326688"/>
            <a:ext cx="5599430" cy="2701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6455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2" name="Group 1811">
            <a:extLst>
              <a:ext uri="{FF2B5EF4-FFF2-40B4-BE49-F238E27FC236}">
                <a16:creationId xmlns:a16="http://schemas.microsoft.com/office/drawing/2014/main" id="{5195227E-9C66-CEF3-09F5-2C382C5BF92C}"/>
              </a:ext>
            </a:extLst>
          </p:cNvPr>
          <p:cNvGrpSpPr/>
          <p:nvPr/>
        </p:nvGrpSpPr>
        <p:grpSpPr>
          <a:xfrm>
            <a:off x="921491" y="2122273"/>
            <a:ext cx="5967346" cy="3724412"/>
            <a:chOff x="44031" y="3207517"/>
            <a:chExt cx="5967346" cy="3724412"/>
          </a:xfrm>
        </p:grpSpPr>
        <p:grpSp>
          <p:nvGrpSpPr>
            <p:cNvPr id="1777" name="Group 1776">
              <a:extLst>
                <a:ext uri="{FF2B5EF4-FFF2-40B4-BE49-F238E27FC236}">
                  <a16:creationId xmlns:a16="http://schemas.microsoft.com/office/drawing/2014/main" id="{6932D7A1-7183-8945-954B-70F52A1580E6}"/>
                </a:ext>
              </a:extLst>
            </p:cNvPr>
            <p:cNvGrpSpPr/>
            <p:nvPr/>
          </p:nvGrpSpPr>
          <p:grpSpPr>
            <a:xfrm>
              <a:off x="1130761" y="3207517"/>
              <a:ext cx="4184186" cy="3724412"/>
              <a:chOff x="1130761" y="3207517"/>
              <a:chExt cx="4225960" cy="3724412"/>
            </a:xfrm>
          </p:grpSpPr>
          <p:grpSp>
            <p:nvGrpSpPr>
              <p:cNvPr id="1615" name="Group 1614">
                <a:extLst>
                  <a:ext uri="{FF2B5EF4-FFF2-40B4-BE49-F238E27FC236}">
                    <a16:creationId xmlns:a16="http://schemas.microsoft.com/office/drawing/2014/main" id="{BE1C499F-51FC-8C55-9B61-DDDBC949BBA7}"/>
                  </a:ext>
                </a:extLst>
              </p:cNvPr>
              <p:cNvGrpSpPr/>
              <p:nvPr/>
            </p:nvGrpSpPr>
            <p:grpSpPr>
              <a:xfrm>
                <a:off x="1130761" y="3207517"/>
                <a:ext cx="4225960" cy="3724412"/>
                <a:chOff x="6096000" y="3216598"/>
                <a:chExt cx="4225960" cy="3724412"/>
              </a:xfrm>
            </p:grpSpPr>
            <p:sp>
              <p:nvSpPr>
                <p:cNvPr id="1378" name="Arc 1377">
                  <a:extLst>
                    <a:ext uri="{FF2B5EF4-FFF2-40B4-BE49-F238E27FC236}">
                      <a16:creationId xmlns:a16="http://schemas.microsoft.com/office/drawing/2014/main" id="{C441271A-6AFD-B4A9-4CBE-CC72262714DB}"/>
                    </a:ext>
                  </a:extLst>
                </p:cNvPr>
                <p:cNvSpPr/>
                <p:nvPr/>
              </p:nvSpPr>
              <p:spPr>
                <a:xfrm rot="16200000">
                  <a:off x="7936148" y="4402798"/>
                  <a:ext cx="2253805" cy="2517818"/>
                </a:xfrm>
                <a:prstGeom prst="arc">
                  <a:avLst/>
                </a:prstGeom>
                <a:ln w="19050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379" name="Group 1378">
                  <a:extLst>
                    <a:ext uri="{FF2B5EF4-FFF2-40B4-BE49-F238E27FC236}">
                      <a16:creationId xmlns:a16="http://schemas.microsoft.com/office/drawing/2014/main" id="{A2284612-E452-3E65-5B95-5556C7B64591}"/>
                    </a:ext>
                  </a:extLst>
                </p:cNvPr>
                <p:cNvGrpSpPr/>
                <p:nvPr/>
              </p:nvGrpSpPr>
              <p:grpSpPr>
                <a:xfrm>
                  <a:off x="6136326" y="4687205"/>
                  <a:ext cx="3964551" cy="2253805"/>
                  <a:chOff x="4690056" y="3676915"/>
                  <a:chExt cx="3964551" cy="2253805"/>
                </a:xfrm>
              </p:grpSpPr>
              <p:sp>
                <p:nvSpPr>
                  <p:cNvPr id="1443" name="Arc 1442">
                    <a:extLst>
                      <a:ext uri="{FF2B5EF4-FFF2-40B4-BE49-F238E27FC236}">
                        <a16:creationId xmlns:a16="http://schemas.microsoft.com/office/drawing/2014/main" id="{E91D49C3-3670-588B-4661-BE882B47459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455537" y="3731651"/>
                    <a:ext cx="2253805" cy="2144334"/>
                  </a:xfrm>
                  <a:prstGeom prst="arc">
                    <a:avLst/>
                  </a:prstGeom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444" name="Straight Connector 1443">
                    <a:extLst>
                      <a:ext uri="{FF2B5EF4-FFF2-40B4-BE49-F238E27FC236}">
                        <a16:creationId xmlns:a16="http://schemas.microsoft.com/office/drawing/2014/main" id="{8680DBF9-E5B9-0371-6FB5-F7182F45B49F}"/>
                      </a:ext>
                    </a:extLst>
                  </p:cNvPr>
                  <p:cNvCxnSpPr>
                    <a:cxnSpLocks/>
                    <a:stCxn id="1443" idx="0"/>
                  </p:cNvCxnSpPr>
                  <p:nvPr/>
                </p:nvCxnSpPr>
                <p:spPr>
                  <a:xfrm flipH="1">
                    <a:off x="4690056" y="4803819"/>
                    <a:ext cx="1820217" cy="0"/>
                  </a:xfrm>
                  <a:prstGeom prst="line">
                    <a:avLst/>
                  </a:prstGeom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52" name="Group 1551">
                  <a:extLst>
                    <a:ext uri="{FF2B5EF4-FFF2-40B4-BE49-F238E27FC236}">
                      <a16:creationId xmlns:a16="http://schemas.microsoft.com/office/drawing/2014/main" id="{E1381968-573A-62F0-A455-5EEB77376249}"/>
                    </a:ext>
                  </a:extLst>
                </p:cNvPr>
                <p:cNvGrpSpPr/>
                <p:nvPr/>
              </p:nvGrpSpPr>
              <p:grpSpPr>
                <a:xfrm>
                  <a:off x="6096000" y="3216598"/>
                  <a:ext cx="2827913" cy="2604492"/>
                  <a:chOff x="6096000" y="3216598"/>
                  <a:chExt cx="2827913" cy="2604492"/>
                </a:xfrm>
              </p:grpSpPr>
              <p:cxnSp>
                <p:nvCxnSpPr>
                  <p:cNvPr id="1381" name="Straight Connector 1380">
                    <a:extLst>
                      <a:ext uri="{FF2B5EF4-FFF2-40B4-BE49-F238E27FC236}">
                        <a16:creationId xmlns:a16="http://schemas.microsoft.com/office/drawing/2014/main" id="{E6FD3581-7C6B-2025-9638-A48AB8C759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096000" y="5656932"/>
                    <a:ext cx="1712892" cy="0"/>
                  </a:xfrm>
                  <a:prstGeom prst="line">
                    <a:avLst/>
                  </a:prstGeom>
                  <a:ln w="19050" cap="flat" cmpd="sng" algn="ctr">
                    <a:solidFill>
                      <a:schemeClr val="dk1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456" name="Group 1455">
                    <a:extLst>
                      <a:ext uri="{FF2B5EF4-FFF2-40B4-BE49-F238E27FC236}">
                        <a16:creationId xmlns:a16="http://schemas.microsoft.com/office/drawing/2014/main" id="{CBA88517-22D5-EBAE-4192-B246FA7B658E}"/>
                      </a:ext>
                    </a:extLst>
                  </p:cNvPr>
                  <p:cNvGrpSpPr/>
                  <p:nvPr/>
                </p:nvGrpSpPr>
                <p:grpSpPr>
                  <a:xfrm>
                    <a:off x="8282743" y="3293046"/>
                    <a:ext cx="427447" cy="1506642"/>
                    <a:chOff x="5228823" y="3162759"/>
                    <a:chExt cx="379926" cy="1506642"/>
                  </a:xfrm>
                </p:grpSpPr>
                <p:grpSp>
                  <p:nvGrpSpPr>
                    <p:cNvPr id="1457" name="Group 1456">
                      <a:extLst>
                        <a:ext uri="{FF2B5EF4-FFF2-40B4-BE49-F238E27FC236}">
                          <a16:creationId xmlns:a16="http://schemas.microsoft.com/office/drawing/2014/main" id="{894E4899-2990-826D-8570-F1309F4299C9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5228823" y="4314422"/>
                      <a:ext cx="379926" cy="354979"/>
                      <a:chOff x="3023317" y="3428997"/>
                      <a:chExt cx="750195" cy="2253796"/>
                    </a:xfrm>
                  </p:grpSpPr>
                  <p:sp>
                    <p:nvSpPr>
                      <p:cNvPr id="1460" name="Arc 1459">
                        <a:extLst>
                          <a:ext uri="{FF2B5EF4-FFF2-40B4-BE49-F238E27FC236}">
                            <a16:creationId xmlns:a16="http://schemas.microsoft.com/office/drawing/2014/main" id="{1F275FEF-C6EA-E265-DEDF-E7CA33F0CD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23317" y="3428998"/>
                        <a:ext cx="727656" cy="2253795"/>
                      </a:xfrm>
                      <a:prstGeom prst="arc">
                        <a:avLst>
                          <a:gd name="adj1" fmla="val 16200000"/>
                          <a:gd name="adj2" fmla="val 19921198"/>
                        </a:avLst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461" name="Arc 1460">
                        <a:extLst>
                          <a:ext uri="{FF2B5EF4-FFF2-40B4-BE49-F238E27FC236}">
                            <a16:creationId xmlns:a16="http://schemas.microsoft.com/office/drawing/2014/main" id="{59BECF8B-630D-CCF2-9388-7313F557AC22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2282786" y="4192067"/>
                        <a:ext cx="2253795" cy="727656"/>
                      </a:xfrm>
                      <a:prstGeom prst="arc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cxnSp>
                  <p:nvCxnSpPr>
                    <p:cNvPr id="1458" name="Straight Connector 1457">
                      <a:extLst>
                        <a:ext uri="{FF2B5EF4-FFF2-40B4-BE49-F238E27FC236}">
                          <a16:creationId xmlns:a16="http://schemas.microsoft.com/office/drawing/2014/main" id="{5908E194-3F64-02C7-9A85-E6457D20218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240238" y="3162759"/>
                      <a:ext cx="0" cy="1329152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480" name="Group 1479">
                    <a:extLst>
                      <a:ext uri="{FF2B5EF4-FFF2-40B4-BE49-F238E27FC236}">
                        <a16:creationId xmlns:a16="http://schemas.microsoft.com/office/drawing/2014/main" id="{C13C3234-62D9-E722-9185-DE9FEA1224A9}"/>
                      </a:ext>
                    </a:extLst>
                  </p:cNvPr>
                  <p:cNvGrpSpPr/>
                  <p:nvPr/>
                </p:nvGrpSpPr>
                <p:grpSpPr>
                  <a:xfrm>
                    <a:off x="7711679" y="3823273"/>
                    <a:ext cx="427447" cy="1506642"/>
                    <a:chOff x="5228823" y="3162759"/>
                    <a:chExt cx="379926" cy="1506642"/>
                  </a:xfrm>
                </p:grpSpPr>
                <p:grpSp>
                  <p:nvGrpSpPr>
                    <p:cNvPr id="1481" name="Group 1480">
                      <a:extLst>
                        <a:ext uri="{FF2B5EF4-FFF2-40B4-BE49-F238E27FC236}">
                          <a16:creationId xmlns:a16="http://schemas.microsoft.com/office/drawing/2014/main" id="{2D48B5B8-DE9B-BA35-F55B-55763464E1B7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5228823" y="4314422"/>
                      <a:ext cx="379926" cy="354979"/>
                      <a:chOff x="3023317" y="3428997"/>
                      <a:chExt cx="750195" cy="2253796"/>
                    </a:xfrm>
                  </p:grpSpPr>
                  <p:sp>
                    <p:nvSpPr>
                      <p:cNvPr id="1484" name="Arc 1483">
                        <a:extLst>
                          <a:ext uri="{FF2B5EF4-FFF2-40B4-BE49-F238E27FC236}">
                            <a16:creationId xmlns:a16="http://schemas.microsoft.com/office/drawing/2014/main" id="{D46F6F2D-5164-C3DE-2B07-6621138FE6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23317" y="3428998"/>
                        <a:ext cx="727656" cy="2253795"/>
                      </a:xfrm>
                      <a:prstGeom prst="arc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485" name="Arc 1484">
                        <a:extLst>
                          <a:ext uri="{FF2B5EF4-FFF2-40B4-BE49-F238E27FC236}">
                            <a16:creationId xmlns:a16="http://schemas.microsoft.com/office/drawing/2014/main" id="{CD4AE1B9-0BFA-99C2-003F-E5E7BBAB6B80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2282786" y="4192067"/>
                        <a:ext cx="2253795" cy="727656"/>
                      </a:xfrm>
                      <a:prstGeom prst="arc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cxnSp>
                  <p:nvCxnSpPr>
                    <p:cNvPr id="1482" name="Straight Connector 1481">
                      <a:extLst>
                        <a:ext uri="{FF2B5EF4-FFF2-40B4-BE49-F238E27FC236}">
                          <a16:creationId xmlns:a16="http://schemas.microsoft.com/office/drawing/2014/main" id="{D028E26F-36C4-F8EA-34F1-D3D949CEC67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240238" y="3162759"/>
                      <a:ext cx="0" cy="1329152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486" name="Group 1485">
                    <a:extLst>
                      <a:ext uri="{FF2B5EF4-FFF2-40B4-BE49-F238E27FC236}">
                        <a16:creationId xmlns:a16="http://schemas.microsoft.com/office/drawing/2014/main" id="{2C2EBE05-FE1F-0D35-765A-CAC4B9D70695}"/>
                      </a:ext>
                    </a:extLst>
                  </p:cNvPr>
                  <p:cNvGrpSpPr/>
                  <p:nvPr/>
                </p:nvGrpSpPr>
                <p:grpSpPr>
                  <a:xfrm>
                    <a:off x="7867181" y="3624354"/>
                    <a:ext cx="427447" cy="1506642"/>
                    <a:chOff x="5228823" y="3162759"/>
                    <a:chExt cx="379926" cy="1506642"/>
                  </a:xfrm>
                </p:grpSpPr>
                <p:grpSp>
                  <p:nvGrpSpPr>
                    <p:cNvPr id="1487" name="Group 1486">
                      <a:extLst>
                        <a:ext uri="{FF2B5EF4-FFF2-40B4-BE49-F238E27FC236}">
                          <a16:creationId xmlns:a16="http://schemas.microsoft.com/office/drawing/2014/main" id="{DD3F040E-1F82-E74B-78D9-69595F7BAABE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5228823" y="4314422"/>
                      <a:ext cx="379926" cy="354979"/>
                      <a:chOff x="3023317" y="3428997"/>
                      <a:chExt cx="750195" cy="2253796"/>
                    </a:xfrm>
                  </p:grpSpPr>
                  <p:sp>
                    <p:nvSpPr>
                      <p:cNvPr id="1490" name="Arc 1489">
                        <a:extLst>
                          <a:ext uri="{FF2B5EF4-FFF2-40B4-BE49-F238E27FC236}">
                            <a16:creationId xmlns:a16="http://schemas.microsoft.com/office/drawing/2014/main" id="{78112260-1030-8AD6-4374-DDD5657E12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23317" y="3428998"/>
                        <a:ext cx="727656" cy="2253795"/>
                      </a:xfrm>
                      <a:prstGeom prst="arc">
                        <a:avLst>
                          <a:gd name="adj1" fmla="val 16200000"/>
                          <a:gd name="adj2" fmla="val 307998"/>
                        </a:avLst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491" name="Arc 1490">
                        <a:extLst>
                          <a:ext uri="{FF2B5EF4-FFF2-40B4-BE49-F238E27FC236}">
                            <a16:creationId xmlns:a16="http://schemas.microsoft.com/office/drawing/2014/main" id="{AEC4B964-E7A2-7BD7-0D36-26226FC8C7FE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2282786" y="4192067"/>
                        <a:ext cx="2253795" cy="727656"/>
                      </a:xfrm>
                      <a:prstGeom prst="arc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cxnSp>
                  <p:nvCxnSpPr>
                    <p:cNvPr id="1488" name="Straight Connector 1487">
                      <a:extLst>
                        <a:ext uri="{FF2B5EF4-FFF2-40B4-BE49-F238E27FC236}">
                          <a16:creationId xmlns:a16="http://schemas.microsoft.com/office/drawing/2014/main" id="{E35F11DB-3D4A-26B6-77B4-BD0602A26A8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240238" y="3162759"/>
                      <a:ext cx="0" cy="1329152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492" name="Group 1491">
                    <a:extLst>
                      <a:ext uri="{FF2B5EF4-FFF2-40B4-BE49-F238E27FC236}">
                        <a16:creationId xmlns:a16="http://schemas.microsoft.com/office/drawing/2014/main" id="{39522F3E-390F-8909-E4C4-327B08C91EC4}"/>
                      </a:ext>
                    </a:extLst>
                  </p:cNvPr>
                  <p:cNvGrpSpPr/>
                  <p:nvPr/>
                </p:nvGrpSpPr>
                <p:grpSpPr>
                  <a:xfrm>
                    <a:off x="8058318" y="3424931"/>
                    <a:ext cx="427447" cy="1506642"/>
                    <a:chOff x="5228823" y="3162759"/>
                    <a:chExt cx="379926" cy="1506642"/>
                  </a:xfrm>
                </p:grpSpPr>
                <p:grpSp>
                  <p:nvGrpSpPr>
                    <p:cNvPr id="1493" name="Group 1492">
                      <a:extLst>
                        <a:ext uri="{FF2B5EF4-FFF2-40B4-BE49-F238E27FC236}">
                          <a16:creationId xmlns:a16="http://schemas.microsoft.com/office/drawing/2014/main" id="{952DCC11-8C41-1866-B991-B241C1CF9A13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5228823" y="4314422"/>
                      <a:ext cx="379926" cy="354979"/>
                      <a:chOff x="3023317" y="3428997"/>
                      <a:chExt cx="750195" cy="2253796"/>
                    </a:xfrm>
                  </p:grpSpPr>
                  <p:sp>
                    <p:nvSpPr>
                      <p:cNvPr id="1496" name="Arc 1495">
                        <a:extLst>
                          <a:ext uri="{FF2B5EF4-FFF2-40B4-BE49-F238E27FC236}">
                            <a16:creationId xmlns:a16="http://schemas.microsoft.com/office/drawing/2014/main" id="{0844FC34-2C70-6E29-E660-CFFAD016D7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23317" y="3428998"/>
                        <a:ext cx="727656" cy="2253795"/>
                      </a:xfrm>
                      <a:prstGeom prst="arc">
                        <a:avLst>
                          <a:gd name="adj1" fmla="val 16200000"/>
                          <a:gd name="adj2" fmla="val 20988897"/>
                        </a:avLst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497" name="Arc 1496">
                        <a:extLst>
                          <a:ext uri="{FF2B5EF4-FFF2-40B4-BE49-F238E27FC236}">
                            <a16:creationId xmlns:a16="http://schemas.microsoft.com/office/drawing/2014/main" id="{7E33768C-925C-C444-6031-F82516CCCA52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2282786" y="4192067"/>
                        <a:ext cx="2253795" cy="727656"/>
                      </a:xfrm>
                      <a:prstGeom prst="arc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cxnSp>
                  <p:nvCxnSpPr>
                    <p:cNvPr id="1494" name="Straight Connector 1493">
                      <a:extLst>
                        <a:ext uri="{FF2B5EF4-FFF2-40B4-BE49-F238E27FC236}">
                          <a16:creationId xmlns:a16="http://schemas.microsoft.com/office/drawing/2014/main" id="{BD99D690-005C-1D21-B06C-96391B00210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240238" y="3162759"/>
                      <a:ext cx="0" cy="1329152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498" name="Group 1497">
                    <a:extLst>
                      <a:ext uri="{FF2B5EF4-FFF2-40B4-BE49-F238E27FC236}">
                        <a16:creationId xmlns:a16="http://schemas.microsoft.com/office/drawing/2014/main" id="{73F12856-29E0-0B06-E639-D8F66D56D006}"/>
                      </a:ext>
                    </a:extLst>
                  </p:cNvPr>
                  <p:cNvGrpSpPr/>
                  <p:nvPr/>
                </p:nvGrpSpPr>
                <p:grpSpPr>
                  <a:xfrm>
                    <a:off x="7603756" y="4051389"/>
                    <a:ext cx="427447" cy="1506642"/>
                    <a:chOff x="5228823" y="3162759"/>
                    <a:chExt cx="379926" cy="1506642"/>
                  </a:xfrm>
                </p:grpSpPr>
                <p:grpSp>
                  <p:nvGrpSpPr>
                    <p:cNvPr id="1499" name="Group 1498">
                      <a:extLst>
                        <a:ext uri="{FF2B5EF4-FFF2-40B4-BE49-F238E27FC236}">
                          <a16:creationId xmlns:a16="http://schemas.microsoft.com/office/drawing/2014/main" id="{47566CE5-7A46-E439-BD3F-9EE32608039E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5228823" y="4314422"/>
                      <a:ext cx="379926" cy="354979"/>
                      <a:chOff x="3023317" y="3428997"/>
                      <a:chExt cx="750195" cy="2253796"/>
                    </a:xfrm>
                  </p:grpSpPr>
                  <p:sp>
                    <p:nvSpPr>
                      <p:cNvPr id="1502" name="Arc 1501">
                        <a:extLst>
                          <a:ext uri="{FF2B5EF4-FFF2-40B4-BE49-F238E27FC236}">
                            <a16:creationId xmlns:a16="http://schemas.microsoft.com/office/drawing/2014/main" id="{5C5EBDB0-E341-21E9-546E-73782AC6BB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23317" y="3428998"/>
                        <a:ext cx="727656" cy="2253795"/>
                      </a:xfrm>
                      <a:prstGeom prst="arc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503" name="Arc 1502">
                        <a:extLst>
                          <a:ext uri="{FF2B5EF4-FFF2-40B4-BE49-F238E27FC236}">
                            <a16:creationId xmlns:a16="http://schemas.microsoft.com/office/drawing/2014/main" id="{D6739F8A-43C4-D5E5-F167-25165D49EB42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2282786" y="4192067"/>
                        <a:ext cx="2253795" cy="727656"/>
                      </a:xfrm>
                      <a:prstGeom prst="arc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cxnSp>
                  <p:nvCxnSpPr>
                    <p:cNvPr id="1500" name="Straight Connector 1499">
                      <a:extLst>
                        <a:ext uri="{FF2B5EF4-FFF2-40B4-BE49-F238E27FC236}">
                          <a16:creationId xmlns:a16="http://schemas.microsoft.com/office/drawing/2014/main" id="{2B12330F-006B-0D7D-1C4F-2A54375291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240238" y="3162759"/>
                      <a:ext cx="0" cy="1329152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04" name="Group 1503">
                    <a:extLst>
                      <a:ext uri="{FF2B5EF4-FFF2-40B4-BE49-F238E27FC236}">
                        <a16:creationId xmlns:a16="http://schemas.microsoft.com/office/drawing/2014/main" id="{46DA9C84-1EAD-5275-467D-464CC1E321EA}"/>
                      </a:ext>
                    </a:extLst>
                  </p:cNvPr>
                  <p:cNvGrpSpPr/>
                  <p:nvPr/>
                </p:nvGrpSpPr>
                <p:grpSpPr>
                  <a:xfrm>
                    <a:off x="7125523" y="4307466"/>
                    <a:ext cx="427447" cy="1506642"/>
                    <a:chOff x="5228823" y="3162759"/>
                    <a:chExt cx="379926" cy="1506642"/>
                  </a:xfrm>
                </p:grpSpPr>
                <p:grpSp>
                  <p:nvGrpSpPr>
                    <p:cNvPr id="1505" name="Group 1504">
                      <a:extLst>
                        <a:ext uri="{FF2B5EF4-FFF2-40B4-BE49-F238E27FC236}">
                          <a16:creationId xmlns:a16="http://schemas.microsoft.com/office/drawing/2014/main" id="{1C48344B-D47B-3973-1E74-1D492B813046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5228823" y="4314422"/>
                      <a:ext cx="379926" cy="354979"/>
                      <a:chOff x="3023317" y="3428997"/>
                      <a:chExt cx="750195" cy="2253796"/>
                    </a:xfrm>
                  </p:grpSpPr>
                  <p:sp>
                    <p:nvSpPr>
                      <p:cNvPr id="1508" name="Arc 1507">
                        <a:extLst>
                          <a:ext uri="{FF2B5EF4-FFF2-40B4-BE49-F238E27FC236}">
                            <a16:creationId xmlns:a16="http://schemas.microsoft.com/office/drawing/2014/main" id="{4273E3AB-AF5D-2175-A0B3-6B374EFFEA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23317" y="3428998"/>
                        <a:ext cx="727656" cy="2253795"/>
                      </a:xfrm>
                      <a:prstGeom prst="arc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509" name="Arc 1508">
                        <a:extLst>
                          <a:ext uri="{FF2B5EF4-FFF2-40B4-BE49-F238E27FC236}">
                            <a16:creationId xmlns:a16="http://schemas.microsoft.com/office/drawing/2014/main" id="{744621B3-EF12-5124-B4A3-7F7D905E2AE1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2282786" y="4192067"/>
                        <a:ext cx="2253795" cy="727656"/>
                      </a:xfrm>
                      <a:prstGeom prst="arc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cxnSp>
                  <p:nvCxnSpPr>
                    <p:cNvPr id="1506" name="Straight Connector 1505">
                      <a:extLst>
                        <a:ext uri="{FF2B5EF4-FFF2-40B4-BE49-F238E27FC236}">
                          <a16:creationId xmlns:a16="http://schemas.microsoft.com/office/drawing/2014/main" id="{DF098081-A741-A592-C49F-5310D0600EB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240238" y="3162759"/>
                      <a:ext cx="0" cy="1329152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07" name="Straight Connector 1506">
                      <a:extLst>
                        <a:ext uri="{FF2B5EF4-FFF2-40B4-BE49-F238E27FC236}">
                          <a16:creationId xmlns:a16="http://schemas.microsoft.com/office/drawing/2014/main" id="{63534225-EE80-AC0A-AEF0-A36348652A8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597334" y="3162759"/>
                      <a:ext cx="0" cy="1348466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10" name="Group 1509">
                    <a:extLst>
                      <a:ext uri="{FF2B5EF4-FFF2-40B4-BE49-F238E27FC236}">
                        <a16:creationId xmlns:a16="http://schemas.microsoft.com/office/drawing/2014/main" id="{E51DD7C3-4F3E-9C8F-7636-4FE538B3E394}"/>
                      </a:ext>
                    </a:extLst>
                  </p:cNvPr>
                  <p:cNvGrpSpPr/>
                  <p:nvPr/>
                </p:nvGrpSpPr>
                <p:grpSpPr>
                  <a:xfrm>
                    <a:off x="6717766" y="4314448"/>
                    <a:ext cx="427447" cy="1506642"/>
                    <a:chOff x="5228823" y="3162759"/>
                    <a:chExt cx="379926" cy="1506642"/>
                  </a:xfrm>
                </p:grpSpPr>
                <p:grpSp>
                  <p:nvGrpSpPr>
                    <p:cNvPr id="1511" name="Group 1510">
                      <a:extLst>
                        <a:ext uri="{FF2B5EF4-FFF2-40B4-BE49-F238E27FC236}">
                          <a16:creationId xmlns:a16="http://schemas.microsoft.com/office/drawing/2014/main" id="{8F0DDDF6-3E58-E6E9-CCDB-0981862FF6F5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5228823" y="4314422"/>
                      <a:ext cx="379926" cy="354979"/>
                      <a:chOff x="3023317" y="3428997"/>
                      <a:chExt cx="750195" cy="2253796"/>
                    </a:xfrm>
                  </p:grpSpPr>
                  <p:sp>
                    <p:nvSpPr>
                      <p:cNvPr id="1514" name="Arc 1513">
                        <a:extLst>
                          <a:ext uri="{FF2B5EF4-FFF2-40B4-BE49-F238E27FC236}">
                            <a16:creationId xmlns:a16="http://schemas.microsoft.com/office/drawing/2014/main" id="{FF7255A1-2BF9-3461-7AB9-8C58693D97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23317" y="3428998"/>
                        <a:ext cx="727656" cy="2253795"/>
                      </a:xfrm>
                      <a:prstGeom prst="arc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515" name="Arc 1514">
                        <a:extLst>
                          <a:ext uri="{FF2B5EF4-FFF2-40B4-BE49-F238E27FC236}">
                            <a16:creationId xmlns:a16="http://schemas.microsoft.com/office/drawing/2014/main" id="{49043881-FA7C-0A16-EAB7-996861C2D17F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2282786" y="4192067"/>
                        <a:ext cx="2253795" cy="727656"/>
                      </a:xfrm>
                      <a:prstGeom prst="arc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cxnSp>
                  <p:nvCxnSpPr>
                    <p:cNvPr id="1512" name="Straight Connector 1511">
                      <a:extLst>
                        <a:ext uri="{FF2B5EF4-FFF2-40B4-BE49-F238E27FC236}">
                          <a16:creationId xmlns:a16="http://schemas.microsoft.com/office/drawing/2014/main" id="{42297A15-8F6A-D4FE-76C8-216E03010E5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240238" y="3162759"/>
                      <a:ext cx="0" cy="1329152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3" name="Straight Connector 1512">
                      <a:extLst>
                        <a:ext uri="{FF2B5EF4-FFF2-40B4-BE49-F238E27FC236}">
                          <a16:creationId xmlns:a16="http://schemas.microsoft.com/office/drawing/2014/main" id="{41015685-E90B-F5CD-50D2-CCDDD516E3E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597334" y="3162759"/>
                      <a:ext cx="0" cy="1348466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16" name="Group 1515">
                    <a:extLst>
                      <a:ext uri="{FF2B5EF4-FFF2-40B4-BE49-F238E27FC236}">
                        <a16:creationId xmlns:a16="http://schemas.microsoft.com/office/drawing/2014/main" id="{9B4D0DB1-9C31-72ED-1DBD-542427568FC3}"/>
                      </a:ext>
                    </a:extLst>
                  </p:cNvPr>
                  <p:cNvGrpSpPr/>
                  <p:nvPr/>
                </p:nvGrpSpPr>
                <p:grpSpPr>
                  <a:xfrm>
                    <a:off x="6316004" y="4298732"/>
                    <a:ext cx="427447" cy="1506642"/>
                    <a:chOff x="5228823" y="3162759"/>
                    <a:chExt cx="379926" cy="1506642"/>
                  </a:xfrm>
                </p:grpSpPr>
                <p:grpSp>
                  <p:nvGrpSpPr>
                    <p:cNvPr id="1517" name="Group 1516">
                      <a:extLst>
                        <a:ext uri="{FF2B5EF4-FFF2-40B4-BE49-F238E27FC236}">
                          <a16:creationId xmlns:a16="http://schemas.microsoft.com/office/drawing/2014/main" id="{1DFC160D-5D72-CDF4-100E-2007FE677C5D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5228823" y="4314422"/>
                      <a:ext cx="379926" cy="354979"/>
                      <a:chOff x="3023317" y="3428997"/>
                      <a:chExt cx="750195" cy="2253796"/>
                    </a:xfrm>
                  </p:grpSpPr>
                  <p:sp>
                    <p:nvSpPr>
                      <p:cNvPr id="1520" name="Arc 1519">
                        <a:extLst>
                          <a:ext uri="{FF2B5EF4-FFF2-40B4-BE49-F238E27FC236}">
                            <a16:creationId xmlns:a16="http://schemas.microsoft.com/office/drawing/2014/main" id="{BBA42E50-2F37-7E7E-FE3C-AF98C00DC7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23317" y="3428998"/>
                        <a:ext cx="727656" cy="2253795"/>
                      </a:xfrm>
                      <a:prstGeom prst="arc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521" name="Arc 1520">
                        <a:extLst>
                          <a:ext uri="{FF2B5EF4-FFF2-40B4-BE49-F238E27FC236}">
                            <a16:creationId xmlns:a16="http://schemas.microsoft.com/office/drawing/2014/main" id="{531DDDE4-1DC1-778F-C78D-9ECA582CD9C5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2282786" y="4192067"/>
                        <a:ext cx="2253795" cy="727656"/>
                      </a:xfrm>
                      <a:prstGeom prst="arc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cxnSp>
                  <p:nvCxnSpPr>
                    <p:cNvPr id="1518" name="Straight Connector 1517">
                      <a:extLst>
                        <a:ext uri="{FF2B5EF4-FFF2-40B4-BE49-F238E27FC236}">
                          <a16:creationId xmlns:a16="http://schemas.microsoft.com/office/drawing/2014/main" id="{CCFE78B5-8D3B-0B62-9CEC-DA67FAC933A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240238" y="3162759"/>
                      <a:ext cx="0" cy="1329152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9" name="Straight Connector 1518">
                      <a:extLst>
                        <a:ext uri="{FF2B5EF4-FFF2-40B4-BE49-F238E27FC236}">
                          <a16:creationId xmlns:a16="http://schemas.microsoft.com/office/drawing/2014/main" id="{18A36F23-7C6D-EDDE-359F-5891257C679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597334" y="3162759"/>
                      <a:ext cx="0" cy="1348466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22" name="Group 1521">
                    <a:extLst>
                      <a:ext uri="{FF2B5EF4-FFF2-40B4-BE49-F238E27FC236}">
                        <a16:creationId xmlns:a16="http://schemas.microsoft.com/office/drawing/2014/main" id="{8265C74C-9BBA-2E1E-0556-1A07BBEEF4AE}"/>
                      </a:ext>
                    </a:extLst>
                  </p:cNvPr>
                  <p:cNvGrpSpPr/>
                  <p:nvPr/>
                </p:nvGrpSpPr>
                <p:grpSpPr>
                  <a:xfrm>
                    <a:off x="8496466" y="3216598"/>
                    <a:ext cx="427447" cy="1506642"/>
                    <a:chOff x="5228823" y="3162759"/>
                    <a:chExt cx="379926" cy="1506642"/>
                  </a:xfrm>
                </p:grpSpPr>
                <p:grpSp>
                  <p:nvGrpSpPr>
                    <p:cNvPr id="1523" name="Group 1522">
                      <a:extLst>
                        <a:ext uri="{FF2B5EF4-FFF2-40B4-BE49-F238E27FC236}">
                          <a16:creationId xmlns:a16="http://schemas.microsoft.com/office/drawing/2014/main" id="{C8AABB34-5816-DC9D-EAEF-0AADB0122D8E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5228823" y="4314422"/>
                      <a:ext cx="379926" cy="354979"/>
                      <a:chOff x="3023317" y="3428997"/>
                      <a:chExt cx="750195" cy="2253796"/>
                    </a:xfrm>
                  </p:grpSpPr>
                  <p:sp>
                    <p:nvSpPr>
                      <p:cNvPr id="1526" name="Arc 1525">
                        <a:extLst>
                          <a:ext uri="{FF2B5EF4-FFF2-40B4-BE49-F238E27FC236}">
                            <a16:creationId xmlns:a16="http://schemas.microsoft.com/office/drawing/2014/main" id="{9406903E-467F-072A-596E-63DD1FF9F4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23317" y="3428998"/>
                        <a:ext cx="727656" cy="2253795"/>
                      </a:xfrm>
                      <a:prstGeom prst="arc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527" name="Arc 1526">
                        <a:extLst>
                          <a:ext uri="{FF2B5EF4-FFF2-40B4-BE49-F238E27FC236}">
                            <a16:creationId xmlns:a16="http://schemas.microsoft.com/office/drawing/2014/main" id="{FA67819D-90F2-EA7E-C87A-7CCCA7188D32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2282786" y="4192067"/>
                        <a:ext cx="2253795" cy="727656"/>
                      </a:xfrm>
                      <a:prstGeom prst="arc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cxnSp>
                  <p:nvCxnSpPr>
                    <p:cNvPr id="1524" name="Straight Connector 1523">
                      <a:extLst>
                        <a:ext uri="{FF2B5EF4-FFF2-40B4-BE49-F238E27FC236}">
                          <a16:creationId xmlns:a16="http://schemas.microsoft.com/office/drawing/2014/main" id="{9A584517-D6F1-E7A6-769B-6698E8660B1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240238" y="3162759"/>
                      <a:ext cx="0" cy="1329152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5" name="Straight Connector 1524">
                      <a:extLst>
                        <a:ext uri="{FF2B5EF4-FFF2-40B4-BE49-F238E27FC236}">
                          <a16:creationId xmlns:a16="http://schemas.microsoft.com/office/drawing/2014/main" id="{A73EA315-CB62-D8C7-4BC9-AD6FA3AFA4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597334" y="3162759"/>
                      <a:ext cx="0" cy="1348466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28" name="Group 1527">
                    <a:extLst>
                      <a:ext uri="{FF2B5EF4-FFF2-40B4-BE49-F238E27FC236}">
                        <a16:creationId xmlns:a16="http://schemas.microsoft.com/office/drawing/2014/main" id="{54B2D7F3-A785-0E6B-104E-07B8912A7B85}"/>
                      </a:ext>
                    </a:extLst>
                  </p:cNvPr>
                  <p:cNvGrpSpPr/>
                  <p:nvPr/>
                </p:nvGrpSpPr>
                <p:grpSpPr>
                  <a:xfrm>
                    <a:off x="7538032" y="4300484"/>
                    <a:ext cx="427447" cy="1506642"/>
                    <a:chOff x="5228823" y="3162759"/>
                    <a:chExt cx="379926" cy="1506642"/>
                  </a:xfrm>
                </p:grpSpPr>
                <p:grpSp>
                  <p:nvGrpSpPr>
                    <p:cNvPr id="1529" name="Group 1528">
                      <a:extLst>
                        <a:ext uri="{FF2B5EF4-FFF2-40B4-BE49-F238E27FC236}">
                          <a16:creationId xmlns:a16="http://schemas.microsoft.com/office/drawing/2014/main" id="{F42E01C5-2A3A-E35A-A2FA-EB7DB0433CF9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5228823" y="4314422"/>
                      <a:ext cx="379926" cy="354979"/>
                      <a:chOff x="3023317" y="3428997"/>
                      <a:chExt cx="750195" cy="2253796"/>
                    </a:xfrm>
                  </p:grpSpPr>
                  <p:sp>
                    <p:nvSpPr>
                      <p:cNvPr id="1532" name="Arc 1531">
                        <a:extLst>
                          <a:ext uri="{FF2B5EF4-FFF2-40B4-BE49-F238E27FC236}">
                            <a16:creationId xmlns:a16="http://schemas.microsoft.com/office/drawing/2014/main" id="{750362A4-0016-1311-72A4-EBD0287990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23317" y="3428998"/>
                        <a:ext cx="727656" cy="2253795"/>
                      </a:xfrm>
                      <a:prstGeom prst="arc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533" name="Arc 1532">
                        <a:extLst>
                          <a:ext uri="{FF2B5EF4-FFF2-40B4-BE49-F238E27FC236}">
                            <a16:creationId xmlns:a16="http://schemas.microsoft.com/office/drawing/2014/main" id="{554D74AF-117D-BB79-BEE6-18D2DCEFDAC6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2282786" y="4192067"/>
                        <a:ext cx="2253795" cy="727656"/>
                      </a:xfrm>
                      <a:prstGeom prst="arc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cxnSp>
                  <p:nvCxnSpPr>
                    <p:cNvPr id="1530" name="Straight Connector 1529">
                      <a:extLst>
                        <a:ext uri="{FF2B5EF4-FFF2-40B4-BE49-F238E27FC236}">
                          <a16:creationId xmlns:a16="http://schemas.microsoft.com/office/drawing/2014/main" id="{52ED15CB-A2CC-1E1F-D988-5871D39389D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240238" y="3162759"/>
                      <a:ext cx="0" cy="1329152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1" name="Straight Connector 1530">
                      <a:extLst>
                        <a:ext uri="{FF2B5EF4-FFF2-40B4-BE49-F238E27FC236}">
                          <a16:creationId xmlns:a16="http://schemas.microsoft.com/office/drawing/2014/main" id="{B61B625C-B43F-C9D2-280D-1B8599E9A67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594187" y="4373856"/>
                      <a:ext cx="2235" cy="152492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544" name="Straight Connector 1543">
                    <a:extLst>
                      <a:ext uri="{FF2B5EF4-FFF2-40B4-BE49-F238E27FC236}">
                        <a16:creationId xmlns:a16="http://schemas.microsoft.com/office/drawing/2014/main" id="{B9F6172E-4D47-F03E-FF95-0F209546E3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018359" y="5308994"/>
                    <a:ext cx="1" cy="12643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8" name="Straight Connector 1547">
                    <a:extLst>
                      <a:ext uri="{FF2B5EF4-FFF2-40B4-BE49-F238E27FC236}">
                        <a16:creationId xmlns:a16="http://schemas.microsoft.com/office/drawing/2014/main" id="{CB8A95BA-1401-E7CA-28FB-E6D47189AD92}"/>
                      </a:ext>
                    </a:extLst>
                  </p:cNvPr>
                  <p:cNvCxnSpPr>
                    <a:cxnSpLocks/>
                    <a:stCxn id="1484" idx="2"/>
                  </p:cNvCxnSpPr>
                  <p:nvPr/>
                </p:nvCxnSpPr>
                <p:spPr>
                  <a:xfrm flipV="1">
                    <a:off x="8126284" y="5134076"/>
                    <a:ext cx="1459" cy="1834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769" name="Oval 1768">
                <a:extLst>
                  <a:ext uri="{FF2B5EF4-FFF2-40B4-BE49-F238E27FC236}">
                    <a16:creationId xmlns:a16="http://schemas.microsoft.com/office/drawing/2014/main" id="{91587859-99C9-C77C-FCDD-4C68942678F7}"/>
                  </a:ext>
                </a:extLst>
              </p:cNvPr>
              <p:cNvSpPr/>
              <p:nvPr/>
            </p:nvSpPr>
            <p:spPr>
              <a:xfrm>
                <a:off x="1522497" y="5616962"/>
                <a:ext cx="68313" cy="59778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79" name="TextBox 1778">
              <a:extLst>
                <a:ext uri="{FF2B5EF4-FFF2-40B4-BE49-F238E27FC236}">
                  <a16:creationId xmlns:a16="http://schemas.microsoft.com/office/drawing/2014/main" id="{BB2C31C9-6189-894F-F641-E85B50108413}"/>
                </a:ext>
              </a:extLst>
            </p:cNvPr>
            <p:cNvSpPr txBox="1"/>
            <p:nvPr/>
          </p:nvSpPr>
          <p:spPr>
            <a:xfrm>
              <a:off x="3231705" y="5681981"/>
              <a:ext cx="2779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Toolpath of the Test Shape</a:t>
              </a:r>
            </a:p>
          </p:txBody>
        </p:sp>
        <p:sp>
          <p:nvSpPr>
            <p:cNvPr id="1780" name="TextBox 1779">
              <a:extLst>
                <a:ext uri="{FF2B5EF4-FFF2-40B4-BE49-F238E27FC236}">
                  <a16:creationId xmlns:a16="http://schemas.microsoft.com/office/drawing/2014/main" id="{D98F8419-B84C-3E6F-7AFA-DABAF1369055}"/>
                </a:ext>
              </a:extLst>
            </p:cNvPr>
            <p:cNvSpPr txBox="1"/>
            <p:nvPr/>
          </p:nvSpPr>
          <p:spPr>
            <a:xfrm>
              <a:off x="44031" y="4982293"/>
              <a:ext cx="13176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Tool Center</a:t>
              </a:r>
            </a:p>
          </p:txBody>
        </p:sp>
        <p:cxnSp>
          <p:nvCxnSpPr>
            <p:cNvPr id="1782" name="Straight Arrow Connector 1781">
              <a:extLst>
                <a:ext uri="{FF2B5EF4-FFF2-40B4-BE49-F238E27FC236}">
                  <a16:creationId xmlns:a16="http://schemas.microsoft.com/office/drawing/2014/main" id="{9D59C48C-7ACF-07CB-CA10-7B803E05FBA9}"/>
                </a:ext>
              </a:extLst>
            </p:cNvPr>
            <p:cNvCxnSpPr>
              <a:cxnSpLocks/>
              <a:stCxn id="1780" idx="2"/>
              <a:endCxn id="1769" idx="2"/>
            </p:cNvCxnSpPr>
            <p:nvPr/>
          </p:nvCxnSpPr>
          <p:spPr>
            <a:xfrm>
              <a:off x="702834" y="5351625"/>
              <a:ext cx="815791" cy="29522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4" name="Straight Arrow Connector 1783">
              <a:extLst>
                <a:ext uri="{FF2B5EF4-FFF2-40B4-BE49-F238E27FC236}">
                  <a16:creationId xmlns:a16="http://schemas.microsoft.com/office/drawing/2014/main" id="{F3FC9644-9E87-057D-2BCE-F67456EAF798}"/>
                </a:ext>
              </a:extLst>
            </p:cNvPr>
            <p:cNvCxnSpPr>
              <a:cxnSpLocks/>
              <a:stCxn id="1779" idx="0"/>
              <a:endCxn id="1443" idx="2"/>
            </p:cNvCxnSpPr>
            <p:nvPr/>
          </p:nvCxnSpPr>
          <p:spPr>
            <a:xfrm flipH="1" flipV="1">
              <a:off x="4034480" y="4678124"/>
              <a:ext cx="587061" cy="100385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3" name="Group 1812">
            <a:extLst>
              <a:ext uri="{FF2B5EF4-FFF2-40B4-BE49-F238E27FC236}">
                <a16:creationId xmlns:a16="http://schemas.microsoft.com/office/drawing/2014/main" id="{4B4EF4E4-C47C-240E-0132-8562AC46521C}"/>
              </a:ext>
            </a:extLst>
          </p:cNvPr>
          <p:cNvGrpSpPr/>
          <p:nvPr/>
        </p:nvGrpSpPr>
        <p:grpSpPr>
          <a:xfrm>
            <a:off x="5645995" y="1600857"/>
            <a:ext cx="5635853" cy="3325073"/>
            <a:chOff x="6496000" y="2708441"/>
            <a:chExt cx="5635853" cy="3325073"/>
          </a:xfrm>
        </p:grpSpPr>
        <p:grpSp>
          <p:nvGrpSpPr>
            <p:cNvPr id="1776" name="Group 1775">
              <a:extLst>
                <a:ext uri="{FF2B5EF4-FFF2-40B4-BE49-F238E27FC236}">
                  <a16:creationId xmlns:a16="http://schemas.microsoft.com/office/drawing/2014/main" id="{FF181833-5EB1-799C-5946-22745C4C8E39}"/>
                </a:ext>
              </a:extLst>
            </p:cNvPr>
            <p:cNvGrpSpPr/>
            <p:nvPr/>
          </p:nvGrpSpPr>
          <p:grpSpPr>
            <a:xfrm>
              <a:off x="7905893" y="3404744"/>
              <a:ext cx="4225960" cy="2628770"/>
              <a:chOff x="4876376" y="3416838"/>
              <a:chExt cx="4225960" cy="2628770"/>
            </a:xfrm>
          </p:grpSpPr>
          <p:grpSp>
            <p:nvGrpSpPr>
              <p:cNvPr id="1768" name="Group 1767">
                <a:extLst>
                  <a:ext uri="{FF2B5EF4-FFF2-40B4-BE49-F238E27FC236}">
                    <a16:creationId xmlns:a16="http://schemas.microsoft.com/office/drawing/2014/main" id="{F1168CE4-70E5-B22B-CD71-2F5ED9DCCEC7}"/>
                  </a:ext>
                </a:extLst>
              </p:cNvPr>
              <p:cNvGrpSpPr/>
              <p:nvPr/>
            </p:nvGrpSpPr>
            <p:grpSpPr>
              <a:xfrm>
                <a:off x="4876376" y="3416838"/>
                <a:ext cx="4225960" cy="2628770"/>
                <a:chOff x="4343400" y="4576390"/>
                <a:chExt cx="4225960" cy="2628770"/>
              </a:xfrm>
            </p:grpSpPr>
            <p:sp>
              <p:nvSpPr>
                <p:cNvPr id="1617" name="Arc 1616">
                  <a:extLst>
                    <a:ext uri="{FF2B5EF4-FFF2-40B4-BE49-F238E27FC236}">
                      <a16:creationId xmlns:a16="http://schemas.microsoft.com/office/drawing/2014/main" id="{B1A9A8F1-AAFE-FCCC-35B1-2317D49E80A6}"/>
                    </a:ext>
                  </a:extLst>
                </p:cNvPr>
                <p:cNvSpPr/>
                <p:nvPr/>
              </p:nvSpPr>
              <p:spPr>
                <a:xfrm rot="16200000">
                  <a:off x="6183548" y="4444384"/>
                  <a:ext cx="2253805" cy="2517818"/>
                </a:xfrm>
                <a:prstGeom prst="arc">
                  <a:avLst/>
                </a:prstGeom>
                <a:ln w="19050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618" name="Group 1617">
                  <a:extLst>
                    <a:ext uri="{FF2B5EF4-FFF2-40B4-BE49-F238E27FC236}">
                      <a16:creationId xmlns:a16="http://schemas.microsoft.com/office/drawing/2014/main" id="{E3CD171A-1E6F-29BD-6476-07A57E436A52}"/>
                    </a:ext>
                  </a:extLst>
                </p:cNvPr>
                <p:cNvGrpSpPr/>
                <p:nvPr/>
              </p:nvGrpSpPr>
              <p:grpSpPr>
                <a:xfrm>
                  <a:off x="4383726" y="4728791"/>
                  <a:ext cx="3964551" cy="2253805"/>
                  <a:chOff x="4690056" y="3676915"/>
                  <a:chExt cx="3964551" cy="2253805"/>
                </a:xfrm>
              </p:grpSpPr>
              <p:sp>
                <p:nvSpPr>
                  <p:cNvPr id="1678" name="Arc 1677">
                    <a:extLst>
                      <a:ext uri="{FF2B5EF4-FFF2-40B4-BE49-F238E27FC236}">
                        <a16:creationId xmlns:a16="http://schemas.microsoft.com/office/drawing/2014/main" id="{8FE66FE6-74A2-8190-E40C-4A86C448CC2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455537" y="3731651"/>
                    <a:ext cx="2253805" cy="2144334"/>
                  </a:xfrm>
                  <a:prstGeom prst="arc">
                    <a:avLst/>
                  </a:prstGeom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679" name="Straight Connector 1678">
                    <a:extLst>
                      <a:ext uri="{FF2B5EF4-FFF2-40B4-BE49-F238E27FC236}">
                        <a16:creationId xmlns:a16="http://schemas.microsoft.com/office/drawing/2014/main" id="{EB974BF9-C408-970A-1850-BBD8D42AF691}"/>
                      </a:ext>
                    </a:extLst>
                  </p:cNvPr>
                  <p:cNvCxnSpPr>
                    <a:cxnSpLocks/>
                    <a:stCxn id="1678" idx="0"/>
                  </p:cNvCxnSpPr>
                  <p:nvPr/>
                </p:nvCxnSpPr>
                <p:spPr>
                  <a:xfrm flipH="1">
                    <a:off x="4690056" y="4803819"/>
                    <a:ext cx="1820217" cy="0"/>
                  </a:xfrm>
                  <a:prstGeom prst="line">
                    <a:avLst/>
                  </a:prstGeom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20" name="Straight Connector 1619">
                  <a:extLst>
                    <a:ext uri="{FF2B5EF4-FFF2-40B4-BE49-F238E27FC236}">
                      <a16:creationId xmlns:a16="http://schemas.microsoft.com/office/drawing/2014/main" id="{39BF7EC6-C017-53B1-FF3B-0DAC3B7971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43400" y="5698518"/>
                  <a:ext cx="1712892" cy="0"/>
                </a:xfrm>
                <a:prstGeom prst="line">
                  <a:avLst/>
                </a:prstGeom>
                <a:ln w="19050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grpSp>
              <p:nvGrpSpPr>
                <p:cNvPr id="1628" name="Group 1627">
                  <a:extLst>
                    <a:ext uri="{FF2B5EF4-FFF2-40B4-BE49-F238E27FC236}">
                      <a16:creationId xmlns:a16="http://schemas.microsoft.com/office/drawing/2014/main" id="{604B3F14-0B7F-0791-DDE0-49ABD0EACF80}"/>
                    </a:ext>
                  </a:extLst>
                </p:cNvPr>
                <p:cNvGrpSpPr/>
                <p:nvPr/>
              </p:nvGrpSpPr>
              <p:grpSpPr>
                <a:xfrm flipV="1">
                  <a:off x="4565268" y="5698518"/>
                  <a:ext cx="427447" cy="1506642"/>
                  <a:chOff x="5228823" y="3162759"/>
                  <a:chExt cx="379926" cy="1506642"/>
                </a:xfrm>
              </p:grpSpPr>
              <p:grpSp>
                <p:nvGrpSpPr>
                  <p:cNvPr id="1643" name="Group 1642">
                    <a:extLst>
                      <a:ext uri="{FF2B5EF4-FFF2-40B4-BE49-F238E27FC236}">
                        <a16:creationId xmlns:a16="http://schemas.microsoft.com/office/drawing/2014/main" id="{7A956998-EFCA-9FE7-B0F3-FD0CBE36FF09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228823" y="4314422"/>
                    <a:ext cx="379926" cy="354979"/>
                    <a:chOff x="3023317" y="3428997"/>
                    <a:chExt cx="750195" cy="2253796"/>
                  </a:xfrm>
                </p:grpSpPr>
                <p:sp>
                  <p:nvSpPr>
                    <p:cNvPr id="1646" name="Arc 1645">
                      <a:extLst>
                        <a:ext uri="{FF2B5EF4-FFF2-40B4-BE49-F238E27FC236}">
                          <a16:creationId xmlns:a16="http://schemas.microsoft.com/office/drawing/2014/main" id="{3424D88F-5E4F-FC3E-4775-558329D2CE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23317" y="3428998"/>
                      <a:ext cx="727656" cy="2253795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47" name="Arc 1646">
                      <a:extLst>
                        <a:ext uri="{FF2B5EF4-FFF2-40B4-BE49-F238E27FC236}">
                          <a16:creationId xmlns:a16="http://schemas.microsoft.com/office/drawing/2014/main" id="{30445931-D016-9C52-F2FD-3AF8FD4B156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282786" y="4192067"/>
                      <a:ext cx="2253795" cy="727656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cxnSp>
                <p:nvCxnSpPr>
                  <p:cNvPr id="1644" name="Straight Connector 1643">
                    <a:extLst>
                      <a:ext uri="{FF2B5EF4-FFF2-40B4-BE49-F238E27FC236}">
                        <a16:creationId xmlns:a16="http://schemas.microsoft.com/office/drawing/2014/main" id="{D37697CE-C033-20F6-92A6-DA5BC19A21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240238" y="3162759"/>
                    <a:ext cx="0" cy="1329152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5" name="Straight Connector 1644">
                    <a:extLst>
                      <a:ext uri="{FF2B5EF4-FFF2-40B4-BE49-F238E27FC236}">
                        <a16:creationId xmlns:a16="http://schemas.microsoft.com/office/drawing/2014/main" id="{CF9072AA-B43B-B298-A4CD-68BA403D98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97334" y="3162759"/>
                    <a:ext cx="0" cy="1348466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80" name="Group 1679">
                  <a:extLst>
                    <a:ext uri="{FF2B5EF4-FFF2-40B4-BE49-F238E27FC236}">
                      <a16:creationId xmlns:a16="http://schemas.microsoft.com/office/drawing/2014/main" id="{674604BE-CD9E-DD67-B1F2-B4456A53BA30}"/>
                    </a:ext>
                  </a:extLst>
                </p:cNvPr>
                <p:cNvGrpSpPr/>
                <p:nvPr/>
              </p:nvGrpSpPr>
              <p:grpSpPr>
                <a:xfrm flipV="1">
                  <a:off x="4970000" y="5694690"/>
                  <a:ext cx="427447" cy="1506642"/>
                  <a:chOff x="5228823" y="3162759"/>
                  <a:chExt cx="379926" cy="1506642"/>
                </a:xfrm>
              </p:grpSpPr>
              <p:grpSp>
                <p:nvGrpSpPr>
                  <p:cNvPr id="1681" name="Group 1680">
                    <a:extLst>
                      <a:ext uri="{FF2B5EF4-FFF2-40B4-BE49-F238E27FC236}">
                        <a16:creationId xmlns:a16="http://schemas.microsoft.com/office/drawing/2014/main" id="{31BF5414-4157-C9BC-0BD0-9F2C27F4E243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228823" y="4314422"/>
                    <a:ext cx="379926" cy="354979"/>
                    <a:chOff x="3023317" y="3428997"/>
                    <a:chExt cx="750195" cy="2253796"/>
                  </a:xfrm>
                </p:grpSpPr>
                <p:sp>
                  <p:nvSpPr>
                    <p:cNvPr id="1684" name="Arc 1683">
                      <a:extLst>
                        <a:ext uri="{FF2B5EF4-FFF2-40B4-BE49-F238E27FC236}">
                          <a16:creationId xmlns:a16="http://schemas.microsoft.com/office/drawing/2014/main" id="{364F1E62-9AA8-4E96-713E-8B4AF10D3F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23317" y="3428998"/>
                      <a:ext cx="727656" cy="2253795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85" name="Arc 1684">
                      <a:extLst>
                        <a:ext uri="{FF2B5EF4-FFF2-40B4-BE49-F238E27FC236}">
                          <a16:creationId xmlns:a16="http://schemas.microsoft.com/office/drawing/2014/main" id="{CA63427C-DE4F-2663-5585-42A124C3504B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282786" y="4192067"/>
                      <a:ext cx="2253795" cy="727656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cxnSp>
                <p:nvCxnSpPr>
                  <p:cNvPr id="1682" name="Straight Connector 1681">
                    <a:extLst>
                      <a:ext uri="{FF2B5EF4-FFF2-40B4-BE49-F238E27FC236}">
                        <a16:creationId xmlns:a16="http://schemas.microsoft.com/office/drawing/2014/main" id="{28697326-543F-583F-87C6-725BF41309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240238" y="3162759"/>
                    <a:ext cx="0" cy="1329152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3" name="Straight Connector 1682">
                    <a:extLst>
                      <a:ext uri="{FF2B5EF4-FFF2-40B4-BE49-F238E27FC236}">
                        <a16:creationId xmlns:a16="http://schemas.microsoft.com/office/drawing/2014/main" id="{2A613C26-8CC5-7BC4-06BB-F6486F16AA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97334" y="3162759"/>
                    <a:ext cx="0" cy="1348466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86" name="Group 1685">
                  <a:extLst>
                    <a:ext uri="{FF2B5EF4-FFF2-40B4-BE49-F238E27FC236}">
                      <a16:creationId xmlns:a16="http://schemas.microsoft.com/office/drawing/2014/main" id="{37B1650E-3790-E248-36CE-4269384ABAA0}"/>
                    </a:ext>
                  </a:extLst>
                </p:cNvPr>
                <p:cNvGrpSpPr/>
                <p:nvPr/>
              </p:nvGrpSpPr>
              <p:grpSpPr>
                <a:xfrm flipV="1">
                  <a:off x="5375220" y="5690862"/>
                  <a:ext cx="427447" cy="1506642"/>
                  <a:chOff x="5228823" y="3162759"/>
                  <a:chExt cx="379926" cy="1506642"/>
                </a:xfrm>
              </p:grpSpPr>
              <p:grpSp>
                <p:nvGrpSpPr>
                  <p:cNvPr id="1687" name="Group 1686">
                    <a:extLst>
                      <a:ext uri="{FF2B5EF4-FFF2-40B4-BE49-F238E27FC236}">
                        <a16:creationId xmlns:a16="http://schemas.microsoft.com/office/drawing/2014/main" id="{65F559D8-56E9-CE26-C3C8-62D028D78433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228823" y="4314422"/>
                    <a:ext cx="379926" cy="354979"/>
                    <a:chOff x="3023317" y="3428997"/>
                    <a:chExt cx="750195" cy="2253796"/>
                  </a:xfrm>
                </p:grpSpPr>
                <p:sp>
                  <p:nvSpPr>
                    <p:cNvPr id="1690" name="Arc 1689">
                      <a:extLst>
                        <a:ext uri="{FF2B5EF4-FFF2-40B4-BE49-F238E27FC236}">
                          <a16:creationId xmlns:a16="http://schemas.microsoft.com/office/drawing/2014/main" id="{0C695FC2-EE33-CF4D-A814-7EC515C624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23317" y="3428998"/>
                      <a:ext cx="727656" cy="2253795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91" name="Arc 1690">
                      <a:extLst>
                        <a:ext uri="{FF2B5EF4-FFF2-40B4-BE49-F238E27FC236}">
                          <a16:creationId xmlns:a16="http://schemas.microsoft.com/office/drawing/2014/main" id="{32996D9D-ADF7-DDC1-095F-E21C7B45EE8C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282786" y="4192067"/>
                      <a:ext cx="2253795" cy="727656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cxnSp>
                <p:nvCxnSpPr>
                  <p:cNvPr id="1688" name="Straight Connector 1687">
                    <a:extLst>
                      <a:ext uri="{FF2B5EF4-FFF2-40B4-BE49-F238E27FC236}">
                        <a16:creationId xmlns:a16="http://schemas.microsoft.com/office/drawing/2014/main" id="{31EA98DD-5193-98CB-A678-81D3F55636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240238" y="3162759"/>
                    <a:ext cx="0" cy="1329152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9" name="Straight Connector 1688">
                    <a:extLst>
                      <a:ext uri="{FF2B5EF4-FFF2-40B4-BE49-F238E27FC236}">
                        <a16:creationId xmlns:a16="http://schemas.microsoft.com/office/drawing/2014/main" id="{8B6D8D1E-0D7A-607B-E0CA-209F0CAA6A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97334" y="3162759"/>
                    <a:ext cx="0" cy="1348466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92" name="Group 1691">
                  <a:extLst>
                    <a:ext uri="{FF2B5EF4-FFF2-40B4-BE49-F238E27FC236}">
                      <a16:creationId xmlns:a16="http://schemas.microsoft.com/office/drawing/2014/main" id="{C92417EF-563C-3450-5E12-0660E25D9176}"/>
                    </a:ext>
                  </a:extLst>
                </p:cNvPr>
                <p:cNvGrpSpPr/>
                <p:nvPr/>
              </p:nvGrpSpPr>
              <p:grpSpPr>
                <a:xfrm flipV="1">
                  <a:off x="5776494" y="5693863"/>
                  <a:ext cx="427447" cy="1506642"/>
                  <a:chOff x="5228823" y="3162759"/>
                  <a:chExt cx="379926" cy="1506642"/>
                </a:xfrm>
              </p:grpSpPr>
              <p:grpSp>
                <p:nvGrpSpPr>
                  <p:cNvPr id="1693" name="Group 1692">
                    <a:extLst>
                      <a:ext uri="{FF2B5EF4-FFF2-40B4-BE49-F238E27FC236}">
                        <a16:creationId xmlns:a16="http://schemas.microsoft.com/office/drawing/2014/main" id="{952744E1-8D62-D83B-CBE9-C439DCBC87D4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228823" y="4314422"/>
                    <a:ext cx="379926" cy="354979"/>
                    <a:chOff x="3023317" y="3428997"/>
                    <a:chExt cx="750195" cy="2253796"/>
                  </a:xfrm>
                </p:grpSpPr>
                <p:sp>
                  <p:nvSpPr>
                    <p:cNvPr id="1696" name="Arc 1695">
                      <a:extLst>
                        <a:ext uri="{FF2B5EF4-FFF2-40B4-BE49-F238E27FC236}">
                          <a16:creationId xmlns:a16="http://schemas.microsoft.com/office/drawing/2014/main" id="{BAFD3ECB-B21A-AA60-F200-36B995F9F2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23317" y="3428998"/>
                      <a:ext cx="727656" cy="2253795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97" name="Arc 1696">
                      <a:extLst>
                        <a:ext uri="{FF2B5EF4-FFF2-40B4-BE49-F238E27FC236}">
                          <a16:creationId xmlns:a16="http://schemas.microsoft.com/office/drawing/2014/main" id="{D08D3B7F-CBA3-06F8-5F23-2A906EC0212E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282786" y="4192067"/>
                      <a:ext cx="2253795" cy="727656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cxnSp>
                <p:nvCxnSpPr>
                  <p:cNvPr id="1694" name="Straight Connector 1693">
                    <a:extLst>
                      <a:ext uri="{FF2B5EF4-FFF2-40B4-BE49-F238E27FC236}">
                        <a16:creationId xmlns:a16="http://schemas.microsoft.com/office/drawing/2014/main" id="{E8C7C4A9-2498-6C89-AABC-250951EF92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240238" y="3162759"/>
                    <a:ext cx="0" cy="1329152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95" name="Straight Connector 1694">
                    <a:extLst>
                      <a:ext uri="{FF2B5EF4-FFF2-40B4-BE49-F238E27FC236}">
                        <a16:creationId xmlns:a16="http://schemas.microsoft.com/office/drawing/2014/main" id="{B52DE4AF-3E68-FF5A-B31E-C5A5931064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97334" y="3162759"/>
                    <a:ext cx="0" cy="1348466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04" name="Group 1703">
                  <a:extLst>
                    <a:ext uri="{FF2B5EF4-FFF2-40B4-BE49-F238E27FC236}">
                      <a16:creationId xmlns:a16="http://schemas.microsoft.com/office/drawing/2014/main" id="{EC0213F8-AD60-1034-51FF-7F99DEF184AF}"/>
                    </a:ext>
                  </a:extLst>
                </p:cNvPr>
                <p:cNvGrpSpPr/>
                <p:nvPr/>
              </p:nvGrpSpPr>
              <p:grpSpPr>
                <a:xfrm flipV="1">
                  <a:off x="6044934" y="5475955"/>
                  <a:ext cx="427447" cy="1506642"/>
                  <a:chOff x="5228823" y="3162759"/>
                  <a:chExt cx="379926" cy="1506642"/>
                </a:xfrm>
              </p:grpSpPr>
              <p:grpSp>
                <p:nvGrpSpPr>
                  <p:cNvPr id="1705" name="Group 1704">
                    <a:extLst>
                      <a:ext uri="{FF2B5EF4-FFF2-40B4-BE49-F238E27FC236}">
                        <a16:creationId xmlns:a16="http://schemas.microsoft.com/office/drawing/2014/main" id="{3F5CD6FC-AC5D-CF83-AFD6-31B6A444901A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228823" y="4314422"/>
                    <a:ext cx="379926" cy="354979"/>
                    <a:chOff x="3023317" y="3428997"/>
                    <a:chExt cx="750195" cy="2253796"/>
                  </a:xfrm>
                </p:grpSpPr>
                <p:sp>
                  <p:nvSpPr>
                    <p:cNvPr id="1708" name="Arc 1707">
                      <a:extLst>
                        <a:ext uri="{FF2B5EF4-FFF2-40B4-BE49-F238E27FC236}">
                          <a16:creationId xmlns:a16="http://schemas.microsoft.com/office/drawing/2014/main" id="{6E16DFDF-6C9E-F26E-D780-EA471AC614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23317" y="3428998"/>
                      <a:ext cx="727656" cy="2253795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09" name="Arc 1708">
                      <a:extLst>
                        <a:ext uri="{FF2B5EF4-FFF2-40B4-BE49-F238E27FC236}">
                          <a16:creationId xmlns:a16="http://schemas.microsoft.com/office/drawing/2014/main" id="{54538355-AEEC-D997-19F0-D66DFD854B1C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282786" y="4192067"/>
                      <a:ext cx="2253795" cy="727656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cxnSp>
                <p:nvCxnSpPr>
                  <p:cNvPr id="1707" name="Straight Connector 1706">
                    <a:extLst>
                      <a:ext uri="{FF2B5EF4-FFF2-40B4-BE49-F238E27FC236}">
                        <a16:creationId xmlns:a16="http://schemas.microsoft.com/office/drawing/2014/main" id="{AF930175-9BE2-C554-ACF1-567FB9A6B0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97334" y="3162759"/>
                    <a:ext cx="0" cy="1348466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10" name="Group 1709">
                  <a:extLst>
                    <a:ext uri="{FF2B5EF4-FFF2-40B4-BE49-F238E27FC236}">
                      <a16:creationId xmlns:a16="http://schemas.microsoft.com/office/drawing/2014/main" id="{63D75313-49FD-DBBE-B203-8188216D155B}"/>
                    </a:ext>
                  </a:extLst>
                </p:cNvPr>
                <p:cNvGrpSpPr/>
                <p:nvPr/>
              </p:nvGrpSpPr>
              <p:grpSpPr>
                <a:xfrm flipV="1">
                  <a:off x="6087917" y="5286134"/>
                  <a:ext cx="427447" cy="1506642"/>
                  <a:chOff x="5228823" y="3162759"/>
                  <a:chExt cx="379926" cy="1506642"/>
                </a:xfrm>
              </p:grpSpPr>
              <p:grpSp>
                <p:nvGrpSpPr>
                  <p:cNvPr id="1711" name="Group 1710">
                    <a:extLst>
                      <a:ext uri="{FF2B5EF4-FFF2-40B4-BE49-F238E27FC236}">
                        <a16:creationId xmlns:a16="http://schemas.microsoft.com/office/drawing/2014/main" id="{62F3A9F9-0544-D95B-35F4-9C53C92A46D5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228823" y="4314422"/>
                    <a:ext cx="379926" cy="354979"/>
                    <a:chOff x="3023317" y="3428997"/>
                    <a:chExt cx="750195" cy="2253796"/>
                  </a:xfrm>
                </p:grpSpPr>
                <p:sp>
                  <p:nvSpPr>
                    <p:cNvPr id="1714" name="Arc 1713">
                      <a:extLst>
                        <a:ext uri="{FF2B5EF4-FFF2-40B4-BE49-F238E27FC236}">
                          <a16:creationId xmlns:a16="http://schemas.microsoft.com/office/drawing/2014/main" id="{94C5ACD1-6E12-D3CA-E818-E19190615A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23317" y="3428998"/>
                      <a:ext cx="727656" cy="2253795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15" name="Arc 1714">
                      <a:extLst>
                        <a:ext uri="{FF2B5EF4-FFF2-40B4-BE49-F238E27FC236}">
                          <a16:creationId xmlns:a16="http://schemas.microsoft.com/office/drawing/2014/main" id="{D58ED9A3-B445-E7F3-5E72-C61AB99FB62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282786" y="4192067"/>
                      <a:ext cx="2253795" cy="727656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cxnSp>
                <p:nvCxnSpPr>
                  <p:cNvPr id="1713" name="Straight Connector 1712">
                    <a:extLst>
                      <a:ext uri="{FF2B5EF4-FFF2-40B4-BE49-F238E27FC236}">
                        <a16:creationId xmlns:a16="http://schemas.microsoft.com/office/drawing/2014/main" id="{9B2782A3-2504-833F-72EF-C229F329A8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97334" y="3162759"/>
                    <a:ext cx="0" cy="1348466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16" name="Group 1715">
                  <a:extLst>
                    <a:ext uri="{FF2B5EF4-FFF2-40B4-BE49-F238E27FC236}">
                      <a16:creationId xmlns:a16="http://schemas.microsoft.com/office/drawing/2014/main" id="{97D0529C-AF6B-ADB8-D18C-7D3365C2BE37}"/>
                    </a:ext>
                  </a:extLst>
                </p:cNvPr>
                <p:cNvGrpSpPr/>
                <p:nvPr/>
              </p:nvGrpSpPr>
              <p:grpSpPr>
                <a:xfrm flipV="1">
                  <a:off x="6152084" y="5122686"/>
                  <a:ext cx="427447" cy="1506642"/>
                  <a:chOff x="5228823" y="3162759"/>
                  <a:chExt cx="379926" cy="1506642"/>
                </a:xfrm>
              </p:grpSpPr>
              <p:grpSp>
                <p:nvGrpSpPr>
                  <p:cNvPr id="1717" name="Group 1716">
                    <a:extLst>
                      <a:ext uri="{FF2B5EF4-FFF2-40B4-BE49-F238E27FC236}">
                        <a16:creationId xmlns:a16="http://schemas.microsoft.com/office/drawing/2014/main" id="{34AEAD81-4DF6-2DD2-C4CD-C04FB4488E13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228823" y="4314422"/>
                    <a:ext cx="379926" cy="354979"/>
                    <a:chOff x="3023317" y="3428997"/>
                    <a:chExt cx="750195" cy="2253796"/>
                  </a:xfrm>
                </p:grpSpPr>
                <p:sp>
                  <p:nvSpPr>
                    <p:cNvPr id="1720" name="Arc 1719">
                      <a:extLst>
                        <a:ext uri="{FF2B5EF4-FFF2-40B4-BE49-F238E27FC236}">
                          <a16:creationId xmlns:a16="http://schemas.microsoft.com/office/drawing/2014/main" id="{D04FD79F-D388-2B3C-4D8B-8B2FEA378F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23317" y="3428998"/>
                      <a:ext cx="727656" cy="2253795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21" name="Arc 1720">
                      <a:extLst>
                        <a:ext uri="{FF2B5EF4-FFF2-40B4-BE49-F238E27FC236}">
                          <a16:creationId xmlns:a16="http://schemas.microsoft.com/office/drawing/2014/main" id="{230725EF-220D-8B6C-76BB-E0F748752747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282786" y="4192067"/>
                      <a:ext cx="2253795" cy="727656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cxnSp>
                <p:nvCxnSpPr>
                  <p:cNvPr id="1718" name="Straight Connector 1717">
                    <a:extLst>
                      <a:ext uri="{FF2B5EF4-FFF2-40B4-BE49-F238E27FC236}">
                        <a16:creationId xmlns:a16="http://schemas.microsoft.com/office/drawing/2014/main" id="{107570CA-6CE2-C40D-96D4-7B33E90582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240238" y="4471287"/>
                    <a:ext cx="0" cy="20624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19" name="Straight Connector 1718">
                    <a:extLst>
                      <a:ext uri="{FF2B5EF4-FFF2-40B4-BE49-F238E27FC236}">
                        <a16:creationId xmlns:a16="http://schemas.microsoft.com/office/drawing/2014/main" id="{9898129C-2138-0564-966F-4BCE312AB5C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97334" y="3162759"/>
                    <a:ext cx="0" cy="1348466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22" name="Group 1721">
                  <a:extLst>
                    <a:ext uri="{FF2B5EF4-FFF2-40B4-BE49-F238E27FC236}">
                      <a16:creationId xmlns:a16="http://schemas.microsoft.com/office/drawing/2014/main" id="{71F54377-3470-7D5C-EF03-6B5F921E4DBA}"/>
                    </a:ext>
                  </a:extLst>
                </p:cNvPr>
                <p:cNvGrpSpPr/>
                <p:nvPr/>
              </p:nvGrpSpPr>
              <p:grpSpPr>
                <a:xfrm flipV="1">
                  <a:off x="6245814" y="4965821"/>
                  <a:ext cx="427447" cy="1506642"/>
                  <a:chOff x="5228823" y="3162759"/>
                  <a:chExt cx="379926" cy="1506642"/>
                </a:xfrm>
              </p:grpSpPr>
              <p:grpSp>
                <p:nvGrpSpPr>
                  <p:cNvPr id="1723" name="Group 1722">
                    <a:extLst>
                      <a:ext uri="{FF2B5EF4-FFF2-40B4-BE49-F238E27FC236}">
                        <a16:creationId xmlns:a16="http://schemas.microsoft.com/office/drawing/2014/main" id="{4B39B3E8-EE3C-CE0F-94E0-58C25B033F25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228823" y="4314422"/>
                    <a:ext cx="379926" cy="354979"/>
                    <a:chOff x="3023317" y="3428997"/>
                    <a:chExt cx="750195" cy="2253796"/>
                  </a:xfrm>
                </p:grpSpPr>
                <p:sp>
                  <p:nvSpPr>
                    <p:cNvPr id="1726" name="Arc 1725">
                      <a:extLst>
                        <a:ext uri="{FF2B5EF4-FFF2-40B4-BE49-F238E27FC236}">
                          <a16:creationId xmlns:a16="http://schemas.microsoft.com/office/drawing/2014/main" id="{0FB72163-64F7-8303-4B69-466DDA312C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23317" y="3428998"/>
                      <a:ext cx="727656" cy="2253795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27" name="Arc 1726">
                      <a:extLst>
                        <a:ext uri="{FF2B5EF4-FFF2-40B4-BE49-F238E27FC236}">
                          <a16:creationId xmlns:a16="http://schemas.microsoft.com/office/drawing/2014/main" id="{AD359F99-BEDF-C841-F0AA-932F2E8BE7E8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282786" y="4192067"/>
                      <a:ext cx="2253795" cy="727656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cxnSp>
                <p:nvCxnSpPr>
                  <p:cNvPr id="1725" name="Straight Connector 1724">
                    <a:extLst>
                      <a:ext uri="{FF2B5EF4-FFF2-40B4-BE49-F238E27FC236}">
                        <a16:creationId xmlns:a16="http://schemas.microsoft.com/office/drawing/2014/main" id="{0A22D89B-FC31-9428-263D-7CDC1626BF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97334" y="3162759"/>
                    <a:ext cx="0" cy="1348466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28" name="Group 1727">
                  <a:extLst>
                    <a:ext uri="{FF2B5EF4-FFF2-40B4-BE49-F238E27FC236}">
                      <a16:creationId xmlns:a16="http://schemas.microsoft.com/office/drawing/2014/main" id="{A1C26BD7-6B4D-8A6D-2169-66A34E58A405}"/>
                    </a:ext>
                  </a:extLst>
                </p:cNvPr>
                <p:cNvGrpSpPr/>
                <p:nvPr/>
              </p:nvGrpSpPr>
              <p:grpSpPr>
                <a:xfrm flipV="1">
                  <a:off x="6385566" y="4851703"/>
                  <a:ext cx="427447" cy="1506642"/>
                  <a:chOff x="5228823" y="3162759"/>
                  <a:chExt cx="379926" cy="1506642"/>
                </a:xfrm>
              </p:grpSpPr>
              <p:grpSp>
                <p:nvGrpSpPr>
                  <p:cNvPr id="1729" name="Group 1728">
                    <a:extLst>
                      <a:ext uri="{FF2B5EF4-FFF2-40B4-BE49-F238E27FC236}">
                        <a16:creationId xmlns:a16="http://schemas.microsoft.com/office/drawing/2014/main" id="{FFE88426-D55B-BA9A-2675-1C86BA985959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228823" y="4314422"/>
                    <a:ext cx="379926" cy="354979"/>
                    <a:chOff x="3023317" y="3428998"/>
                    <a:chExt cx="750195" cy="2253796"/>
                  </a:xfrm>
                </p:grpSpPr>
                <p:sp>
                  <p:nvSpPr>
                    <p:cNvPr id="1732" name="Arc 1731">
                      <a:extLst>
                        <a:ext uri="{FF2B5EF4-FFF2-40B4-BE49-F238E27FC236}">
                          <a16:creationId xmlns:a16="http://schemas.microsoft.com/office/drawing/2014/main" id="{41C18789-9758-7014-100A-6C267C46C3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23317" y="3428998"/>
                      <a:ext cx="727656" cy="2253795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33" name="Arc 1732">
                      <a:extLst>
                        <a:ext uri="{FF2B5EF4-FFF2-40B4-BE49-F238E27FC236}">
                          <a16:creationId xmlns:a16="http://schemas.microsoft.com/office/drawing/2014/main" id="{CF36345F-9FDE-B13F-2F4A-7A0683957DAB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282786" y="4192067"/>
                      <a:ext cx="2253795" cy="727656"/>
                    </a:xfrm>
                    <a:prstGeom prst="arc">
                      <a:avLst>
                        <a:gd name="adj1" fmla="val 17083981"/>
                        <a:gd name="adj2" fmla="val 0"/>
                      </a:avLst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cxnSp>
                <p:nvCxnSpPr>
                  <p:cNvPr id="1731" name="Straight Connector 1730">
                    <a:extLst>
                      <a:ext uri="{FF2B5EF4-FFF2-40B4-BE49-F238E27FC236}">
                        <a16:creationId xmlns:a16="http://schemas.microsoft.com/office/drawing/2014/main" id="{728603E0-FE77-0850-F939-6D19D08838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97334" y="3162759"/>
                    <a:ext cx="0" cy="1348466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34" name="Group 1733">
                  <a:extLst>
                    <a:ext uri="{FF2B5EF4-FFF2-40B4-BE49-F238E27FC236}">
                      <a16:creationId xmlns:a16="http://schemas.microsoft.com/office/drawing/2014/main" id="{52D1868A-9A94-0CEA-998B-2E810E65B3F3}"/>
                    </a:ext>
                  </a:extLst>
                </p:cNvPr>
                <p:cNvGrpSpPr/>
                <p:nvPr/>
              </p:nvGrpSpPr>
              <p:grpSpPr>
                <a:xfrm flipV="1">
                  <a:off x="6525125" y="4722633"/>
                  <a:ext cx="427447" cy="1506642"/>
                  <a:chOff x="5228823" y="3162759"/>
                  <a:chExt cx="379926" cy="1506642"/>
                </a:xfrm>
              </p:grpSpPr>
              <p:grpSp>
                <p:nvGrpSpPr>
                  <p:cNvPr id="1735" name="Group 1734">
                    <a:extLst>
                      <a:ext uri="{FF2B5EF4-FFF2-40B4-BE49-F238E27FC236}">
                        <a16:creationId xmlns:a16="http://schemas.microsoft.com/office/drawing/2014/main" id="{B22B4E55-FECE-8824-682D-6D1152578B80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228823" y="4314422"/>
                    <a:ext cx="379926" cy="354979"/>
                    <a:chOff x="3023317" y="3428998"/>
                    <a:chExt cx="750195" cy="2253796"/>
                  </a:xfrm>
                </p:grpSpPr>
                <p:sp>
                  <p:nvSpPr>
                    <p:cNvPr id="1738" name="Arc 1737">
                      <a:extLst>
                        <a:ext uri="{FF2B5EF4-FFF2-40B4-BE49-F238E27FC236}">
                          <a16:creationId xmlns:a16="http://schemas.microsoft.com/office/drawing/2014/main" id="{8F8BF224-30A8-DD5A-2FE1-171E851F7F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23317" y="3428998"/>
                      <a:ext cx="727656" cy="2253795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39" name="Arc 1738">
                      <a:extLst>
                        <a:ext uri="{FF2B5EF4-FFF2-40B4-BE49-F238E27FC236}">
                          <a16:creationId xmlns:a16="http://schemas.microsoft.com/office/drawing/2014/main" id="{5F8B84D5-7796-2036-D6CF-274E646298B9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282786" y="4192067"/>
                      <a:ext cx="2253795" cy="727656"/>
                    </a:xfrm>
                    <a:prstGeom prst="arc">
                      <a:avLst>
                        <a:gd name="adj1" fmla="val 16753396"/>
                        <a:gd name="adj2" fmla="val 0"/>
                      </a:avLst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cxnSp>
                <p:nvCxnSpPr>
                  <p:cNvPr id="1737" name="Straight Connector 1736">
                    <a:extLst>
                      <a:ext uri="{FF2B5EF4-FFF2-40B4-BE49-F238E27FC236}">
                        <a16:creationId xmlns:a16="http://schemas.microsoft.com/office/drawing/2014/main" id="{053D3CE5-602E-1E15-B2F1-11094F928C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97334" y="3162759"/>
                    <a:ext cx="0" cy="1348466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40" name="Group 1739">
                  <a:extLst>
                    <a:ext uri="{FF2B5EF4-FFF2-40B4-BE49-F238E27FC236}">
                      <a16:creationId xmlns:a16="http://schemas.microsoft.com/office/drawing/2014/main" id="{9C6FEC0D-F15E-0826-4607-CD89D02A45BA}"/>
                    </a:ext>
                  </a:extLst>
                </p:cNvPr>
                <p:cNvGrpSpPr/>
                <p:nvPr/>
              </p:nvGrpSpPr>
              <p:grpSpPr>
                <a:xfrm flipV="1">
                  <a:off x="6717101" y="4646434"/>
                  <a:ext cx="427447" cy="1506642"/>
                  <a:chOff x="5228823" y="3162759"/>
                  <a:chExt cx="379926" cy="1506642"/>
                </a:xfrm>
              </p:grpSpPr>
              <p:grpSp>
                <p:nvGrpSpPr>
                  <p:cNvPr id="1741" name="Group 1740">
                    <a:extLst>
                      <a:ext uri="{FF2B5EF4-FFF2-40B4-BE49-F238E27FC236}">
                        <a16:creationId xmlns:a16="http://schemas.microsoft.com/office/drawing/2014/main" id="{58A53FC6-EB5F-1AB5-36C3-4FB2E3513E09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228823" y="4314422"/>
                    <a:ext cx="379926" cy="354979"/>
                    <a:chOff x="3023317" y="3428998"/>
                    <a:chExt cx="750195" cy="2253796"/>
                  </a:xfrm>
                </p:grpSpPr>
                <p:sp>
                  <p:nvSpPr>
                    <p:cNvPr id="1744" name="Arc 1743">
                      <a:extLst>
                        <a:ext uri="{FF2B5EF4-FFF2-40B4-BE49-F238E27FC236}">
                          <a16:creationId xmlns:a16="http://schemas.microsoft.com/office/drawing/2014/main" id="{2A9E6B57-5D3C-D70A-A18D-6183A6D362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23317" y="3428998"/>
                      <a:ext cx="727656" cy="2253795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45" name="Arc 1744">
                      <a:extLst>
                        <a:ext uri="{FF2B5EF4-FFF2-40B4-BE49-F238E27FC236}">
                          <a16:creationId xmlns:a16="http://schemas.microsoft.com/office/drawing/2014/main" id="{A4A87B55-9805-07C0-9942-EAA86F517A87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282786" y="4192067"/>
                      <a:ext cx="2253795" cy="727656"/>
                    </a:xfrm>
                    <a:prstGeom prst="arc">
                      <a:avLst>
                        <a:gd name="adj1" fmla="val 17989381"/>
                        <a:gd name="adj2" fmla="val 0"/>
                      </a:avLst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cxnSp>
                <p:nvCxnSpPr>
                  <p:cNvPr id="1743" name="Straight Connector 1742">
                    <a:extLst>
                      <a:ext uri="{FF2B5EF4-FFF2-40B4-BE49-F238E27FC236}">
                        <a16:creationId xmlns:a16="http://schemas.microsoft.com/office/drawing/2014/main" id="{6388445F-303E-FB63-EA30-D795DBFD2B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97334" y="3162759"/>
                    <a:ext cx="0" cy="1348466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46" name="Group 1745">
                  <a:extLst>
                    <a:ext uri="{FF2B5EF4-FFF2-40B4-BE49-F238E27FC236}">
                      <a16:creationId xmlns:a16="http://schemas.microsoft.com/office/drawing/2014/main" id="{0CF216ED-0654-E33F-0681-F921770D17D9}"/>
                    </a:ext>
                  </a:extLst>
                </p:cNvPr>
                <p:cNvGrpSpPr/>
                <p:nvPr/>
              </p:nvGrpSpPr>
              <p:grpSpPr>
                <a:xfrm flipV="1">
                  <a:off x="6905786" y="4596028"/>
                  <a:ext cx="427447" cy="1506642"/>
                  <a:chOff x="5228823" y="3162759"/>
                  <a:chExt cx="379926" cy="1506642"/>
                </a:xfrm>
              </p:grpSpPr>
              <p:grpSp>
                <p:nvGrpSpPr>
                  <p:cNvPr id="1747" name="Group 1746">
                    <a:extLst>
                      <a:ext uri="{FF2B5EF4-FFF2-40B4-BE49-F238E27FC236}">
                        <a16:creationId xmlns:a16="http://schemas.microsoft.com/office/drawing/2014/main" id="{23DCBD24-8BAD-9BB7-E335-A3EBAE5C0660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228823" y="4314422"/>
                    <a:ext cx="379926" cy="354979"/>
                    <a:chOff x="3023317" y="3428998"/>
                    <a:chExt cx="750195" cy="2253796"/>
                  </a:xfrm>
                </p:grpSpPr>
                <p:sp>
                  <p:nvSpPr>
                    <p:cNvPr id="1750" name="Arc 1749">
                      <a:extLst>
                        <a:ext uri="{FF2B5EF4-FFF2-40B4-BE49-F238E27FC236}">
                          <a16:creationId xmlns:a16="http://schemas.microsoft.com/office/drawing/2014/main" id="{8BAC7560-CF3A-D82D-F152-257744D99A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23317" y="3428998"/>
                      <a:ext cx="727656" cy="2253795"/>
                    </a:xfrm>
                    <a:prstGeom prst="arc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51" name="Arc 1750">
                      <a:extLst>
                        <a:ext uri="{FF2B5EF4-FFF2-40B4-BE49-F238E27FC236}">
                          <a16:creationId xmlns:a16="http://schemas.microsoft.com/office/drawing/2014/main" id="{70408D95-3776-C92D-094A-E617B2C56B6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282786" y="4192067"/>
                      <a:ext cx="2253795" cy="727656"/>
                    </a:xfrm>
                    <a:prstGeom prst="arc">
                      <a:avLst>
                        <a:gd name="adj1" fmla="val 18696227"/>
                        <a:gd name="adj2" fmla="val 0"/>
                      </a:avLst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cxnSp>
                <p:nvCxnSpPr>
                  <p:cNvPr id="1749" name="Straight Connector 1748">
                    <a:extLst>
                      <a:ext uri="{FF2B5EF4-FFF2-40B4-BE49-F238E27FC236}">
                        <a16:creationId xmlns:a16="http://schemas.microsoft.com/office/drawing/2014/main" id="{828694C7-0FBE-1F3C-1394-E0ADB605A0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97334" y="3162759"/>
                    <a:ext cx="0" cy="1348466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753" name="Straight Connector 1752">
                  <a:extLst>
                    <a:ext uri="{FF2B5EF4-FFF2-40B4-BE49-F238E27FC236}">
                      <a16:creationId xmlns:a16="http://schemas.microsoft.com/office/drawing/2014/main" id="{DB5EF268-EF43-47D6-9DD8-C5FDB88DBE22}"/>
                    </a:ext>
                  </a:extLst>
                </p:cNvPr>
                <p:cNvCxnSpPr>
                  <a:cxnSpLocks/>
                  <a:endCxn id="1715" idx="0"/>
                </p:cNvCxnSpPr>
                <p:nvPr/>
              </p:nvCxnSpPr>
              <p:spPr>
                <a:xfrm flipV="1">
                  <a:off x="6100759" y="5463624"/>
                  <a:ext cx="0" cy="7783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7" name="Straight Connector 1756">
                  <a:extLst>
                    <a:ext uri="{FF2B5EF4-FFF2-40B4-BE49-F238E27FC236}">
                      <a16:creationId xmlns:a16="http://schemas.microsoft.com/office/drawing/2014/main" id="{CF84928C-F34D-A145-1897-6B5289CF1C25}"/>
                    </a:ext>
                  </a:extLst>
                </p:cNvPr>
                <p:cNvCxnSpPr>
                  <a:cxnSpLocks/>
                  <a:endCxn id="1709" idx="0"/>
                </p:cNvCxnSpPr>
                <p:nvPr/>
              </p:nvCxnSpPr>
              <p:spPr>
                <a:xfrm flipV="1">
                  <a:off x="6053919" y="5653445"/>
                  <a:ext cx="3857" cy="66283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70" name="Oval 1769">
                <a:extLst>
                  <a:ext uri="{FF2B5EF4-FFF2-40B4-BE49-F238E27FC236}">
                    <a16:creationId xmlns:a16="http://schemas.microsoft.com/office/drawing/2014/main" id="{84BF826E-A7F3-0E4C-BCAD-76969A41F901}"/>
                  </a:ext>
                </a:extLst>
              </p:cNvPr>
              <p:cNvSpPr/>
              <p:nvPr/>
            </p:nvSpPr>
            <p:spPr>
              <a:xfrm>
                <a:off x="5279129" y="4667329"/>
                <a:ext cx="68313" cy="59778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98" name="TextBox 1797">
              <a:extLst>
                <a:ext uri="{FF2B5EF4-FFF2-40B4-BE49-F238E27FC236}">
                  <a16:creationId xmlns:a16="http://schemas.microsoft.com/office/drawing/2014/main" id="{F8819D77-065A-00A2-7649-664855A958BA}"/>
                </a:ext>
              </a:extLst>
            </p:cNvPr>
            <p:cNvSpPr txBox="1"/>
            <p:nvPr/>
          </p:nvSpPr>
          <p:spPr>
            <a:xfrm>
              <a:off x="10250576" y="2708441"/>
              <a:ext cx="17302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Offset Toolpath </a:t>
              </a:r>
            </a:p>
          </p:txBody>
        </p:sp>
        <p:sp>
          <p:nvSpPr>
            <p:cNvPr id="1800" name="TextBox 1799">
              <a:extLst>
                <a:ext uri="{FF2B5EF4-FFF2-40B4-BE49-F238E27FC236}">
                  <a16:creationId xmlns:a16="http://schemas.microsoft.com/office/drawing/2014/main" id="{9FC741C1-85C3-3C93-1692-46B44D11B8E7}"/>
                </a:ext>
              </a:extLst>
            </p:cNvPr>
            <p:cNvSpPr txBox="1"/>
            <p:nvPr/>
          </p:nvSpPr>
          <p:spPr>
            <a:xfrm>
              <a:off x="6496000" y="4006925"/>
              <a:ext cx="21788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Reverse Tool Center</a:t>
              </a:r>
            </a:p>
          </p:txBody>
        </p:sp>
        <p:cxnSp>
          <p:nvCxnSpPr>
            <p:cNvPr id="1801" name="Straight Arrow Connector 1800">
              <a:extLst>
                <a:ext uri="{FF2B5EF4-FFF2-40B4-BE49-F238E27FC236}">
                  <a16:creationId xmlns:a16="http://schemas.microsoft.com/office/drawing/2014/main" id="{727A8A32-4CB2-C0F8-06AB-115F86B36FBE}"/>
                </a:ext>
              </a:extLst>
            </p:cNvPr>
            <p:cNvCxnSpPr>
              <a:cxnSpLocks/>
              <a:stCxn id="1800" idx="2"/>
              <a:endCxn id="1770" idx="0"/>
            </p:cNvCxnSpPr>
            <p:nvPr/>
          </p:nvCxnSpPr>
          <p:spPr>
            <a:xfrm>
              <a:off x="7585403" y="4376257"/>
              <a:ext cx="757400" cy="27897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3" name="Straight Arrow Connector 1802">
              <a:extLst>
                <a:ext uri="{FF2B5EF4-FFF2-40B4-BE49-F238E27FC236}">
                  <a16:creationId xmlns:a16="http://schemas.microsoft.com/office/drawing/2014/main" id="{0CFA414F-3B8D-4E23-3EF3-F6C7F5E924D4}"/>
                </a:ext>
              </a:extLst>
            </p:cNvPr>
            <p:cNvCxnSpPr>
              <a:cxnSpLocks/>
              <a:stCxn id="1798" idx="2"/>
            </p:cNvCxnSpPr>
            <p:nvPr/>
          </p:nvCxnSpPr>
          <p:spPr>
            <a:xfrm flipH="1">
              <a:off x="10882883" y="3077773"/>
              <a:ext cx="232802" cy="3041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36659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12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karter wong</dc:creator>
  <cp:lastModifiedBy>karter wong</cp:lastModifiedBy>
  <cp:revision>1</cp:revision>
  <dcterms:created xsi:type="dcterms:W3CDTF">2025-07-12T03:52:39Z</dcterms:created>
  <dcterms:modified xsi:type="dcterms:W3CDTF">2025-07-12T05:20:31Z</dcterms:modified>
</cp:coreProperties>
</file>