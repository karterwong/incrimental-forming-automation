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B1E1-B2EA-63A0-AB86-3321EEDFA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61DC9-E2FB-5E34-7DB2-4E94F53B5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CDDA-E3F3-6A74-398B-D22FCB86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440B8-07CD-44FA-4DA9-341FA163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25229-D16E-4090-6912-9D628D7F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6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5415-8AA3-54A7-AB49-B93E9B10F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F9D23-6155-4F57-052A-CEAA401F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FDE51-1901-7E82-B04A-85640A85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1CB2E-F7AE-FACF-1B32-71B6E97D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E5324-6FD2-D8C3-E976-A511FD47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E2D1-64BD-86A3-37C9-D7B1C6C0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DF7C5-C12D-F248-9D6F-420B1A32F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D5A48-FAF5-ACB1-90C5-A8FA8311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45A13-1688-BF63-4FF9-23884AD1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6E144-922C-7DA7-5507-5E306139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7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7D57-93B9-50B5-0B75-670A0645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5ED9-B2BB-7DD8-2714-1FE04AC31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7260F-0A54-2C28-C280-752BF14E7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510ED-824B-0513-666D-C3C3D7D5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769A2-E413-9AD0-679B-2EED507D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EAA57-1D64-B10B-E626-92935D89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7450-FB98-6D4D-9283-5E7F1029E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91E92-BAB5-4E84-5FE0-D7CE6F914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EE43C-0978-9BF2-6164-C2A1FA553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BA469-DF6C-A311-07CE-1C62323D1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B1F79-8E48-EAAA-8338-1E586981A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6249F-758D-6A59-FE59-8AE46317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B6081C-395B-3B31-6778-4D695A22A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8EF28-0595-E0EC-730C-CB1C5D5C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5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D814-D5ED-7980-67D3-480D2840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BBE35-A715-6309-7E49-86C2F574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C21E-8B6B-D8C8-D2E6-5F9A261D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C76C8-A312-3FFC-CD5B-D5D402A7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0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EBDA4-C1E5-C3E5-1083-ACA1BB582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00BB2-2FEE-665D-E885-EC5DDAAA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653B6-5D42-C5AF-6460-77867CFF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6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2FA1-A9CE-E29F-809A-DD5809F7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3AF3-F459-FD41-78F2-79A1D9FB5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328E3-CCE1-B0EF-C64A-9EC482630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B7672-F55A-4E09-15DE-EE0D0F59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8A8C6-20E1-706D-A997-BB3BEBF59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4588F-91F5-0C0E-5363-D9B95C05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5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436C-A4FD-7B1B-9BE0-86ECEA08F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17B471-1D3A-94AE-F378-01EF833E7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26B03-BCC9-F9EC-3FA6-B8B4DF144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D6415-D28D-F6B9-287E-68576A27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3C871-0BFC-C388-C2A4-AD64F64E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F1F9F-C204-37A2-D908-359E1CCC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2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5260-AE99-BFF9-0CCC-1DDBDAD7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E4497-40BD-97DD-6B85-22034D111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EB1C5-E63E-97E9-CB67-6EEF8B75F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8F5EF-BE1B-26A5-DFC4-01E4EDAE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25D98-86A9-C33E-763B-FBE3DCE1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6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502BA-D987-DFE1-ADC8-79A27A25C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E1F56-C5D9-69DC-5867-3E2937F3A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E930A-B13E-A6E1-38F2-B06804D0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A9D84-3F2D-5A9A-D186-D83B4B7D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5158A-82C4-7E7A-7726-CC6D6897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1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4DB46-9971-D92E-DF9E-A7CA7B0A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3CD08-F58A-D91E-AB6B-1DCA89DDE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99A50-B61B-2CF9-AE42-A75AA8423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30D23-3579-4567-81E4-6F22B09A415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298E2-8D8F-45A6-3CBA-6692E182A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FF115-6548-DD78-3F64-FD3FB12F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74639-0502-440B-9264-9581CFB97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7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D1AC8B8F-9207-8173-759F-0D5375B26377}"/>
              </a:ext>
            </a:extLst>
          </p:cNvPr>
          <p:cNvSpPr/>
          <p:nvPr/>
        </p:nvSpPr>
        <p:spPr>
          <a:xfrm>
            <a:off x="2785533" y="228600"/>
            <a:ext cx="6400800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5B57C1-B936-153E-CDDE-FCBBD6E2A033}"/>
              </a:ext>
            </a:extLst>
          </p:cNvPr>
          <p:cNvSpPr/>
          <p:nvPr/>
        </p:nvSpPr>
        <p:spPr>
          <a:xfrm>
            <a:off x="3695699" y="1191398"/>
            <a:ext cx="4572000" cy="45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C0D13A-C253-30ED-37D5-CDCE34F823D1}"/>
              </a:ext>
            </a:extLst>
          </p:cNvPr>
          <p:cNvSpPr/>
          <p:nvPr/>
        </p:nvSpPr>
        <p:spPr>
          <a:xfrm>
            <a:off x="4597400" y="2105798"/>
            <a:ext cx="27432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EE11E3-8B6B-1B8E-5550-BC633A00B150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7353299" y="347739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42E435-0D66-7EC3-1B8F-4B7E81622635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3695699" y="347739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1DFAB9-EA2A-2AC2-407F-06A2C6EEE0D2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5981699" y="1191398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41FD98-190A-FB69-949C-2801C47A611B}"/>
              </a:ext>
            </a:extLst>
          </p:cNvPr>
          <p:cNvCxnSpPr>
            <a:cxnSpLocks/>
            <a:stCxn id="4" idx="2"/>
          </p:cNvCxnSpPr>
          <p:nvPr/>
        </p:nvCxnSpPr>
        <p:spPr>
          <a:xfrm flipV="1">
            <a:off x="5981699" y="4848998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C96B71-4468-224D-9844-7DBA1A5516FA}"/>
              </a:ext>
            </a:extLst>
          </p:cNvPr>
          <p:cNvCxnSpPr>
            <a:cxnSpLocks/>
          </p:cNvCxnSpPr>
          <p:nvPr/>
        </p:nvCxnSpPr>
        <p:spPr>
          <a:xfrm flipH="1">
            <a:off x="4576232" y="2105798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D6B9D8-E453-E8BD-F3D5-8B01CBCF435A}"/>
              </a:ext>
            </a:extLst>
          </p:cNvPr>
          <p:cNvCxnSpPr>
            <a:cxnSpLocks/>
          </p:cNvCxnSpPr>
          <p:nvPr/>
        </p:nvCxnSpPr>
        <p:spPr>
          <a:xfrm flipV="1">
            <a:off x="7349066" y="2105798"/>
            <a:ext cx="0" cy="274320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0CB4AFF-6B24-65CF-4C8D-677A63539CD9}"/>
              </a:ext>
            </a:extLst>
          </p:cNvPr>
          <p:cNvSpPr txBox="1"/>
          <p:nvPr/>
        </p:nvSpPr>
        <p:spPr>
          <a:xfrm>
            <a:off x="5958414" y="1692532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C620CF-B88D-67B4-D6E2-F76F2F4A952F}"/>
              </a:ext>
            </a:extLst>
          </p:cNvPr>
          <p:cNvSpPr txBox="1"/>
          <p:nvPr/>
        </p:nvSpPr>
        <p:spPr>
          <a:xfrm>
            <a:off x="7349066" y="3108066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09A359-EB73-A454-DEE8-517ACB042D63}"/>
              </a:ext>
            </a:extLst>
          </p:cNvPr>
          <p:cNvSpPr txBox="1"/>
          <p:nvPr/>
        </p:nvSpPr>
        <p:spPr>
          <a:xfrm>
            <a:off x="6002865" y="4919932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22247E-D0A7-88AE-6BB7-3DBDF0D60CB1}"/>
              </a:ext>
            </a:extLst>
          </p:cNvPr>
          <p:cNvSpPr txBox="1"/>
          <p:nvPr/>
        </p:nvSpPr>
        <p:spPr>
          <a:xfrm>
            <a:off x="3725332" y="3059668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E0D0E7-30D6-07B8-62B7-4349F37FFF52}"/>
              </a:ext>
            </a:extLst>
          </p:cNvPr>
          <p:cNvSpPr txBox="1"/>
          <p:nvPr/>
        </p:nvSpPr>
        <p:spPr>
          <a:xfrm>
            <a:off x="6464299" y="3565266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mm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739566-0552-126F-95F4-B1A197A1DBF5}"/>
              </a:ext>
            </a:extLst>
          </p:cNvPr>
          <p:cNvSpPr txBox="1"/>
          <p:nvPr/>
        </p:nvSpPr>
        <p:spPr>
          <a:xfrm>
            <a:off x="5075765" y="2098931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mm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AFF88D1-0D9D-6394-6D57-0FA220967E60}"/>
              </a:ext>
            </a:extLst>
          </p:cNvPr>
          <p:cNvSpPr/>
          <p:nvPr/>
        </p:nvSpPr>
        <p:spPr>
          <a:xfrm>
            <a:off x="3924299" y="1463932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6146610-ED93-8166-A021-D663FE9AAF9B}"/>
              </a:ext>
            </a:extLst>
          </p:cNvPr>
          <p:cNvSpPr/>
          <p:nvPr/>
        </p:nvSpPr>
        <p:spPr>
          <a:xfrm>
            <a:off x="3924299" y="5060664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1DE6D95-6C6D-F8BE-628A-5271D74942E3}"/>
              </a:ext>
            </a:extLst>
          </p:cNvPr>
          <p:cNvSpPr/>
          <p:nvPr/>
        </p:nvSpPr>
        <p:spPr>
          <a:xfrm>
            <a:off x="7581899" y="1463932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BDD0BA4-F143-6651-AA3D-A80BB1D6ED60}"/>
              </a:ext>
            </a:extLst>
          </p:cNvPr>
          <p:cNvSpPr/>
          <p:nvPr/>
        </p:nvSpPr>
        <p:spPr>
          <a:xfrm>
            <a:off x="7581899" y="5060664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93F76ED-3C32-EF9E-9F05-4A26EC57F69D}"/>
              </a:ext>
            </a:extLst>
          </p:cNvPr>
          <p:cNvCxnSpPr>
            <a:cxnSpLocks/>
          </p:cNvCxnSpPr>
          <p:nvPr/>
        </p:nvCxnSpPr>
        <p:spPr>
          <a:xfrm flipV="1">
            <a:off x="4610099" y="2098931"/>
            <a:ext cx="0" cy="274320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87F2858E-93F5-EAF1-C640-D4867AA538EE}"/>
              </a:ext>
            </a:extLst>
          </p:cNvPr>
          <p:cNvSpPr/>
          <p:nvPr/>
        </p:nvSpPr>
        <p:spPr>
          <a:xfrm>
            <a:off x="3845983" y="2374898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5B04DF3-D413-1970-4D20-9A8603A25C2E}"/>
              </a:ext>
            </a:extLst>
          </p:cNvPr>
          <p:cNvSpPr/>
          <p:nvPr/>
        </p:nvSpPr>
        <p:spPr>
          <a:xfrm>
            <a:off x="3845983" y="4110336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3BD271E-02A0-7D99-4DC4-05E7499BF464}"/>
              </a:ext>
            </a:extLst>
          </p:cNvPr>
          <p:cNvSpPr/>
          <p:nvPr/>
        </p:nvSpPr>
        <p:spPr>
          <a:xfrm>
            <a:off x="7660215" y="2374898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A241802-9EAF-6EF1-9294-6C08E225DFEF}"/>
              </a:ext>
            </a:extLst>
          </p:cNvPr>
          <p:cNvSpPr/>
          <p:nvPr/>
        </p:nvSpPr>
        <p:spPr>
          <a:xfrm>
            <a:off x="7660215" y="4110336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FEC5D7D-C705-F943-1731-83F36FAB5671}"/>
              </a:ext>
            </a:extLst>
          </p:cNvPr>
          <p:cNvSpPr/>
          <p:nvPr/>
        </p:nvSpPr>
        <p:spPr>
          <a:xfrm>
            <a:off x="4845046" y="5202596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0706052-C619-E655-8D18-BAF7734ECA2E}"/>
              </a:ext>
            </a:extLst>
          </p:cNvPr>
          <p:cNvSpPr/>
          <p:nvPr/>
        </p:nvSpPr>
        <p:spPr>
          <a:xfrm>
            <a:off x="6593415" y="5199163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AD7F33B-FB3C-773C-D301-C82938F865FA}"/>
              </a:ext>
            </a:extLst>
          </p:cNvPr>
          <p:cNvSpPr/>
          <p:nvPr/>
        </p:nvSpPr>
        <p:spPr>
          <a:xfrm>
            <a:off x="4845046" y="1298433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B859A0B-2C62-4943-76AF-EF717CAD4159}"/>
              </a:ext>
            </a:extLst>
          </p:cNvPr>
          <p:cNvSpPr/>
          <p:nvPr/>
        </p:nvSpPr>
        <p:spPr>
          <a:xfrm>
            <a:off x="6593415" y="1295000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CE496AA-7576-1F88-4921-106D679AF7D2}"/>
              </a:ext>
            </a:extLst>
          </p:cNvPr>
          <p:cNvSpPr/>
          <p:nvPr/>
        </p:nvSpPr>
        <p:spPr>
          <a:xfrm>
            <a:off x="2781299" y="271793"/>
            <a:ext cx="914400" cy="9144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115B1F4-02AA-C770-A752-0816FF25DF48}"/>
              </a:ext>
            </a:extLst>
          </p:cNvPr>
          <p:cNvSpPr/>
          <p:nvPr/>
        </p:nvSpPr>
        <p:spPr>
          <a:xfrm>
            <a:off x="8265584" y="271793"/>
            <a:ext cx="914400" cy="9144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3D2B8B3-3CBC-837A-316A-E8D8588BAB55}"/>
              </a:ext>
            </a:extLst>
          </p:cNvPr>
          <p:cNvSpPr/>
          <p:nvPr/>
        </p:nvSpPr>
        <p:spPr>
          <a:xfrm>
            <a:off x="2783416" y="5709795"/>
            <a:ext cx="914400" cy="9144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997434A-D125-430A-763E-85A941008243}"/>
              </a:ext>
            </a:extLst>
          </p:cNvPr>
          <p:cNvSpPr/>
          <p:nvPr/>
        </p:nvSpPr>
        <p:spPr>
          <a:xfrm>
            <a:off x="8271933" y="5709795"/>
            <a:ext cx="914400" cy="9144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0B925FD-76C7-3B69-0EF6-BF37646DE128}"/>
              </a:ext>
            </a:extLst>
          </p:cNvPr>
          <p:cNvCxnSpPr>
            <a:cxnSpLocks/>
          </p:cNvCxnSpPr>
          <p:nvPr/>
        </p:nvCxnSpPr>
        <p:spPr>
          <a:xfrm flipH="1">
            <a:off x="4576232" y="4842131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3D73043-A7EE-274D-0411-8DA80855D2A5}"/>
              </a:ext>
            </a:extLst>
          </p:cNvPr>
          <p:cNvSpPr txBox="1"/>
          <p:nvPr/>
        </p:nvSpPr>
        <p:spPr>
          <a:xfrm>
            <a:off x="4622798" y="3375796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mm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7907CE5-B948-583B-9004-9CF6D4218F77}"/>
              </a:ext>
            </a:extLst>
          </p:cNvPr>
          <p:cNvSpPr txBox="1"/>
          <p:nvPr/>
        </p:nvSpPr>
        <p:spPr>
          <a:xfrm>
            <a:off x="5541431" y="4416162"/>
            <a:ext cx="92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mm</a:t>
            </a:r>
          </a:p>
        </p:txBody>
      </p:sp>
    </p:spTree>
    <p:extLst>
      <p:ext uri="{BB962C8B-B14F-4D97-AF65-F5344CB8AC3E}">
        <p14:creationId xmlns:p14="http://schemas.microsoft.com/office/powerpoint/2010/main" val="169660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KARTER MAKOTOWINGTIM WONG</dc:creator>
  <cp:lastModifiedBy>KARTER MAKOTOWINGTIM WONG</cp:lastModifiedBy>
  <cp:revision>1</cp:revision>
  <dcterms:created xsi:type="dcterms:W3CDTF">2025-05-12T05:14:25Z</dcterms:created>
  <dcterms:modified xsi:type="dcterms:W3CDTF">2025-05-12T05:45:21Z</dcterms:modified>
</cp:coreProperties>
</file>