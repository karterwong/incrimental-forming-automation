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23"/>
  </p:notesMasterIdLst>
  <p:handoutMasterIdLst>
    <p:handoutMasterId r:id="rId24"/>
  </p:handoutMasterIdLst>
  <p:sldIdLst>
    <p:sldId id="271" r:id="rId2"/>
    <p:sldId id="387" r:id="rId3"/>
    <p:sldId id="416" r:id="rId4"/>
    <p:sldId id="418" r:id="rId5"/>
    <p:sldId id="415" r:id="rId6"/>
    <p:sldId id="405" r:id="rId7"/>
    <p:sldId id="423" r:id="rId8"/>
    <p:sldId id="389" r:id="rId9"/>
    <p:sldId id="424" r:id="rId10"/>
    <p:sldId id="427" r:id="rId11"/>
    <p:sldId id="422" r:id="rId12"/>
    <p:sldId id="414" r:id="rId13"/>
    <p:sldId id="425" r:id="rId14"/>
    <p:sldId id="417" r:id="rId15"/>
    <p:sldId id="419" r:id="rId16"/>
    <p:sldId id="390" r:id="rId17"/>
    <p:sldId id="426" r:id="rId18"/>
    <p:sldId id="420" r:id="rId19"/>
    <p:sldId id="413" r:id="rId20"/>
    <p:sldId id="367" r:id="rId21"/>
    <p:sldId id="421" r:id="rId22"/>
  </p:sldIdLst>
  <p:sldSz cx="9144000" cy="6858000" type="screen4x3"/>
  <p:notesSz cx="6797675" cy="9926638"/>
  <p:defaultTextStyle>
    <a:defPPr>
      <a:defRPr lang="ja-JP"/>
    </a:defPPr>
    <a:lvl1pPr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208">
          <p15:clr>
            <a:srgbClr val="A4A3A4"/>
          </p15:clr>
        </p15:guide>
        <p15:guide id="2" pos="2928">
          <p15:clr>
            <a:srgbClr val="A4A3A4"/>
          </p15:clr>
        </p15:guide>
      </p15:sldGuideLst>
    </p:ext>
    <p:ext uri="{2D200454-40CA-4A62-9FC3-DE9A4176ACB9}">
      <p15:notesGuideLst xmlns:p15="http://schemas.microsoft.com/office/powerpoint/2012/main">
        <p15:guide id="1" orient="horz" pos="3127">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09F"/>
    <a:srgbClr val="FFCCCC"/>
    <a:srgbClr val="FFFF00"/>
    <a:srgbClr val="FFCCFF"/>
    <a:srgbClr val="FF3300"/>
    <a:srgbClr val="FF9900"/>
    <a:srgbClr val="000000"/>
    <a:srgbClr val="CCFF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9FE709-8D9E-4052-A78E-5AF6D9420899}" v="6" dt="2025-07-16T03:18:49.169"/>
  </p1510:revLst>
</p1510:revInfo>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72034" autoAdjust="0"/>
  </p:normalViewPr>
  <p:slideViewPr>
    <p:cSldViewPr>
      <p:cViewPr varScale="1">
        <p:scale>
          <a:sx n="79" d="100"/>
          <a:sy n="79" d="100"/>
        </p:scale>
        <p:origin x="2682" y="96"/>
      </p:cViewPr>
      <p:guideLst>
        <p:guide orient="horz" pos="2208"/>
        <p:guide pos="2928"/>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1866" y="-78"/>
      </p:cViewPr>
      <p:guideLst>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ER MAKOTOWINGTIM WONG" userId="87f3421f-7e5f-4328-a49b-3eb6eaf73452" providerId="ADAL" clId="{20E5F0E9-6758-4D92-9461-620342CD90A7}"/>
    <pc:docChg chg="undo redo custSel modSld">
      <pc:chgData name="KARTER MAKOTOWINGTIM WONG" userId="87f3421f-7e5f-4328-a49b-3eb6eaf73452" providerId="ADAL" clId="{20E5F0E9-6758-4D92-9461-620342CD90A7}" dt="2025-06-16T08:07:16.140" v="524" actId="20577"/>
      <pc:docMkLst>
        <pc:docMk/>
      </pc:docMkLst>
      <pc:sldChg chg="modSp mod">
        <pc:chgData name="KARTER MAKOTOWINGTIM WONG" userId="87f3421f-7e5f-4328-a49b-3eb6eaf73452" providerId="ADAL" clId="{20E5F0E9-6758-4D92-9461-620342CD90A7}" dt="2025-06-16T07:47:00.650" v="322" actId="207"/>
        <pc:sldMkLst>
          <pc:docMk/>
          <pc:sldMk cId="0" sldId="367"/>
        </pc:sldMkLst>
        <pc:spChg chg="mod">
          <ac:chgData name="KARTER MAKOTOWINGTIM WONG" userId="87f3421f-7e5f-4328-a49b-3eb6eaf73452" providerId="ADAL" clId="{20E5F0E9-6758-4D92-9461-620342CD90A7}" dt="2025-06-16T07:46:57.212" v="321" actId="207"/>
          <ac:spMkLst>
            <pc:docMk/>
            <pc:sldMk cId="0" sldId="367"/>
            <ac:spMk id="6" creationId="{1721B9FC-958E-F140-031F-9866DC390BF3}"/>
          </ac:spMkLst>
        </pc:spChg>
        <pc:spChg chg="mod">
          <ac:chgData name="KARTER MAKOTOWINGTIM WONG" userId="87f3421f-7e5f-4328-a49b-3eb6eaf73452" providerId="ADAL" clId="{20E5F0E9-6758-4D92-9461-620342CD90A7}" dt="2025-06-16T07:47:00.650" v="322" actId="207"/>
          <ac:spMkLst>
            <pc:docMk/>
            <pc:sldMk cId="0" sldId="367"/>
            <ac:spMk id="10" creationId="{ABE1C726-CAC4-EC2B-BEEE-A364F8A41BBC}"/>
          </ac:spMkLst>
        </pc:spChg>
      </pc:sldChg>
      <pc:sldChg chg="modSp mod">
        <pc:chgData name="KARTER MAKOTOWINGTIM WONG" userId="87f3421f-7e5f-4328-a49b-3eb6eaf73452" providerId="ADAL" clId="{20E5F0E9-6758-4D92-9461-620342CD90A7}" dt="2025-06-16T07:36:20.362" v="212" actId="207"/>
        <pc:sldMkLst>
          <pc:docMk/>
          <pc:sldMk cId="0" sldId="387"/>
        </pc:sldMkLst>
        <pc:spChg chg="mod">
          <ac:chgData name="KARTER MAKOTOWINGTIM WONG" userId="87f3421f-7e5f-4328-a49b-3eb6eaf73452" providerId="ADAL" clId="{20E5F0E9-6758-4D92-9461-620342CD90A7}" dt="2025-06-16T07:36:20.362" v="212" actId="207"/>
          <ac:spMkLst>
            <pc:docMk/>
            <pc:sldMk cId="0" sldId="387"/>
            <ac:spMk id="23" creationId="{4CCBC938-FE93-89F6-3192-7194E4DEAB77}"/>
          </ac:spMkLst>
        </pc:spChg>
      </pc:sldChg>
      <pc:sldChg chg="delSp modSp mod modNotesTx">
        <pc:chgData name="KARTER MAKOTOWINGTIM WONG" userId="87f3421f-7e5f-4328-a49b-3eb6eaf73452" providerId="ADAL" clId="{20E5F0E9-6758-4D92-9461-620342CD90A7}" dt="2025-06-16T08:07:16.140" v="524" actId="20577"/>
        <pc:sldMkLst>
          <pc:docMk/>
          <pc:sldMk cId="0" sldId="389"/>
        </pc:sldMkLst>
        <pc:spChg chg="mod">
          <ac:chgData name="KARTER MAKOTOWINGTIM WONG" userId="87f3421f-7e5f-4328-a49b-3eb6eaf73452" providerId="ADAL" clId="{20E5F0E9-6758-4D92-9461-620342CD90A7}" dt="2025-06-16T08:07:16.140" v="524" actId="20577"/>
          <ac:spMkLst>
            <pc:docMk/>
            <pc:sldMk cId="0" sldId="389"/>
            <ac:spMk id="2" creationId="{2F39D4E6-B9AD-D08C-4B34-4D765D75E6CD}"/>
          </ac:spMkLst>
        </pc:spChg>
        <pc:spChg chg="mod">
          <ac:chgData name="KARTER MAKOTOWINGTIM WONG" userId="87f3421f-7e5f-4328-a49b-3eb6eaf73452" providerId="ADAL" clId="{20E5F0E9-6758-4D92-9461-620342CD90A7}" dt="2025-06-16T07:47:07.874" v="324" actId="207"/>
          <ac:spMkLst>
            <pc:docMk/>
            <pc:sldMk cId="0" sldId="389"/>
            <ac:spMk id="3" creationId="{AE079F54-83D7-542D-0D32-9A05E5ABC411}"/>
          </ac:spMkLst>
        </pc:spChg>
        <pc:spChg chg="mod">
          <ac:chgData name="KARTER MAKOTOWINGTIM WONG" userId="87f3421f-7e5f-4328-a49b-3eb6eaf73452" providerId="ADAL" clId="{20E5F0E9-6758-4D92-9461-620342CD90A7}" dt="2025-06-16T08:02:01.985" v="467" actId="207"/>
          <ac:spMkLst>
            <pc:docMk/>
            <pc:sldMk cId="0" sldId="389"/>
            <ac:spMk id="7" creationId="{AD648E0F-F7BA-FC29-3DA1-F0DB173A56F1}"/>
          </ac:spMkLst>
        </pc:spChg>
        <pc:picChg chg="mod">
          <ac:chgData name="KARTER MAKOTOWINGTIM WONG" userId="87f3421f-7e5f-4328-a49b-3eb6eaf73452" providerId="ADAL" clId="{20E5F0E9-6758-4D92-9461-620342CD90A7}" dt="2025-06-16T07:45:13.770" v="314" actId="1076"/>
          <ac:picMkLst>
            <pc:docMk/>
            <pc:sldMk cId="0" sldId="389"/>
            <ac:picMk id="6" creationId="{60D12FB6-6885-8349-3487-F05CFEA7A8CA}"/>
          </ac:picMkLst>
        </pc:picChg>
      </pc:sldChg>
      <pc:sldChg chg="addSp delSp modSp mod modNotesTx">
        <pc:chgData name="KARTER MAKOTOWINGTIM WONG" userId="87f3421f-7e5f-4328-a49b-3eb6eaf73452" providerId="ADAL" clId="{20E5F0E9-6758-4D92-9461-620342CD90A7}" dt="2025-06-16T07:43:50.970" v="285" actId="1076"/>
        <pc:sldMkLst>
          <pc:docMk/>
          <pc:sldMk cId="0" sldId="405"/>
        </pc:sldMkLst>
        <pc:graphicFrameChg chg="mod modGraphic">
          <ac:chgData name="KARTER MAKOTOWINGTIM WONG" userId="87f3421f-7e5f-4328-a49b-3eb6eaf73452" providerId="ADAL" clId="{20E5F0E9-6758-4D92-9461-620342CD90A7}" dt="2025-06-16T07:43:50.970" v="285" actId="1076"/>
          <ac:graphicFrameMkLst>
            <pc:docMk/>
            <pc:sldMk cId="0" sldId="405"/>
            <ac:graphicFrameMk id="33" creationId="{C57B20DF-B0FE-D8EA-4C1A-14B999B5C353}"/>
          </ac:graphicFrameMkLst>
        </pc:graphicFrameChg>
      </pc:sldChg>
      <pc:sldChg chg="modSp mod">
        <pc:chgData name="KARTER MAKOTOWINGTIM WONG" userId="87f3421f-7e5f-4328-a49b-3eb6eaf73452" providerId="ADAL" clId="{20E5F0E9-6758-4D92-9461-620342CD90A7}" dt="2025-06-16T07:49:26.930" v="398" actId="207"/>
        <pc:sldMkLst>
          <pc:docMk/>
          <pc:sldMk cId="0" sldId="407"/>
        </pc:sldMkLst>
      </pc:sldChg>
      <pc:sldChg chg="addSp modSp mod">
        <pc:chgData name="KARTER MAKOTOWINGTIM WONG" userId="87f3421f-7e5f-4328-a49b-3eb6eaf73452" providerId="ADAL" clId="{20E5F0E9-6758-4D92-9461-620342CD90A7}" dt="2025-06-16T08:01:49.860" v="466" actId="20577"/>
        <pc:sldMkLst>
          <pc:docMk/>
          <pc:sldMk cId="2977264139" sldId="415"/>
        </pc:sldMkLst>
        <pc:graphicFrameChg chg="mod modGraphic">
          <ac:chgData name="KARTER MAKOTOWINGTIM WONG" userId="87f3421f-7e5f-4328-a49b-3eb6eaf73452" providerId="ADAL" clId="{20E5F0E9-6758-4D92-9461-620342CD90A7}" dt="2025-06-16T07:39:29.847" v="249" actId="404"/>
          <ac:graphicFrameMkLst>
            <pc:docMk/>
            <pc:sldMk cId="2977264139" sldId="415"/>
            <ac:graphicFrameMk id="10" creationId="{B476849C-E4A0-3220-2CBB-3547448CE619}"/>
          </ac:graphicFrameMkLst>
        </pc:graphicFrameChg>
        <pc:picChg chg="mod">
          <ac:chgData name="KARTER MAKOTOWINGTIM WONG" userId="87f3421f-7e5f-4328-a49b-3eb6eaf73452" providerId="ADAL" clId="{20E5F0E9-6758-4D92-9461-620342CD90A7}" dt="2025-06-16T07:44:02.206" v="286" actId="1076"/>
          <ac:picMkLst>
            <pc:docMk/>
            <pc:sldMk cId="2977264139" sldId="415"/>
            <ac:picMk id="11" creationId="{D05CDFD2-34BF-1C9B-A9E5-BEF323439499}"/>
          </ac:picMkLst>
        </pc:picChg>
      </pc:sldChg>
      <pc:sldChg chg="modSp mod">
        <pc:chgData name="KARTER MAKOTOWINGTIM WONG" userId="87f3421f-7e5f-4328-a49b-3eb6eaf73452" providerId="ADAL" clId="{20E5F0E9-6758-4D92-9461-620342CD90A7}" dt="2025-06-16T07:36:47.083" v="215" actId="207"/>
        <pc:sldMkLst>
          <pc:docMk/>
          <pc:sldMk cId="1400478623" sldId="416"/>
        </pc:sldMkLst>
        <pc:spChg chg="mod">
          <ac:chgData name="KARTER MAKOTOWINGTIM WONG" userId="87f3421f-7e5f-4328-a49b-3eb6eaf73452" providerId="ADAL" clId="{20E5F0E9-6758-4D92-9461-620342CD90A7}" dt="2025-06-16T07:36:39.253" v="213" actId="207"/>
          <ac:spMkLst>
            <pc:docMk/>
            <pc:sldMk cId="1400478623" sldId="416"/>
            <ac:spMk id="8" creationId="{696C8FEF-BD2C-99ED-F1D2-8D5E60DB632F}"/>
          </ac:spMkLst>
        </pc:spChg>
        <pc:spChg chg="mod">
          <ac:chgData name="KARTER MAKOTOWINGTIM WONG" userId="87f3421f-7e5f-4328-a49b-3eb6eaf73452" providerId="ADAL" clId="{20E5F0E9-6758-4D92-9461-620342CD90A7}" dt="2025-06-16T07:36:43.256" v="214" actId="207"/>
          <ac:spMkLst>
            <pc:docMk/>
            <pc:sldMk cId="1400478623" sldId="416"/>
            <ac:spMk id="12" creationId="{E5B00660-565F-50B1-5BD2-3B77FD4C1C0A}"/>
          </ac:spMkLst>
        </pc:spChg>
        <pc:spChg chg="mod">
          <ac:chgData name="KARTER MAKOTOWINGTIM WONG" userId="87f3421f-7e5f-4328-a49b-3eb6eaf73452" providerId="ADAL" clId="{20E5F0E9-6758-4D92-9461-620342CD90A7}" dt="2025-06-16T07:36:47.083" v="215" actId="207"/>
          <ac:spMkLst>
            <pc:docMk/>
            <pc:sldMk cId="1400478623" sldId="416"/>
            <ac:spMk id="14" creationId="{F60318DA-2039-B681-21CF-305FDDFB62A0}"/>
          </ac:spMkLst>
        </pc:spChg>
      </pc:sldChg>
      <pc:sldChg chg="modSp mod">
        <pc:chgData name="KARTER MAKOTOWINGTIM WONG" userId="87f3421f-7e5f-4328-a49b-3eb6eaf73452" providerId="ADAL" clId="{20E5F0E9-6758-4D92-9461-620342CD90A7}" dt="2025-06-16T07:36:59.508" v="217" actId="207"/>
        <pc:sldMkLst>
          <pc:docMk/>
          <pc:sldMk cId="331761965" sldId="418"/>
        </pc:sldMkLst>
        <pc:spChg chg="mod">
          <ac:chgData name="KARTER MAKOTOWINGTIM WONG" userId="87f3421f-7e5f-4328-a49b-3eb6eaf73452" providerId="ADAL" clId="{20E5F0E9-6758-4D92-9461-620342CD90A7}" dt="2025-06-16T07:36:56.398" v="216" actId="207"/>
          <ac:spMkLst>
            <pc:docMk/>
            <pc:sldMk cId="331761965" sldId="418"/>
            <ac:spMk id="3" creationId="{23DAE6F8-8C06-8B05-F522-8566F69D1617}"/>
          </ac:spMkLst>
        </pc:spChg>
        <pc:spChg chg="mod">
          <ac:chgData name="KARTER MAKOTOWINGTIM WONG" userId="87f3421f-7e5f-4328-a49b-3eb6eaf73452" providerId="ADAL" clId="{20E5F0E9-6758-4D92-9461-620342CD90A7}" dt="2025-06-16T07:36:59.508" v="217" actId="207"/>
          <ac:spMkLst>
            <pc:docMk/>
            <pc:sldMk cId="331761965" sldId="418"/>
            <ac:spMk id="14" creationId="{4F9DD91C-B276-6BBF-BB3D-8A83034B85CF}"/>
          </ac:spMkLst>
        </pc:spChg>
      </pc:sldChg>
      <pc:sldChg chg="modSp mod">
        <pc:chgData name="KARTER MAKOTOWINGTIM WONG" userId="87f3421f-7e5f-4328-a49b-3eb6eaf73452" providerId="ADAL" clId="{20E5F0E9-6758-4D92-9461-620342CD90A7}" dt="2025-06-16T07:48:52.123" v="391" actId="207"/>
        <pc:sldMkLst>
          <pc:docMk/>
          <pc:sldMk cId="3194971168" sldId="421"/>
        </pc:sldMkLst>
        <pc:graphicFrameChg chg="modGraphic">
          <ac:chgData name="KARTER MAKOTOWINGTIM WONG" userId="87f3421f-7e5f-4328-a49b-3eb6eaf73452" providerId="ADAL" clId="{20E5F0E9-6758-4D92-9461-620342CD90A7}" dt="2025-06-16T07:47:49.960" v="389" actId="20577"/>
          <ac:graphicFrameMkLst>
            <pc:docMk/>
            <pc:sldMk cId="3194971168" sldId="421"/>
            <ac:graphicFrameMk id="6" creationId="{EB5558CC-4A6E-0DC0-2DF6-748D399B69E9}"/>
          </ac:graphicFrameMkLst>
        </pc:graphicFrameChg>
        <pc:graphicFrameChg chg="modGraphic">
          <ac:chgData name="KARTER MAKOTOWINGTIM WONG" userId="87f3421f-7e5f-4328-a49b-3eb6eaf73452" providerId="ADAL" clId="{20E5F0E9-6758-4D92-9461-620342CD90A7}" dt="2025-06-16T07:48:52.123" v="391" actId="207"/>
          <ac:graphicFrameMkLst>
            <pc:docMk/>
            <pc:sldMk cId="3194971168" sldId="421"/>
            <ac:graphicFrameMk id="13" creationId="{B92819E8-6C1F-E443-2A18-E0A39EC9BCC4}"/>
          </ac:graphicFrameMkLst>
        </pc:graphicFrameChg>
      </pc:sldChg>
      <pc:sldChg chg="modSp mod">
        <pc:chgData name="KARTER MAKOTOWINGTIM WONG" userId="87f3421f-7e5f-4328-a49b-3eb6eaf73452" providerId="ADAL" clId="{20E5F0E9-6758-4D92-9461-620342CD90A7}" dt="2025-06-16T07:49:31.934" v="399" actId="207"/>
        <pc:sldMkLst>
          <pc:docMk/>
          <pc:sldMk cId="2145823957" sldId="422"/>
        </pc:sldMkLst>
      </pc:sldChg>
      <pc:sldChg chg="modSp mod">
        <pc:chgData name="KARTER MAKOTOWINGTIM WONG" userId="87f3421f-7e5f-4328-a49b-3eb6eaf73452" providerId="ADAL" clId="{20E5F0E9-6758-4D92-9461-620342CD90A7}" dt="2025-06-16T08:06:59.640" v="509" actId="20577"/>
        <pc:sldMkLst>
          <pc:docMk/>
          <pc:sldMk cId="2281730913" sldId="423"/>
        </pc:sldMkLst>
        <pc:spChg chg="mod">
          <ac:chgData name="KARTER MAKOTOWINGTIM WONG" userId="87f3421f-7e5f-4328-a49b-3eb6eaf73452" providerId="ADAL" clId="{20E5F0E9-6758-4D92-9461-620342CD90A7}" dt="2025-06-16T08:06:59.640" v="509" actId="20577"/>
          <ac:spMkLst>
            <pc:docMk/>
            <pc:sldMk cId="2281730913" sldId="423"/>
            <ac:spMk id="4" creationId="{30DDBB21-6F51-009B-0FA4-6E70436DA73C}"/>
          </ac:spMkLst>
        </pc:spChg>
        <pc:spChg chg="mod">
          <ac:chgData name="KARTER MAKOTOWINGTIM WONG" userId="87f3421f-7e5f-4328-a49b-3eb6eaf73452" providerId="ADAL" clId="{20E5F0E9-6758-4D92-9461-620342CD90A7}" dt="2025-06-16T07:53:22.726" v="402" actId="207"/>
          <ac:spMkLst>
            <pc:docMk/>
            <pc:sldMk cId="2281730913" sldId="423"/>
            <ac:spMk id="5" creationId="{308B8985-C56D-C6B1-3D76-E7A30161AE75}"/>
          </ac:spMkLst>
        </pc:spChg>
        <pc:spChg chg="mod">
          <ac:chgData name="KARTER MAKOTOWINGTIM WONG" userId="87f3421f-7e5f-4328-a49b-3eb6eaf73452" providerId="ADAL" clId="{20E5F0E9-6758-4D92-9461-620342CD90A7}" dt="2025-06-16T07:53:19.669" v="401" actId="207"/>
          <ac:spMkLst>
            <pc:docMk/>
            <pc:sldMk cId="2281730913" sldId="423"/>
            <ac:spMk id="6" creationId="{CC0E6758-DF2A-451C-3948-FCA9E7BD6100}"/>
          </ac:spMkLst>
        </pc:spChg>
        <pc:picChg chg="mod">
          <ac:chgData name="KARTER MAKOTOWINGTIM WONG" userId="87f3421f-7e5f-4328-a49b-3eb6eaf73452" providerId="ADAL" clId="{20E5F0E9-6758-4D92-9461-620342CD90A7}" dt="2025-06-16T07:44:14.054" v="288" actId="1076"/>
          <ac:picMkLst>
            <pc:docMk/>
            <pc:sldMk cId="2281730913" sldId="423"/>
            <ac:picMk id="7" creationId="{05005BB9-796A-0292-2488-67C90F2C7D37}"/>
          </ac:picMkLst>
        </pc:picChg>
      </pc:sldChg>
      <pc:sldChg chg="addSp delSp modSp mod">
        <pc:chgData name="KARTER MAKOTOWINGTIM WONG" userId="87f3421f-7e5f-4328-a49b-3eb6eaf73452" providerId="ADAL" clId="{20E5F0E9-6758-4D92-9461-620342CD90A7}" dt="2025-06-16T08:02:22.149" v="492" actId="20577"/>
        <pc:sldMkLst>
          <pc:docMk/>
          <pc:sldMk cId="1783979972" sldId="424"/>
        </pc:sldMkLst>
      </pc:sldChg>
    </pc:docChg>
  </pc:docChgLst>
  <pc:docChgLst>
    <pc:chgData name="KARTER MAKOTOWINGTIM WONG" userId="87f3421f-7e5f-4328-a49b-3eb6eaf73452" providerId="ADAL" clId="{0E0E7888-FCB6-49B9-A2EC-FF738E71E1C3}"/>
    <pc:docChg chg="undo custSel addSld modSld sldOrd">
      <pc:chgData name="KARTER MAKOTOWINGTIM WONG" userId="87f3421f-7e5f-4328-a49b-3eb6eaf73452" providerId="ADAL" clId="{0E0E7888-FCB6-49B9-A2EC-FF738E71E1C3}" dt="2025-06-15T23:56:53.896" v="2585" actId="20577"/>
      <pc:docMkLst>
        <pc:docMk/>
      </pc:docMkLst>
      <pc:sldChg chg="mod modShow modNotesTx">
        <pc:chgData name="KARTER MAKOTOWINGTIM WONG" userId="87f3421f-7e5f-4328-a49b-3eb6eaf73452" providerId="ADAL" clId="{0E0E7888-FCB6-49B9-A2EC-FF738E71E1C3}" dt="2025-06-09T07:31:14.717" v="2531" actId="729"/>
        <pc:sldMkLst>
          <pc:docMk/>
          <pc:sldMk cId="0" sldId="271"/>
        </pc:sldMkLst>
      </pc:sldChg>
      <pc:sldChg chg="addSp delSp modSp mod modShow modNotesTx">
        <pc:chgData name="KARTER MAKOTOWINGTIM WONG" userId="87f3421f-7e5f-4328-a49b-3eb6eaf73452" providerId="ADAL" clId="{0E0E7888-FCB6-49B9-A2EC-FF738E71E1C3}" dt="2025-06-15T23:56:41.044" v="2578" actId="20577"/>
        <pc:sldMkLst>
          <pc:docMk/>
          <pc:sldMk cId="0" sldId="367"/>
        </pc:sldMkLst>
        <pc:spChg chg="mod">
          <ac:chgData name="KARTER MAKOTOWINGTIM WONG" userId="87f3421f-7e5f-4328-a49b-3eb6eaf73452" providerId="ADAL" clId="{0E0E7888-FCB6-49B9-A2EC-FF738E71E1C3}" dt="2025-06-15T23:56:41.044" v="2578" actId="20577"/>
          <ac:spMkLst>
            <pc:docMk/>
            <pc:sldMk cId="0" sldId="367"/>
            <ac:spMk id="17412" creationId="{42162288-F155-9918-6113-4FE702655873}"/>
          </ac:spMkLst>
        </pc:spChg>
        <pc:picChg chg="add mod">
          <ac:chgData name="KARTER MAKOTOWINGTIM WONG" userId="87f3421f-7e5f-4328-a49b-3eb6eaf73452" providerId="ADAL" clId="{0E0E7888-FCB6-49B9-A2EC-FF738E71E1C3}" dt="2025-06-09T06:19:51.779" v="1810" actId="1076"/>
          <ac:picMkLst>
            <pc:docMk/>
            <pc:sldMk cId="0" sldId="367"/>
            <ac:picMk id="4" creationId="{0FC75BDB-BBB8-8D9F-129F-966987D62ECD}"/>
          </ac:picMkLst>
        </pc:picChg>
      </pc:sldChg>
      <pc:sldChg chg="modSp mod modShow modNotesTx">
        <pc:chgData name="KARTER MAKOTOWINGTIM WONG" userId="87f3421f-7e5f-4328-a49b-3eb6eaf73452" providerId="ADAL" clId="{0E0E7888-FCB6-49B9-A2EC-FF738E71E1C3}" dt="2025-06-09T07:31:18.879" v="2532" actId="729"/>
        <pc:sldMkLst>
          <pc:docMk/>
          <pc:sldMk cId="0" sldId="387"/>
        </pc:sldMkLst>
        <pc:spChg chg="mod">
          <ac:chgData name="KARTER MAKOTOWINGTIM WONG" userId="87f3421f-7e5f-4328-a49b-3eb6eaf73452" providerId="ADAL" clId="{0E0E7888-FCB6-49B9-A2EC-FF738E71E1C3}" dt="2025-06-09T06:53:28.733" v="2079" actId="20577"/>
          <ac:spMkLst>
            <pc:docMk/>
            <pc:sldMk cId="0" sldId="387"/>
            <ac:spMk id="23" creationId="{4CCBC938-FE93-89F6-3192-7194E4DEAB77}"/>
          </ac:spMkLst>
        </pc:spChg>
      </pc:sldChg>
      <pc:sldChg chg="modSp mod modShow">
        <pc:chgData name="KARTER MAKOTOWINGTIM WONG" userId="87f3421f-7e5f-4328-a49b-3eb6eaf73452" providerId="ADAL" clId="{0E0E7888-FCB6-49B9-A2EC-FF738E71E1C3}" dt="2025-06-15T23:56:19.123" v="2571" actId="20577"/>
        <pc:sldMkLst>
          <pc:docMk/>
          <pc:sldMk cId="0" sldId="389"/>
        </pc:sldMkLst>
        <pc:spChg chg="mod">
          <ac:chgData name="KARTER MAKOTOWINGTIM WONG" userId="87f3421f-7e5f-4328-a49b-3eb6eaf73452" providerId="ADAL" clId="{0E0E7888-FCB6-49B9-A2EC-FF738E71E1C3}" dt="2025-06-15T23:56:14.488" v="2569" actId="14100"/>
          <ac:spMkLst>
            <pc:docMk/>
            <pc:sldMk cId="0" sldId="389"/>
            <ac:spMk id="2" creationId="{2F39D4E6-B9AD-D08C-4B34-4D765D75E6CD}"/>
          </ac:spMkLst>
        </pc:spChg>
        <pc:spChg chg="mod">
          <ac:chgData name="KARTER MAKOTOWINGTIM WONG" userId="87f3421f-7e5f-4328-a49b-3eb6eaf73452" providerId="ADAL" clId="{0E0E7888-FCB6-49B9-A2EC-FF738E71E1C3}" dt="2025-06-09T03:50:45.226" v="78" actId="1076"/>
          <ac:spMkLst>
            <pc:docMk/>
            <pc:sldMk cId="0" sldId="389"/>
            <ac:spMk id="3" creationId="{AE079F54-83D7-542D-0D32-9A05E5ABC411}"/>
          </ac:spMkLst>
        </pc:spChg>
        <pc:spChg chg="mod">
          <ac:chgData name="KARTER MAKOTOWINGTIM WONG" userId="87f3421f-7e5f-4328-a49b-3eb6eaf73452" providerId="ADAL" clId="{0E0E7888-FCB6-49B9-A2EC-FF738E71E1C3}" dt="2025-06-15T23:56:19.123" v="2571" actId="20577"/>
          <ac:spMkLst>
            <pc:docMk/>
            <pc:sldMk cId="0" sldId="389"/>
            <ac:spMk id="11266" creationId="{9C92B7AA-60EA-5D84-C27C-220903081640}"/>
          </ac:spMkLst>
        </pc:spChg>
      </pc:sldChg>
      <pc:sldChg chg="addSp modSp mod modShow">
        <pc:chgData name="KARTER MAKOTOWINGTIM WONG" userId="87f3421f-7e5f-4328-a49b-3eb6eaf73452" providerId="ADAL" clId="{0E0E7888-FCB6-49B9-A2EC-FF738E71E1C3}" dt="2025-06-09T07:31:01.404" v="2529" actId="729"/>
        <pc:sldMkLst>
          <pc:docMk/>
          <pc:sldMk cId="0" sldId="390"/>
        </pc:sldMkLst>
      </pc:sldChg>
      <pc:sldChg chg="addSp modSp mod ord modShow modNotesTx">
        <pc:chgData name="KARTER MAKOTOWINGTIM WONG" userId="87f3421f-7e5f-4328-a49b-3eb6eaf73452" providerId="ADAL" clId="{0E0E7888-FCB6-49B9-A2EC-FF738E71E1C3}" dt="2025-06-15T23:55:56.784" v="2565" actId="20577"/>
        <pc:sldMkLst>
          <pc:docMk/>
          <pc:sldMk cId="0" sldId="405"/>
        </pc:sldMkLst>
        <pc:spChg chg="mod">
          <ac:chgData name="KARTER MAKOTOWINGTIM WONG" userId="87f3421f-7e5f-4328-a49b-3eb6eaf73452" providerId="ADAL" clId="{0E0E7888-FCB6-49B9-A2EC-FF738E71E1C3}" dt="2025-06-15T23:55:53.086" v="2563" actId="14100"/>
          <ac:spMkLst>
            <pc:docMk/>
            <pc:sldMk cId="0" sldId="405"/>
            <ac:spMk id="4" creationId="{3980B27C-31FE-5FF0-F9E8-13822A83080A}"/>
          </ac:spMkLst>
        </pc:spChg>
        <pc:spChg chg="mod">
          <ac:chgData name="KARTER MAKOTOWINGTIM WONG" userId="87f3421f-7e5f-4328-a49b-3eb6eaf73452" providerId="ADAL" clId="{0E0E7888-FCB6-49B9-A2EC-FF738E71E1C3}" dt="2025-06-15T23:55:56.784" v="2565" actId="20577"/>
          <ac:spMkLst>
            <pc:docMk/>
            <pc:sldMk cId="0" sldId="405"/>
            <ac:spMk id="10244" creationId="{0F6199C8-1128-33F3-87A7-325CEE4BA282}"/>
          </ac:spMkLst>
        </pc:spChg>
      </pc:sldChg>
      <pc:sldChg chg="addSp delSp modSp mod modShow modNotesTx">
        <pc:chgData name="KARTER MAKOTOWINGTIM WONG" userId="87f3421f-7e5f-4328-a49b-3eb6eaf73452" providerId="ADAL" clId="{0E0E7888-FCB6-49B9-A2EC-FF738E71E1C3}" dt="2025-06-15T23:56:34.733" v="2576" actId="20577"/>
        <pc:sldMkLst>
          <pc:docMk/>
          <pc:sldMk cId="0" sldId="407"/>
        </pc:sldMkLst>
      </pc:sldChg>
      <pc:sldChg chg="modSp mod modShow modNotesTx">
        <pc:chgData name="KARTER MAKOTOWINGTIM WONG" userId="87f3421f-7e5f-4328-a49b-3eb6eaf73452" providerId="ADAL" clId="{0E0E7888-FCB6-49B9-A2EC-FF738E71E1C3}" dt="2025-06-09T07:31:26.239" v="2533" actId="729"/>
        <pc:sldMkLst>
          <pc:docMk/>
          <pc:sldMk cId="0" sldId="413"/>
        </pc:sldMkLst>
        <pc:spChg chg="mod">
          <ac:chgData name="KARTER MAKOTOWINGTIM WONG" userId="87f3421f-7e5f-4328-a49b-3eb6eaf73452" providerId="ADAL" clId="{0E0E7888-FCB6-49B9-A2EC-FF738E71E1C3}" dt="2025-06-09T06:18:27.402" v="1791" actId="1076"/>
          <ac:spMkLst>
            <pc:docMk/>
            <pc:sldMk cId="0" sldId="413"/>
            <ac:spMk id="9" creationId="{02777AF6-5F16-A6AC-CE44-B1B0A468AC41}"/>
          </ac:spMkLst>
        </pc:spChg>
      </pc:sldChg>
      <pc:sldChg chg="modSp mod modShow modNotesTx">
        <pc:chgData name="KARTER MAKOTOWINGTIM WONG" userId="87f3421f-7e5f-4328-a49b-3eb6eaf73452" providerId="ADAL" clId="{0E0E7888-FCB6-49B9-A2EC-FF738E71E1C3}" dt="2025-06-15T23:56:53.896" v="2585" actId="20577"/>
        <pc:sldMkLst>
          <pc:docMk/>
          <pc:sldMk cId="3206680773" sldId="414"/>
        </pc:sldMkLst>
        <pc:spChg chg="mod">
          <ac:chgData name="KARTER MAKOTOWINGTIM WONG" userId="87f3421f-7e5f-4328-a49b-3eb6eaf73452" providerId="ADAL" clId="{0E0E7888-FCB6-49B9-A2EC-FF738E71E1C3}" dt="2025-06-15T23:56:53.896" v="2585" actId="20577"/>
          <ac:spMkLst>
            <pc:docMk/>
            <pc:sldMk cId="3206680773" sldId="414"/>
            <ac:spMk id="4098" creationId="{7F7ABB5D-6F5C-9396-B52D-A76D41895302}"/>
          </ac:spMkLst>
        </pc:spChg>
      </pc:sldChg>
      <pc:sldChg chg="addSp delSp modSp mod ord modShow modNotesTx">
        <pc:chgData name="KARTER MAKOTOWINGTIM WONG" userId="87f3421f-7e5f-4328-a49b-3eb6eaf73452" providerId="ADAL" clId="{0E0E7888-FCB6-49B9-A2EC-FF738E71E1C3}" dt="2025-06-15T23:55:47.699" v="2562" actId="20577"/>
        <pc:sldMkLst>
          <pc:docMk/>
          <pc:sldMk cId="2977264139" sldId="415"/>
        </pc:sldMkLst>
        <pc:spChg chg="mod">
          <ac:chgData name="KARTER MAKOTOWINGTIM WONG" userId="87f3421f-7e5f-4328-a49b-3eb6eaf73452" providerId="ADAL" clId="{0E0E7888-FCB6-49B9-A2EC-FF738E71E1C3}" dt="2025-06-15T23:55:47.699" v="2562" actId="20577"/>
          <ac:spMkLst>
            <pc:docMk/>
            <pc:sldMk cId="2977264139" sldId="415"/>
            <ac:spMk id="2" creationId="{E26E204C-E71C-863D-D347-4A7EDE00B1C8}"/>
          </ac:spMkLst>
        </pc:spChg>
      </pc:sldChg>
      <pc:sldChg chg="addSp delSp modSp mod ord modShow modNotesTx">
        <pc:chgData name="KARTER MAKOTOWINGTIM WONG" userId="87f3421f-7e5f-4328-a49b-3eb6eaf73452" providerId="ADAL" clId="{0E0E7888-FCB6-49B9-A2EC-FF738E71E1C3}" dt="2025-06-15T23:55:30.712" v="2557" actId="20577"/>
        <pc:sldMkLst>
          <pc:docMk/>
          <pc:sldMk cId="1400478623" sldId="416"/>
        </pc:sldMkLst>
        <pc:spChg chg="mod">
          <ac:chgData name="KARTER MAKOTOWINGTIM WONG" userId="87f3421f-7e5f-4328-a49b-3eb6eaf73452" providerId="ADAL" clId="{0E0E7888-FCB6-49B9-A2EC-FF738E71E1C3}" dt="2025-06-15T23:55:30.712" v="2557" actId="20577"/>
          <ac:spMkLst>
            <pc:docMk/>
            <pc:sldMk cId="1400478623" sldId="416"/>
            <ac:spMk id="2" creationId="{86E928D2-8315-BB88-958A-9EA0420FAC1A}"/>
          </ac:spMkLst>
        </pc:spChg>
        <pc:spChg chg="mod">
          <ac:chgData name="KARTER MAKOTOWINGTIM WONG" userId="87f3421f-7e5f-4328-a49b-3eb6eaf73452" providerId="ADAL" clId="{0E0E7888-FCB6-49B9-A2EC-FF738E71E1C3}" dt="2025-06-15T23:55:25.850" v="2555" actId="14100"/>
          <ac:spMkLst>
            <pc:docMk/>
            <pc:sldMk cId="1400478623" sldId="416"/>
            <ac:spMk id="6" creationId="{161839BB-48EF-53A1-EF8B-35A6428115E6}"/>
          </ac:spMkLst>
        </pc:spChg>
        <pc:spChg chg="add mod">
          <ac:chgData name="KARTER MAKOTOWINGTIM WONG" userId="87f3421f-7e5f-4328-a49b-3eb6eaf73452" providerId="ADAL" clId="{0E0E7888-FCB6-49B9-A2EC-FF738E71E1C3}" dt="2025-06-09T05:38:08.154" v="1506" actId="20577"/>
          <ac:spMkLst>
            <pc:docMk/>
            <pc:sldMk cId="1400478623" sldId="416"/>
            <ac:spMk id="8" creationId="{696C8FEF-BD2C-99ED-F1D2-8D5E60DB632F}"/>
          </ac:spMkLst>
        </pc:spChg>
        <pc:spChg chg="add mod">
          <ac:chgData name="KARTER MAKOTOWINGTIM WONG" userId="87f3421f-7e5f-4328-a49b-3eb6eaf73452" providerId="ADAL" clId="{0E0E7888-FCB6-49B9-A2EC-FF738E71E1C3}" dt="2025-06-09T05:38:26.101" v="1518" actId="20577"/>
          <ac:spMkLst>
            <pc:docMk/>
            <pc:sldMk cId="1400478623" sldId="416"/>
            <ac:spMk id="12" creationId="{E5B00660-565F-50B1-5BD2-3B77FD4C1C0A}"/>
          </ac:spMkLst>
        </pc:spChg>
        <pc:spChg chg="add mod">
          <ac:chgData name="KARTER MAKOTOWINGTIM WONG" userId="87f3421f-7e5f-4328-a49b-3eb6eaf73452" providerId="ADAL" clId="{0E0E7888-FCB6-49B9-A2EC-FF738E71E1C3}" dt="2025-06-09T05:38:43.550" v="1529" actId="20577"/>
          <ac:spMkLst>
            <pc:docMk/>
            <pc:sldMk cId="1400478623" sldId="416"/>
            <ac:spMk id="14" creationId="{F60318DA-2039-B681-21CF-305FDDFB62A0}"/>
          </ac:spMkLst>
        </pc:spChg>
      </pc:sldChg>
      <pc:sldChg chg="addSp modSp mod modShow modNotesTx">
        <pc:chgData name="KARTER MAKOTOWINGTIM WONG" userId="87f3421f-7e5f-4328-a49b-3eb6eaf73452" providerId="ADAL" clId="{0E0E7888-FCB6-49B9-A2EC-FF738E71E1C3}" dt="2025-06-09T07:31:01.404" v="2529" actId="729"/>
        <pc:sldMkLst>
          <pc:docMk/>
          <pc:sldMk cId="949119990" sldId="417"/>
        </pc:sldMkLst>
        <pc:spChg chg="mod">
          <ac:chgData name="KARTER MAKOTOWINGTIM WONG" userId="87f3421f-7e5f-4328-a49b-3eb6eaf73452" providerId="ADAL" clId="{0E0E7888-FCB6-49B9-A2EC-FF738E71E1C3}" dt="2025-06-09T06:19:22.871" v="1807" actId="1076"/>
          <ac:spMkLst>
            <pc:docMk/>
            <pc:sldMk cId="949119990" sldId="417"/>
            <ac:spMk id="5" creationId="{4E961818-BD2F-8070-AAFA-AC4DC712D870}"/>
          </ac:spMkLst>
        </pc:spChg>
        <pc:picChg chg="add mod">
          <ac:chgData name="KARTER MAKOTOWINGTIM WONG" userId="87f3421f-7e5f-4328-a49b-3eb6eaf73452" providerId="ADAL" clId="{0E0E7888-FCB6-49B9-A2EC-FF738E71E1C3}" dt="2025-06-09T06:32:16.726" v="1819" actId="1076"/>
          <ac:picMkLst>
            <pc:docMk/>
            <pc:sldMk cId="949119990" sldId="417"/>
            <ac:picMk id="6" creationId="{193B747C-8865-9635-102B-4C7882A41A1C}"/>
          </ac:picMkLst>
        </pc:picChg>
        <pc:picChg chg="add mod">
          <ac:chgData name="KARTER MAKOTOWINGTIM WONG" userId="87f3421f-7e5f-4328-a49b-3eb6eaf73452" providerId="ADAL" clId="{0E0E7888-FCB6-49B9-A2EC-FF738E71E1C3}" dt="2025-06-09T06:32:10.280" v="1816" actId="1076"/>
          <ac:picMkLst>
            <pc:docMk/>
            <pc:sldMk cId="949119990" sldId="417"/>
            <ac:picMk id="8" creationId="{C1F614B7-74A3-9308-392D-5E44DF9E4BE6}"/>
          </ac:picMkLst>
        </pc:picChg>
        <pc:picChg chg="add mod">
          <ac:chgData name="KARTER MAKOTOWINGTIM WONG" userId="87f3421f-7e5f-4328-a49b-3eb6eaf73452" providerId="ADAL" clId="{0E0E7888-FCB6-49B9-A2EC-FF738E71E1C3}" dt="2025-06-09T06:32:02.868" v="1812" actId="1076"/>
          <ac:picMkLst>
            <pc:docMk/>
            <pc:sldMk cId="949119990" sldId="417"/>
            <ac:picMk id="12" creationId="{7EBAAF02-C605-1CF9-2016-4A09460A9AC4}"/>
          </ac:picMkLst>
        </pc:picChg>
      </pc:sldChg>
      <pc:sldChg chg="addSp modSp mod modShow modNotesTx">
        <pc:chgData name="KARTER MAKOTOWINGTIM WONG" userId="87f3421f-7e5f-4328-a49b-3eb6eaf73452" providerId="ADAL" clId="{0E0E7888-FCB6-49B9-A2EC-FF738E71E1C3}" dt="2025-06-15T23:55:40.053" v="2560" actId="20577"/>
        <pc:sldMkLst>
          <pc:docMk/>
          <pc:sldMk cId="331761965" sldId="418"/>
        </pc:sldMkLst>
        <pc:spChg chg="mod">
          <ac:chgData name="KARTER MAKOTOWINGTIM WONG" userId="87f3421f-7e5f-4328-a49b-3eb6eaf73452" providerId="ADAL" clId="{0E0E7888-FCB6-49B9-A2EC-FF738E71E1C3}" dt="2025-06-15T23:55:40.053" v="2560" actId="20577"/>
          <ac:spMkLst>
            <pc:docMk/>
            <pc:sldMk cId="331761965" sldId="418"/>
            <ac:spMk id="2" creationId="{00D77160-451F-48D8-EDA1-92C4E1C039EE}"/>
          </ac:spMkLst>
        </pc:spChg>
        <pc:spChg chg="add mod">
          <ac:chgData name="KARTER MAKOTOWINGTIM WONG" userId="87f3421f-7e5f-4328-a49b-3eb6eaf73452" providerId="ADAL" clId="{0E0E7888-FCB6-49B9-A2EC-FF738E71E1C3}" dt="2025-06-09T05:40:51.360" v="1589" actId="5793"/>
          <ac:spMkLst>
            <pc:docMk/>
            <pc:sldMk cId="331761965" sldId="418"/>
            <ac:spMk id="3" creationId="{23DAE6F8-8C06-8B05-F522-8566F69D1617}"/>
          </ac:spMkLst>
        </pc:spChg>
        <pc:spChg chg="mod">
          <ac:chgData name="KARTER MAKOTOWINGTIM WONG" userId="87f3421f-7e5f-4328-a49b-3eb6eaf73452" providerId="ADAL" clId="{0E0E7888-FCB6-49B9-A2EC-FF738E71E1C3}" dt="2025-06-15T23:55:37.396" v="2558" actId="14100"/>
          <ac:spMkLst>
            <pc:docMk/>
            <pc:sldMk cId="331761965" sldId="418"/>
            <ac:spMk id="4" creationId="{17C1BF62-63DB-D834-28F0-A7D86F0B1B01}"/>
          </ac:spMkLst>
        </pc:spChg>
        <pc:spChg chg="add mod">
          <ac:chgData name="KARTER MAKOTOWINGTIM WONG" userId="87f3421f-7e5f-4328-a49b-3eb6eaf73452" providerId="ADAL" clId="{0E0E7888-FCB6-49B9-A2EC-FF738E71E1C3}" dt="2025-06-09T05:41:43.301" v="1663" actId="164"/>
          <ac:spMkLst>
            <pc:docMk/>
            <pc:sldMk cId="331761965" sldId="418"/>
            <ac:spMk id="14" creationId="{4F9DD91C-B276-6BBF-BB3D-8A83034B85CF}"/>
          </ac:spMkLst>
        </pc:spChg>
        <pc:grpChg chg="add mod">
          <ac:chgData name="KARTER MAKOTOWINGTIM WONG" userId="87f3421f-7e5f-4328-a49b-3eb6eaf73452" providerId="ADAL" clId="{0E0E7888-FCB6-49B9-A2EC-FF738E71E1C3}" dt="2025-06-09T05:41:43.301" v="1663" actId="164"/>
          <ac:grpSpMkLst>
            <pc:docMk/>
            <pc:sldMk cId="331761965" sldId="418"/>
            <ac:grpSpMk id="15" creationId="{055E48F3-891B-54BA-EEEE-6FC96ECAF185}"/>
          </ac:grpSpMkLst>
        </pc:grpChg>
        <pc:picChg chg="add mod">
          <ac:chgData name="KARTER MAKOTOWINGTIM WONG" userId="87f3421f-7e5f-4328-a49b-3eb6eaf73452" providerId="ADAL" clId="{0E0E7888-FCB6-49B9-A2EC-FF738E71E1C3}" dt="2025-06-09T05:41:43.301" v="1663" actId="164"/>
          <ac:picMkLst>
            <pc:docMk/>
            <pc:sldMk cId="331761965" sldId="418"/>
            <ac:picMk id="11" creationId="{D6AAD1B6-7D2C-5300-36B6-16D46811A697}"/>
          </ac:picMkLst>
        </pc:picChg>
      </pc:sldChg>
      <pc:sldChg chg="modSp mod modShow">
        <pc:chgData name="KARTER MAKOTOWINGTIM WONG" userId="87f3421f-7e5f-4328-a49b-3eb6eaf73452" providerId="ADAL" clId="{0E0E7888-FCB6-49B9-A2EC-FF738E71E1C3}" dt="2025-06-09T06:36:16.659" v="2070" actId="20577"/>
        <pc:sldMkLst>
          <pc:docMk/>
          <pc:sldMk cId="1408607455" sldId="419"/>
        </pc:sldMkLst>
        <pc:spChg chg="mod">
          <ac:chgData name="KARTER MAKOTOWINGTIM WONG" userId="87f3421f-7e5f-4328-a49b-3eb6eaf73452" providerId="ADAL" clId="{0E0E7888-FCB6-49B9-A2EC-FF738E71E1C3}" dt="2025-06-09T06:36:16.659" v="2070" actId="20577"/>
          <ac:spMkLst>
            <pc:docMk/>
            <pc:sldMk cId="1408607455" sldId="419"/>
            <ac:spMk id="3" creationId="{1E8F7B97-0873-2154-E95C-A6713EB28C1E}"/>
          </ac:spMkLst>
        </pc:spChg>
      </pc:sldChg>
      <pc:sldChg chg="addSp delSp modSp new mod modShow modNotesTx">
        <pc:chgData name="KARTER MAKOTOWINGTIM WONG" userId="87f3421f-7e5f-4328-a49b-3eb6eaf73452" providerId="ADAL" clId="{0E0E7888-FCB6-49B9-A2EC-FF738E71E1C3}" dt="2025-06-09T07:31:01.404" v="2529" actId="729"/>
        <pc:sldMkLst>
          <pc:docMk/>
          <pc:sldMk cId="1655346315" sldId="420"/>
        </pc:sldMkLst>
        <pc:spChg chg="add mod">
          <ac:chgData name="KARTER MAKOTOWINGTIM WONG" userId="87f3421f-7e5f-4328-a49b-3eb6eaf73452" providerId="ADAL" clId="{0E0E7888-FCB6-49B9-A2EC-FF738E71E1C3}" dt="2025-06-09T07:25:28.475" v="2528" actId="20577"/>
          <ac:spMkLst>
            <pc:docMk/>
            <pc:sldMk cId="1655346315" sldId="420"/>
            <ac:spMk id="6" creationId="{6AD838C1-9D54-BE55-E857-1791B2B2DF01}"/>
          </ac:spMkLst>
        </pc:spChg>
      </pc:sldChg>
      <pc:sldChg chg="modSp mod">
        <pc:chgData name="KARTER MAKOTOWINGTIM WONG" userId="87f3421f-7e5f-4328-a49b-3eb6eaf73452" providerId="ADAL" clId="{0E0E7888-FCB6-49B9-A2EC-FF738E71E1C3}" dt="2025-06-15T23:56:45.282" v="2580" actId="20577"/>
        <pc:sldMkLst>
          <pc:docMk/>
          <pc:sldMk cId="3194971168" sldId="421"/>
        </pc:sldMkLst>
        <pc:spChg chg="mod">
          <ac:chgData name="KARTER MAKOTOWINGTIM WONG" userId="87f3421f-7e5f-4328-a49b-3eb6eaf73452" providerId="ADAL" clId="{0E0E7888-FCB6-49B9-A2EC-FF738E71E1C3}" dt="2025-06-15T23:56:45.282" v="2580" actId="20577"/>
          <ac:spMkLst>
            <pc:docMk/>
            <pc:sldMk cId="3194971168" sldId="421"/>
            <ac:spMk id="2" creationId="{B6A6EDB7-FF4A-2B02-1A5C-C885188E4070}"/>
          </ac:spMkLst>
        </pc:spChg>
      </pc:sldChg>
      <pc:sldChg chg="modSp mod">
        <pc:chgData name="KARTER MAKOTOWINGTIM WONG" userId="87f3421f-7e5f-4328-a49b-3eb6eaf73452" providerId="ADAL" clId="{0E0E7888-FCB6-49B9-A2EC-FF738E71E1C3}" dt="2025-06-15T23:56:29.608" v="2574" actId="20577"/>
        <pc:sldMkLst>
          <pc:docMk/>
          <pc:sldMk cId="2145823957" sldId="422"/>
        </pc:sldMkLst>
        <pc:spChg chg="mod">
          <ac:chgData name="KARTER MAKOTOWINGTIM WONG" userId="87f3421f-7e5f-4328-a49b-3eb6eaf73452" providerId="ADAL" clId="{0E0E7888-FCB6-49B9-A2EC-FF738E71E1C3}" dt="2025-06-15T23:56:29.608" v="2574" actId="20577"/>
          <ac:spMkLst>
            <pc:docMk/>
            <pc:sldMk cId="2145823957" sldId="422"/>
            <ac:spMk id="15367" creationId="{3E0140CB-BFF4-BF7C-5DD6-7CCF5CD8821D}"/>
          </ac:spMkLst>
        </pc:spChg>
      </pc:sldChg>
      <pc:sldChg chg="modSp mod">
        <pc:chgData name="KARTER MAKOTOWINGTIM WONG" userId="87f3421f-7e5f-4328-a49b-3eb6eaf73452" providerId="ADAL" clId="{0E0E7888-FCB6-49B9-A2EC-FF738E71E1C3}" dt="2025-06-15T23:56:04.867" v="2568" actId="20577"/>
        <pc:sldMkLst>
          <pc:docMk/>
          <pc:sldMk cId="2281730913" sldId="423"/>
        </pc:sldMkLst>
        <pc:spChg chg="mod">
          <ac:chgData name="KARTER MAKOTOWINGTIM WONG" userId="87f3421f-7e5f-4328-a49b-3eb6eaf73452" providerId="ADAL" clId="{0E0E7888-FCB6-49B9-A2EC-FF738E71E1C3}" dt="2025-06-15T23:56:02.351" v="2566" actId="14100"/>
          <ac:spMkLst>
            <pc:docMk/>
            <pc:sldMk cId="2281730913" sldId="423"/>
            <ac:spMk id="4" creationId="{30DDBB21-6F51-009B-0FA4-6E70436DA73C}"/>
          </ac:spMkLst>
        </pc:spChg>
        <pc:spChg chg="mod">
          <ac:chgData name="KARTER MAKOTOWINGTIM WONG" userId="87f3421f-7e5f-4328-a49b-3eb6eaf73452" providerId="ADAL" clId="{0E0E7888-FCB6-49B9-A2EC-FF738E71E1C3}" dt="2025-06-15T23:56:04.867" v="2568" actId="20577"/>
          <ac:spMkLst>
            <pc:docMk/>
            <pc:sldMk cId="2281730913" sldId="423"/>
            <ac:spMk id="10244" creationId="{0FEF3C9E-5E59-2FFB-9D5D-D3974B9ADB0E}"/>
          </ac:spMkLst>
        </pc:spChg>
      </pc:sldChg>
      <pc:sldChg chg="modSp mod">
        <pc:chgData name="KARTER MAKOTOWINGTIM WONG" userId="87f3421f-7e5f-4328-a49b-3eb6eaf73452" providerId="ADAL" clId="{0E0E7888-FCB6-49B9-A2EC-FF738E71E1C3}" dt="2025-06-15T23:56:24.670" v="2573" actId="20577"/>
        <pc:sldMkLst>
          <pc:docMk/>
          <pc:sldMk cId="1783979972" sldId="424"/>
        </pc:sldMkLst>
        <pc:spChg chg="mod">
          <ac:chgData name="KARTER MAKOTOWINGTIM WONG" userId="87f3421f-7e5f-4328-a49b-3eb6eaf73452" providerId="ADAL" clId="{0E0E7888-FCB6-49B9-A2EC-FF738E71E1C3}" dt="2025-06-15T23:56:24.670" v="2573" actId="20577"/>
          <ac:spMkLst>
            <pc:docMk/>
            <pc:sldMk cId="1783979972" sldId="424"/>
            <ac:spMk id="12296" creationId="{17A48D73-E9B0-2A71-24D7-A194BC76979D}"/>
          </ac:spMkLst>
        </pc:spChg>
      </pc:sldChg>
    </pc:docChg>
  </pc:docChgLst>
  <pc:docChgLst>
    <pc:chgData name="KARTER MAKOTOWINGTIM WONG" userId="87f3421f-7e5f-4328-a49b-3eb6eaf73452" providerId="ADAL" clId="{30C8A45D-7695-49AB-BC96-5E6E84CB5174}"/>
    <pc:docChg chg="undo redo custSel addSld delSld modSld sldOrd">
      <pc:chgData name="KARTER MAKOTOWINGTIM WONG" userId="87f3421f-7e5f-4328-a49b-3eb6eaf73452" providerId="ADAL" clId="{30C8A45D-7695-49AB-BC96-5E6E84CB5174}" dt="2025-06-11T08:02:57.103" v="22319" actId="164"/>
      <pc:docMkLst>
        <pc:docMk/>
      </pc:docMkLst>
      <pc:sldChg chg="modNotesTx">
        <pc:chgData name="KARTER MAKOTOWINGTIM WONG" userId="87f3421f-7e5f-4328-a49b-3eb6eaf73452" providerId="ADAL" clId="{30C8A45D-7695-49AB-BC96-5E6E84CB5174}" dt="2025-06-05T00:40:23.596" v="9527" actId="6549"/>
        <pc:sldMkLst>
          <pc:docMk/>
          <pc:sldMk cId="0" sldId="271"/>
        </pc:sldMkLst>
      </pc:sldChg>
      <pc:sldChg chg="addSp delSp modSp mod modShow modNotesTx">
        <pc:chgData name="KARTER MAKOTOWINGTIM WONG" userId="87f3421f-7e5f-4328-a49b-3eb6eaf73452" providerId="ADAL" clId="{30C8A45D-7695-49AB-BC96-5E6E84CB5174}" dt="2025-06-11T06:47:12.701" v="22250" actId="20577"/>
        <pc:sldMkLst>
          <pc:docMk/>
          <pc:sldMk cId="0" sldId="367"/>
        </pc:sldMkLst>
        <pc:spChg chg="add mod">
          <ac:chgData name="KARTER MAKOTOWINGTIM WONG" userId="87f3421f-7e5f-4328-a49b-3eb6eaf73452" providerId="ADAL" clId="{30C8A45D-7695-49AB-BC96-5E6E84CB5174}" dt="2025-06-11T06:11:32.174" v="21221" actId="20577"/>
          <ac:spMkLst>
            <pc:docMk/>
            <pc:sldMk cId="0" sldId="367"/>
            <ac:spMk id="6" creationId="{1721B9FC-958E-F140-031F-9866DC390BF3}"/>
          </ac:spMkLst>
        </pc:spChg>
        <pc:spChg chg="add mod">
          <ac:chgData name="KARTER MAKOTOWINGTIM WONG" userId="87f3421f-7e5f-4328-a49b-3eb6eaf73452" providerId="ADAL" clId="{30C8A45D-7695-49AB-BC96-5E6E84CB5174}" dt="2025-06-11T06:10:11.593" v="21197" actId="20577"/>
          <ac:spMkLst>
            <pc:docMk/>
            <pc:sldMk cId="0" sldId="367"/>
            <ac:spMk id="10" creationId="{ABE1C726-CAC4-EC2B-BEEE-A364F8A41BBC}"/>
          </ac:spMkLst>
        </pc:spChg>
        <pc:spChg chg="mod">
          <ac:chgData name="KARTER MAKOTOWINGTIM WONG" userId="87f3421f-7e5f-4328-a49b-3eb6eaf73452" providerId="ADAL" clId="{30C8A45D-7695-49AB-BC96-5E6E84CB5174}" dt="2025-06-11T06:23:43.142" v="21364" actId="20577"/>
          <ac:spMkLst>
            <pc:docMk/>
            <pc:sldMk cId="0" sldId="367"/>
            <ac:spMk id="17413" creationId="{E7EBC353-59F1-F4B9-4C7C-82782E259F77}"/>
          </ac:spMkLst>
        </pc:spChg>
        <pc:picChg chg="mod">
          <ac:chgData name="KARTER MAKOTOWINGTIM WONG" userId="87f3421f-7e5f-4328-a49b-3eb6eaf73452" providerId="ADAL" clId="{30C8A45D-7695-49AB-BC96-5E6E84CB5174}" dt="2025-06-11T06:09:48.989" v="21153" actId="1076"/>
          <ac:picMkLst>
            <pc:docMk/>
            <pc:sldMk cId="0" sldId="367"/>
            <ac:picMk id="4" creationId="{0FC75BDB-BBB8-8D9F-129F-966987D62ECD}"/>
          </ac:picMkLst>
        </pc:picChg>
        <pc:picChg chg="add mod">
          <ac:chgData name="KARTER MAKOTOWINGTIM WONG" userId="87f3421f-7e5f-4328-a49b-3eb6eaf73452" providerId="ADAL" clId="{30C8A45D-7695-49AB-BC96-5E6E84CB5174}" dt="2025-06-11T06:09:45.817" v="21152" actId="1076"/>
          <ac:picMkLst>
            <pc:docMk/>
            <pc:sldMk cId="0" sldId="367"/>
            <ac:picMk id="9" creationId="{8692F369-5F32-8F41-B0CA-D46665C527A1}"/>
          </ac:picMkLst>
        </pc:picChg>
      </pc:sldChg>
      <pc:sldChg chg="addSp modSp mod modNotesTx">
        <pc:chgData name="KARTER MAKOTOWINGTIM WONG" userId="87f3421f-7e5f-4328-a49b-3eb6eaf73452" providerId="ADAL" clId="{30C8A45D-7695-49AB-BC96-5E6E84CB5174}" dt="2025-06-11T01:42:17.974" v="11663" actId="20577"/>
        <pc:sldMkLst>
          <pc:docMk/>
          <pc:sldMk cId="0" sldId="387"/>
        </pc:sldMkLst>
        <pc:spChg chg="mod">
          <ac:chgData name="KARTER MAKOTOWINGTIM WONG" userId="87f3421f-7e5f-4328-a49b-3eb6eaf73452" providerId="ADAL" clId="{30C8A45D-7695-49AB-BC96-5E6E84CB5174}" dt="2025-06-08T00:18:55.188" v="9545"/>
          <ac:spMkLst>
            <pc:docMk/>
            <pc:sldMk cId="0" sldId="387"/>
            <ac:spMk id="22" creationId="{778E2D99-7598-5612-5184-CB7A0F8E6A03}"/>
          </ac:spMkLst>
        </pc:spChg>
        <pc:spChg chg="mod">
          <ac:chgData name="KARTER MAKOTOWINGTIM WONG" userId="87f3421f-7e5f-4328-a49b-3eb6eaf73452" providerId="ADAL" clId="{30C8A45D-7695-49AB-BC96-5E6E84CB5174}" dt="2025-06-11T01:41:58.077" v="11660" actId="1076"/>
          <ac:spMkLst>
            <pc:docMk/>
            <pc:sldMk cId="0" sldId="387"/>
            <ac:spMk id="23" creationId="{4CCBC938-FE93-89F6-3192-7194E4DEAB77}"/>
          </ac:spMkLst>
        </pc:spChg>
        <pc:spChg chg="mod">
          <ac:chgData name="KARTER MAKOTOWINGTIM WONG" userId="87f3421f-7e5f-4328-a49b-3eb6eaf73452" providerId="ADAL" clId="{30C8A45D-7695-49AB-BC96-5E6E84CB5174}" dt="2025-06-11T01:33:44.750" v="11558" actId="255"/>
          <ac:spMkLst>
            <pc:docMk/>
            <pc:sldMk cId="0" sldId="387"/>
            <ac:spMk id="8202" creationId="{BFB981AB-7ECB-A2AE-8B75-F4D10BE0001A}"/>
          </ac:spMkLst>
        </pc:spChg>
      </pc:sldChg>
      <pc:sldChg chg="addSp delSp modSp mod ord modShow modNotesTx">
        <pc:chgData name="KARTER MAKOTOWINGTIM WONG" userId="87f3421f-7e5f-4328-a49b-3eb6eaf73452" providerId="ADAL" clId="{30C8A45D-7695-49AB-BC96-5E6E84CB5174}" dt="2025-06-11T05:13:18.915" v="20287" actId="20577"/>
        <pc:sldMkLst>
          <pc:docMk/>
          <pc:sldMk cId="0" sldId="389"/>
        </pc:sldMkLst>
        <pc:spChg chg="mod">
          <ac:chgData name="KARTER MAKOTOWINGTIM WONG" userId="87f3421f-7e5f-4328-a49b-3eb6eaf73452" providerId="ADAL" clId="{30C8A45D-7695-49AB-BC96-5E6E84CB5174}" dt="2025-06-11T01:40:46.647" v="11644" actId="20577"/>
          <ac:spMkLst>
            <pc:docMk/>
            <pc:sldMk cId="0" sldId="389"/>
            <ac:spMk id="2" creationId="{2F39D4E6-B9AD-D08C-4B34-4D765D75E6CD}"/>
          </ac:spMkLst>
        </pc:spChg>
        <pc:spChg chg="mod">
          <ac:chgData name="KARTER MAKOTOWINGTIM WONG" userId="87f3421f-7e5f-4328-a49b-3eb6eaf73452" providerId="ADAL" clId="{30C8A45D-7695-49AB-BC96-5E6E84CB5174}" dt="2025-06-11T03:50:33.271" v="14258" actId="1076"/>
          <ac:spMkLst>
            <pc:docMk/>
            <pc:sldMk cId="0" sldId="389"/>
            <ac:spMk id="3" creationId="{AE079F54-83D7-542D-0D32-9A05E5ABC411}"/>
          </ac:spMkLst>
        </pc:spChg>
        <pc:spChg chg="add mod">
          <ac:chgData name="KARTER MAKOTOWINGTIM WONG" userId="87f3421f-7e5f-4328-a49b-3eb6eaf73452" providerId="ADAL" clId="{30C8A45D-7695-49AB-BC96-5E6E84CB5174}" dt="2025-06-11T03:50:17.039" v="14255" actId="1076"/>
          <ac:spMkLst>
            <pc:docMk/>
            <pc:sldMk cId="0" sldId="389"/>
            <ac:spMk id="7" creationId="{AD648E0F-F7BA-FC29-3DA1-F0DB173A56F1}"/>
          </ac:spMkLst>
        </pc:spChg>
        <pc:picChg chg="add mod modCrop">
          <ac:chgData name="KARTER MAKOTOWINGTIM WONG" userId="87f3421f-7e5f-4328-a49b-3eb6eaf73452" providerId="ADAL" clId="{30C8A45D-7695-49AB-BC96-5E6E84CB5174}" dt="2025-06-11T03:50:26.552" v="14257" actId="1076"/>
          <ac:picMkLst>
            <pc:docMk/>
            <pc:sldMk cId="0" sldId="389"/>
            <ac:picMk id="6" creationId="{60D12FB6-6885-8349-3487-F05CFEA7A8CA}"/>
          </ac:picMkLst>
        </pc:picChg>
      </pc:sldChg>
      <pc:sldChg chg="addSp delSp modSp mod ord modShow modNotesTx">
        <pc:chgData name="KARTER MAKOTOWINGTIM WONG" userId="87f3421f-7e5f-4328-a49b-3eb6eaf73452" providerId="ADAL" clId="{30C8A45D-7695-49AB-BC96-5E6E84CB5174}" dt="2025-06-11T05:54:34.459" v="20832" actId="729"/>
        <pc:sldMkLst>
          <pc:docMk/>
          <pc:sldMk cId="0" sldId="390"/>
        </pc:sldMkLst>
        <pc:spChg chg="mod">
          <ac:chgData name="KARTER MAKOTOWINGTIM WONG" userId="87f3421f-7e5f-4328-a49b-3eb6eaf73452" providerId="ADAL" clId="{30C8A45D-7695-49AB-BC96-5E6E84CB5174}" dt="2025-06-11T01:47:22.769" v="11764" actId="255"/>
          <ac:spMkLst>
            <pc:docMk/>
            <pc:sldMk cId="0" sldId="390"/>
            <ac:spMk id="12297" creationId="{82570938-AC8A-88F3-FC75-AF81A3D3A700}"/>
          </ac:spMkLst>
        </pc:spChg>
        <pc:graphicFrameChg chg="add mod modGraphic">
          <ac:chgData name="KARTER MAKOTOWINGTIM WONG" userId="87f3421f-7e5f-4328-a49b-3eb6eaf73452" providerId="ADAL" clId="{30C8A45D-7695-49AB-BC96-5E6E84CB5174}" dt="2025-06-11T05:54:11.754" v="20823" actId="1076"/>
          <ac:graphicFrameMkLst>
            <pc:docMk/>
            <pc:sldMk cId="0" sldId="390"/>
            <ac:graphicFrameMk id="10" creationId="{123FB5E5-2BAC-640B-B4F8-964896B25106}"/>
          </ac:graphicFrameMkLst>
        </pc:graphicFrameChg>
        <pc:picChg chg="add mod">
          <ac:chgData name="KARTER MAKOTOWINGTIM WONG" userId="87f3421f-7e5f-4328-a49b-3eb6eaf73452" providerId="ADAL" clId="{30C8A45D-7695-49AB-BC96-5E6E84CB5174}" dt="2025-06-11T05:54:18.437" v="20828" actId="1076"/>
          <ac:picMkLst>
            <pc:docMk/>
            <pc:sldMk cId="0" sldId="390"/>
            <ac:picMk id="4" creationId="{53885899-99B7-C928-D382-79990E890F0E}"/>
          </ac:picMkLst>
        </pc:picChg>
        <pc:picChg chg="add mod">
          <ac:chgData name="KARTER MAKOTOWINGTIM WONG" userId="87f3421f-7e5f-4328-a49b-3eb6eaf73452" providerId="ADAL" clId="{30C8A45D-7695-49AB-BC96-5E6E84CB5174}" dt="2025-06-11T05:54:11.754" v="20823" actId="1076"/>
          <ac:picMkLst>
            <pc:docMk/>
            <pc:sldMk cId="0" sldId="390"/>
            <ac:picMk id="8" creationId="{4FBD2BE1-DCEF-70CD-A6C9-A0E6D8F43FFD}"/>
          </ac:picMkLst>
        </pc:picChg>
      </pc:sldChg>
      <pc:sldChg chg="addSp delSp modSp mod ord modShow modNotesTx">
        <pc:chgData name="KARTER MAKOTOWINGTIM WONG" userId="87f3421f-7e5f-4328-a49b-3eb6eaf73452" providerId="ADAL" clId="{30C8A45D-7695-49AB-BC96-5E6E84CB5174}" dt="2025-06-11T05:21:03.660" v="20288" actId="20577"/>
        <pc:sldMkLst>
          <pc:docMk/>
          <pc:sldMk cId="0" sldId="405"/>
        </pc:sldMkLst>
        <pc:spChg chg="add mod">
          <ac:chgData name="KARTER MAKOTOWINGTIM WONG" userId="87f3421f-7e5f-4328-a49b-3eb6eaf73452" providerId="ADAL" clId="{30C8A45D-7695-49AB-BC96-5E6E84CB5174}" dt="2025-06-11T01:47:06.589" v="11745" actId="255"/>
          <ac:spMkLst>
            <pc:docMk/>
            <pc:sldMk cId="0" sldId="405"/>
            <ac:spMk id="4" creationId="{3980B27C-31FE-5FF0-F9E8-13822A83080A}"/>
          </ac:spMkLst>
        </pc:spChg>
        <pc:graphicFrameChg chg="add mod">
          <ac:chgData name="KARTER MAKOTOWINGTIM WONG" userId="87f3421f-7e5f-4328-a49b-3eb6eaf73452" providerId="ADAL" clId="{30C8A45D-7695-49AB-BC96-5E6E84CB5174}" dt="2025-06-11T05:04:28.806" v="19026" actId="20577"/>
          <ac:graphicFrameMkLst>
            <pc:docMk/>
            <pc:sldMk cId="0" sldId="405"/>
            <ac:graphicFrameMk id="33" creationId="{C57B20DF-B0FE-D8EA-4C1A-14B999B5C353}"/>
          </ac:graphicFrameMkLst>
        </pc:graphicFrameChg>
      </pc:sldChg>
      <pc:sldChg chg="addSp delSp modSp mod modShow modNotesTx">
        <pc:chgData name="KARTER MAKOTOWINGTIM WONG" userId="87f3421f-7e5f-4328-a49b-3eb6eaf73452" providerId="ADAL" clId="{30C8A45D-7695-49AB-BC96-5E6E84CB5174}" dt="2025-06-11T06:51:47.671" v="22275" actId="20577"/>
        <pc:sldMkLst>
          <pc:docMk/>
          <pc:sldMk cId="0" sldId="407"/>
        </pc:sldMkLst>
      </pc:sldChg>
      <pc:sldChg chg="addSp delSp modSp mod modNotesTx">
        <pc:chgData name="KARTER MAKOTOWINGTIM WONG" userId="87f3421f-7e5f-4328-a49b-3eb6eaf73452" providerId="ADAL" clId="{30C8A45D-7695-49AB-BC96-5E6E84CB5174}" dt="2025-06-10T03:55:49.726" v="10781" actId="1076"/>
        <pc:sldMkLst>
          <pc:docMk/>
          <pc:sldMk cId="0" sldId="413"/>
        </pc:sldMkLst>
        <pc:spChg chg="mod">
          <ac:chgData name="KARTER MAKOTOWINGTIM WONG" userId="87f3421f-7e5f-4328-a49b-3eb6eaf73452" providerId="ADAL" clId="{30C8A45D-7695-49AB-BC96-5E6E84CB5174}" dt="2025-06-08T00:37:38.626" v="9733" actId="1076"/>
          <ac:spMkLst>
            <pc:docMk/>
            <pc:sldMk cId="0" sldId="413"/>
            <ac:spMk id="9" creationId="{02777AF6-5F16-A6AC-CE44-B1B0A468AC41}"/>
          </ac:spMkLst>
        </pc:spChg>
        <pc:spChg chg="add mod">
          <ac:chgData name="KARTER MAKOTOWINGTIM WONG" userId="87f3421f-7e5f-4328-a49b-3eb6eaf73452" providerId="ADAL" clId="{30C8A45D-7695-49AB-BC96-5E6E84CB5174}" dt="2025-06-08T00:34:08.560" v="9718" actId="1076"/>
          <ac:spMkLst>
            <pc:docMk/>
            <pc:sldMk cId="0" sldId="413"/>
            <ac:spMk id="15" creationId="{92213F08-713F-4A8B-BCA8-589E90E756F4}"/>
          </ac:spMkLst>
        </pc:spChg>
        <pc:spChg chg="add mod">
          <ac:chgData name="KARTER MAKOTOWINGTIM WONG" userId="87f3421f-7e5f-4328-a49b-3eb6eaf73452" providerId="ADAL" clId="{30C8A45D-7695-49AB-BC96-5E6E84CB5174}" dt="2025-06-08T00:34:14.479" v="9723" actId="20577"/>
          <ac:spMkLst>
            <pc:docMk/>
            <pc:sldMk cId="0" sldId="413"/>
            <ac:spMk id="16" creationId="{6D650C02-243E-DEBA-AB1C-7A24D596566E}"/>
          </ac:spMkLst>
        </pc:spChg>
        <pc:picChg chg="add mod">
          <ac:chgData name="KARTER MAKOTOWINGTIM WONG" userId="87f3421f-7e5f-4328-a49b-3eb6eaf73452" providerId="ADAL" clId="{30C8A45D-7695-49AB-BC96-5E6E84CB5174}" dt="2025-06-10T03:53:50.406" v="10774" actId="1076"/>
          <ac:picMkLst>
            <pc:docMk/>
            <pc:sldMk cId="0" sldId="413"/>
            <ac:picMk id="4" creationId="{1C1CA815-F7AB-030A-3F97-0B32F31AC2CD}"/>
          </ac:picMkLst>
        </pc:picChg>
        <pc:picChg chg="add mod">
          <ac:chgData name="KARTER MAKOTOWINGTIM WONG" userId="87f3421f-7e5f-4328-a49b-3eb6eaf73452" providerId="ADAL" clId="{30C8A45D-7695-49AB-BC96-5E6E84CB5174}" dt="2025-06-10T03:55:49.726" v="10781" actId="1076"/>
          <ac:picMkLst>
            <pc:docMk/>
            <pc:sldMk cId="0" sldId="413"/>
            <ac:picMk id="6" creationId="{50A99597-7649-DB11-0596-8146579AEC34}"/>
          </ac:picMkLst>
        </pc:picChg>
      </pc:sldChg>
      <pc:sldChg chg="modSp mod modNotesTx">
        <pc:chgData name="KARTER MAKOTOWINGTIM WONG" userId="87f3421f-7e5f-4328-a49b-3eb6eaf73452" providerId="ADAL" clId="{30C8A45D-7695-49AB-BC96-5E6E84CB5174}" dt="2025-06-11T06:40:27.291" v="21500" actId="20577"/>
        <pc:sldMkLst>
          <pc:docMk/>
          <pc:sldMk cId="3206680773" sldId="414"/>
        </pc:sldMkLst>
        <pc:spChg chg="mod">
          <ac:chgData name="KARTER MAKOTOWINGTIM WONG" userId="87f3421f-7e5f-4328-a49b-3eb6eaf73452" providerId="ADAL" clId="{30C8A45D-7695-49AB-BC96-5E6E84CB5174}" dt="2025-06-11T06:40:27.291" v="21500" actId="20577"/>
          <ac:spMkLst>
            <pc:docMk/>
            <pc:sldMk cId="3206680773" sldId="414"/>
            <ac:spMk id="4100" creationId="{6C71EEA1-35D1-35A3-0858-A764C8760F4B}"/>
          </ac:spMkLst>
        </pc:spChg>
      </pc:sldChg>
      <pc:sldChg chg="addSp delSp modSp mod ord modShow modNotesTx">
        <pc:chgData name="KARTER MAKOTOWINGTIM WONG" userId="87f3421f-7e5f-4328-a49b-3eb6eaf73452" providerId="ADAL" clId="{30C8A45D-7695-49AB-BC96-5E6E84CB5174}" dt="2025-06-11T05:26:43.120" v="20295" actId="20577"/>
        <pc:sldMkLst>
          <pc:docMk/>
          <pc:sldMk cId="2977264139" sldId="415"/>
        </pc:sldMkLst>
        <pc:graphicFrameChg chg="add mod topLvl modGraphic">
          <ac:chgData name="KARTER MAKOTOWINGTIM WONG" userId="87f3421f-7e5f-4328-a49b-3eb6eaf73452" providerId="ADAL" clId="{30C8A45D-7695-49AB-BC96-5E6E84CB5174}" dt="2025-06-11T05:21:25.003" v="20289" actId="207"/>
          <ac:graphicFrameMkLst>
            <pc:docMk/>
            <pc:sldMk cId="2977264139" sldId="415"/>
            <ac:graphicFrameMk id="10" creationId="{B476849C-E4A0-3220-2CBB-3547448CE619}"/>
          </ac:graphicFrameMkLst>
        </pc:graphicFrameChg>
        <pc:picChg chg="add mod topLvl">
          <ac:chgData name="KARTER MAKOTOWINGTIM WONG" userId="87f3421f-7e5f-4328-a49b-3eb6eaf73452" providerId="ADAL" clId="{30C8A45D-7695-49AB-BC96-5E6E84CB5174}" dt="2025-06-11T03:59:46.300" v="14685" actId="165"/>
          <ac:picMkLst>
            <pc:docMk/>
            <pc:sldMk cId="2977264139" sldId="415"/>
            <ac:picMk id="11" creationId="{D05CDFD2-34BF-1C9B-A9E5-BEF323439499}"/>
          </ac:picMkLst>
        </pc:picChg>
      </pc:sldChg>
      <pc:sldChg chg="addSp delSp modSp mod modShow modNotesTx">
        <pc:chgData name="KARTER MAKOTOWINGTIM WONG" userId="87f3421f-7e5f-4328-a49b-3eb6eaf73452" providerId="ADAL" clId="{30C8A45D-7695-49AB-BC96-5E6E84CB5174}" dt="2025-06-11T06:13:02.114" v="21238" actId="1076"/>
        <pc:sldMkLst>
          <pc:docMk/>
          <pc:sldMk cId="1400478623" sldId="416"/>
        </pc:sldMkLst>
        <pc:spChg chg="add mod">
          <ac:chgData name="KARTER MAKOTOWINGTIM WONG" userId="87f3421f-7e5f-4328-a49b-3eb6eaf73452" providerId="ADAL" clId="{30C8A45D-7695-49AB-BC96-5E6E84CB5174}" dt="2025-06-11T01:43:30.655" v="11682"/>
          <ac:spMkLst>
            <pc:docMk/>
            <pc:sldMk cId="1400478623" sldId="416"/>
            <ac:spMk id="6" creationId="{161839BB-48EF-53A1-EF8B-35A6428115E6}"/>
          </ac:spMkLst>
        </pc:spChg>
        <pc:spChg chg="mod">
          <ac:chgData name="KARTER MAKOTOWINGTIM WONG" userId="87f3421f-7e5f-4328-a49b-3eb6eaf73452" providerId="ADAL" clId="{30C8A45D-7695-49AB-BC96-5E6E84CB5174}" dt="2025-06-11T06:11:57.152" v="21224" actId="1076"/>
          <ac:spMkLst>
            <pc:docMk/>
            <pc:sldMk cId="1400478623" sldId="416"/>
            <ac:spMk id="8" creationId="{696C8FEF-BD2C-99ED-F1D2-8D5E60DB632F}"/>
          </ac:spMkLst>
        </pc:spChg>
        <pc:grpChg chg="mod">
          <ac:chgData name="KARTER MAKOTOWINGTIM WONG" userId="87f3421f-7e5f-4328-a49b-3eb6eaf73452" providerId="ADAL" clId="{30C8A45D-7695-49AB-BC96-5E6E84CB5174}" dt="2025-06-11T06:13:02.114" v="21238" actId="1076"/>
          <ac:grpSpMkLst>
            <pc:docMk/>
            <pc:sldMk cId="1400478623" sldId="416"/>
            <ac:grpSpMk id="7" creationId="{F0BC27A0-AABB-0556-5F0A-2C7CF24FC040}"/>
          </ac:grpSpMkLst>
        </pc:grpChg>
        <pc:grpChg chg="mod">
          <ac:chgData name="KARTER MAKOTOWINGTIM WONG" userId="87f3421f-7e5f-4328-a49b-3eb6eaf73452" providerId="ADAL" clId="{30C8A45D-7695-49AB-BC96-5E6E84CB5174}" dt="2025-06-11T06:12:41.410" v="21234" actId="1076"/>
          <ac:grpSpMkLst>
            <pc:docMk/>
            <pc:sldMk cId="1400478623" sldId="416"/>
            <ac:grpSpMk id="18" creationId="{2EF5DD86-F741-2255-A6F9-E9A2D4A9747F}"/>
          </ac:grpSpMkLst>
        </pc:grpChg>
        <pc:grpChg chg="mod">
          <ac:chgData name="KARTER MAKOTOWINGTIM WONG" userId="87f3421f-7e5f-4328-a49b-3eb6eaf73452" providerId="ADAL" clId="{30C8A45D-7695-49AB-BC96-5E6E84CB5174}" dt="2025-06-11T06:12:44.063" v="21235" actId="1076"/>
          <ac:grpSpMkLst>
            <pc:docMk/>
            <pc:sldMk cId="1400478623" sldId="416"/>
            <ac:grpSpMk id="19" creationId="{D83E73C5-312D-08D7-1B1C-6A1C116FCD3B}"/>
          </ac:grpSpMkLst>
        </pc:grpChg>
        <pc:picChg chg="add mod">
          <ac:chgData name="KARTER MAKOTOWINGTIM WONG" userId="87f3421f-7e5f-4328-a49b-3eb6eaf73452" providerId="ADAL" clId="{30C8A45D-7695-49AB-BC96-5E6E84CB5174}" dt="2025-06-11T06:11:51.810" v="21223" actId="14100"/>
          <ac:picMkLst>
            <pc:docMk/>
            <pc:sldMk cId="1400478623" sldId="416"/>
            <ac:picMk id="3" creationId="{80CC4932-E8DC-5700-825E-F3BD6062161C}"/>
          </ac:picMkLst>
        </pc:picChg>
        <pc:picChg chg="add mod modCrop">
          <ac:chgData name="KARTER MAKOTOWINGTIM WONG" userId="87f3421f-7e5f-4328-a49b-3eb6eaf73452" providerId="ADAL" clId="{30C8A45D-7695-49AB-BC96-5E6E84CB5174}" dt="2025-06-11T06:12:50.302" v="21237" actId="1076"/>
          <ac:picMkLst>
            <pc:docMk/>
            <pc:sldMk cId="1400478623" sldId="416"/>
            <ac:picMk id="11" creationId="{50930E5E-532B-D44A-2640-DAF7EA1E1D21}"/>
          </ac:picMkLst>
        </pc:picChg>
        <pc:picChg chg="add mod">
          <ac:chgData name="KARTER MAKOTOWINGTIM WONG" userId="87f3421f-7e5f-4328-a49b-3eb6eaf73452" providerId="ADAL" clId="{30C8A45D-7695-49AB-BC96-5E6E84CB5174}" dt="2025-06-10T03:53:18.438" v="10770" actId="1076"/>
          <ac:picMkLst>
            <pc:docMk/>
            <pc:sldMk cId="1400478623" sldId="416"/>
            <ac:picMk id="17" creationId="{D5C1CA26-40FA-D71F-44B7-145AFE7D11C2}"/>
          </ac:picMkLst>
        </pc:picChg>
      </pc:sldChg>
      <pc:sldChg chg="addSp delSp modSp mod ord modShow modNotesTx">
        <pc:chgData name="KARTER MAKOTOWINGTIM WONG" userId="87f3421f-7e5f-4328-a49b-3eb6eaf73452" providerId="ADAL" clId="{30C8A45D-7695-49AB-BC96-5E6E84CB5174}" dt="2025-06-11T06:53:16.127" v="22302" actId="20577"/>
        <pc:sldMkLst>
          <pc:docMk/>
          <pc:sldMk cId="949119990" sldId="417"/>
        </pc:sldMkLst>
        <pc:spChg chg="add mod">
          <ac:chgData name="KARTER MAKOTOWINGTIM WONG" userId="87f3421f-7e5f-4328-a49b-3eb6eaf73452" providerId="ADAL" clId="{30C8A45D-7695-49AB-BC96-5E6E84CB5174}" dt="2025-06-11T01:32:26.140" v="11555" actId="1076"/>
          <ac:spMkLst>
            <pc:docMk/>
            <pc:sldMk cId="949119990" sldId="417"/>
            <ac:spMk id="3" creationId="{EE3D0ADF-3804-804D-0200-9389B2D5A18C}"/>
          </ac:spMkLst>
        </pc:spChg>
        <pc:spChg chg="mod">
          <ac:chgData name="KARTER MAKOTOWINGTIM WONG" userId="87f3421f-7e5f-4328-a49b-3eb6eaf73452" providerId="ADAL" clId="{30C8A45D-7695-49AB-BC96-5E6E84CB5174}" dt="2025-06-11T06:53:16.127" v="22302" actId="20577"/>
          <ac:spMkLst>
            <pc:docMk/>
            <pc:sldMk cId="949119990" sldId="417"/>
            <ac:spMk id="4" creationId="{0C995479-25EE-CA0C-8634-9A1AE1CF68BE}"/>
          </ac:spMkLst>
        </pc:spChg>
        <pc:spChg chg="mod">
          <ac:chgData name="KARTER MAKOTOWINGTIM WONG" userId="87f3421f-7e5f-4328-a49b-3eb6eaf73452" providerId="ADAL" clId="{30C8A45D-7695-49AB-BC96-5E6E84CB5174}" dt="2025-06-10T03:56:22.400" v="10789" actId="1076"/>
          <ac:spMkLst>
            <pc:docMk/>
            <pc:sldMk cId="949119990" sldId="417"/>
            <ac:spMk id="5" creationId="{4E961818-BD2F-8070-AAFA-AC4DC712D870}"/>
          </ac:spMkLst>
        </pc:spChg>
        <pc:picChg chg="mod">
          <ac:chgData name="KARTER MAKOTOWINGTIM WONG" userId="87f3421f-7e5f-4328-a49b-3eb6eaf73452" providerId="ADAL" clId="{30C8A45D-7695-49AB-BC96-5E6E84CB5174}" dt="2025-06-11T01:21:21.311" v="10910" actId="1076"/>
          <ac:picMkLst>
            <pc:docMk/>
            <pc:sldMk cId="949119990" sldId="417"/>
            <ac:picMk id="6" creationId="{193B747C-8865-9635-102B-4C7882A41A1C}"/>
          </ac:picMkLst>
        </pc:picChg>
        <pc:picChg chg="mod">
          <ac:chgData name="KARTER MAKOTOWINGTIM WONG" userId="87f3421f-7e5f-4328-a49b-3eb6eaf73452" providerId="ADAL" clId="{30C8A45D-7695-49AB-BC96-5E6E84CB5174}" dt="2025-06-11T01:32:26.140" v="11555" actId="1076"/>
          <ac:picMkLst>
            <pc:docMk/>
            <pc:sldMk cId="949119990" sldId="417"/>
            <ac:picMk id="8" creationId="{C1F614B7-74A3-9308-392D-5E44DF9E4BE6}"/>
          </ac:picMkLst>
        </pc:picChg>
        <pc:picChg chg="mod">
          <ac:chgData name="KARTER MAKOTOWINGTIM WONG" userId="87f3421f-7e5f-4328-a49b-3eb6eaf73452" providerId="ADAL" clId="{30C8A45D-7695-49AB-BC96-5E6E84CB5174}" dt="2025-06-11T01:22:36.798" v="10987" actId="1076"/>
          <ac:picMkLst>
            <pc:docMk/>
            <pc:sldMk cId="949119990" sldId="417"/>
            <ac:picMk id="12" creationId="{7EBAAF02-C605-1CF9-2016-4A09460A9AC4}"/>
          </ac:picMkLst>
        </pc:picChg>
      </pc:sldChg>
      <pc:sldChg chg="addSp delSp modSp add mod modNotesTx">
        <pc:chgData name="KARTER MAKOTOWINGTIM WONG" userId="87f3421f-7e5f-4328-a49b-3eb6eaf73452" providerId="ADAL" clId="{30C8A45D-7695-49AB-BC96-5E6E84CB5174}" dt="2025-06-11T06:15:08.540" v="21259" actId="1076"/>
        <pc:sldMkLst>
          <pc:docMk/>
          <pc:sldMk cId="331761965" sldId="418"/>
        </pc:sldMkLst>
        <pc:spChg chg="mod">
          <ac:chgData name="KARTER MAKOTOWINGTIM WONG" userId="87f3421f-7e5f-4328-a49b-3eb6eaf73452" providerId="ADAL" clId="{30C8A45D-7695-49AB-BC96-5E6E84CB5174}" dt="2025-06-11T01:43:11.682" v="11678" actId="20577"/>
          <ac:spMkLst>
            <pc:docMk/>
            <pc:sldMk cId="331761965" sldId="418"/>
            <ac:spMk id="4" creationId="{17C1BF62-63DB-D834-28F0-A7D86F0B1B01}"/>
          </ac:spMkLst>
        </pc:spChg>
        <pc:spChg chg="add mod">
          <ac:chgData name="KARTER MAKOTOWINGTIM WONG" userId="87f3421f-7e5f-4328-a49b-3eb6eaf73452" providerId="ADAL" clId="{30C8A45D-7695-49AB-BC96-5E6E84CB5174}" dt="2025-06-08T02:00:19.526" v="10485" actId="164"/>
          <ac:spMkLst>
            <pc:docMk/>
            <pc:sldMk cId="331761965" sldId="418"/>
            <ac:spMk id="9" creationId="{15BD4E23-5345-2031-F2F4-8DD5D07DFC8D}"/>
          </ac:spMkLst>
        </pc:spChg>
        <pc:spChg chg="mod">
          <ac:chgData name="KARTER MAKOTOWINGTIM WONG" userId="87f3421f-7e5f-4328-a49b-3eb6eaf73452" providerId="ADAL" clId="{30C8A45D-7695-49AB-BC96-5E6E84CB5174}" dt="2025-06-11T06:13:47.927" v="21245" actId="6549"/>
          <ac:spMkLst>
            <pc:docMk/>
            <pc:sldMk cId="331761965" sldId="418"/>
            <ac:spMk id="14" creationId="{4F9DD91C-B276-6BBF-BB3D-8A83034B85CF}"/>
          </ac:spMkLst>
        </pc:spChg>
        <pc:grpChg chg="mod">
          <ac:chgData name="KARTER MAKOTOWINGTIM WONG" userId="87f3421f-7e5f-4328-a49b-3eb6eaf73452" providerId="ADAL" clId="{30C8A45D-7695-49AB-BC96-5E6E84CB5174}" dt="2025-06-11T01:44:11.117" v="11687" actId="1076"/>
          <ac:grpSpMkLst>
            <pc:docMk/>
            <pc:sldMk cId="331761965" sldId="418"/>
            <ac:grpSpMk id="15" creationId="{055E48F3-891B-54BA-EEEE-6FC96ECAF185}"/>
          </ac:grpSpMkLst>
        </pc:grpChg>
        <pc:picChg chg="add mod">
          <ac:chgData name="KARTER MAKOTOWINGTIM WONG" userId="87f3421f-7e5f-4328-a49b-3eb6eaf73452" providerId="ADAL" clId="{30C8A45D-7695-49AB-BC96-5E6E84CB5174}" dt="2025-06-08T02:00:19.526" v="10485" actId="164"/>
          <ac:picMkLst>
            <pc:docMk/>
            <pc:sldMk cId="331761965" sldId="418"/>
            <ac:picMk id="8" creationId="{46A8759A-11B7-40C0-B7C2-AD195F21CD4D}"/>
          </ac:picMkLst>
        </pc:picChg>
        <pc:picChg chg="mod modCrop">
          <ac:chgData name="KARTER MAKOTOWINGTIM WONG" userId="87f3421f-7e5f-4328-a49b-3eb6eaf73452" providerId="ADAL" clId="{30C8A45D-7695-49AB-BC96-5E6E84CB5174}" dt="2025-06-11T06:15:08.540" v="21259" actId="1076"/>
          <ac:picMkLst>
            <pc:docMk/>
            <pc:sldMk cId="331761965" sldId="418"/>
            <ac:picMk id="11" creationId="{D6AAD1B6-7D2C-5300-36B6-16D46811A697}"/>
          </ac:picMkLst>
        </pc:picChg>
      </pc:sldChg>
      <pc:sldChg chg="addSp modSp new mod modShow">
        <pc:chgData name="KARTER MAKOTOWINGTIM WONG" userId="87f3421f-7e5f-4328-a49b-3eb6eaf73452" providerId="ADAL" clId="{30C8A45D-7695-49AB-BC96-5E6E84CB5174}" dt="2025-06-11T05:54:35.883" v="20833" actId="729"/>
        <pc:sldMkLst>
          <pc:docMk/>
          <pc:sldMk cId="1408607455" sldId="419"/>
        </pc:sldMkLst>
        <pc:spChg chg="add mod">
          <ac:chgData name="KARTER MAKOTOWINGTIM WONG" userId="87f3421f-7e5f-4328-a49b-3eb6eaf73452" providerId="ADAL" clId="{30C8A45D-7695-49AB-BC96-5E6E84CB5174}" dt="2025-06-10T03:57:39.135" v="10793" actId="20577"/>
          <ac:spMkLst>
            <pc:docMk/>
            <pc:sldMk cId="1408607455" sldId="419"/>
            <ac:spMk id="3" creationId="{1E8F7B97-0873-2154-E95C-A6713EB28C1E}"/>
          </ac:spMkLst>
        </pc:spChg>
      </pc:sldChg>
      <pc:sldChg chg="addSp modSp mod modShow">
        <pc:chgData name="KARTER MAKOTOWINGTIM WONG" userId="87f3421f-7e5f-4328-a49b-3eb6eaf73452" providerId="ADAL" clId="{30C8A45D-7695-49AB-BC96-5E6E84CB5174}" dt="2025-06-11T05:55:41.405" v="20901" actId="20577"/>
        <pc:sldMkLst>
          <pc:docMk/>
          <pc:sldMk cId="1655346315" sldId="420"/>
        </pc:sldMkLst>
        <pc:spChg chg="add mod">
          <ac:chgData name="KARTER MAKOTOWINGTIM WONG" userId="87f3421f-7e5f-4328-a49b-3eb6eaf73452" providerId="ADAL" clId="{30C8A45D-7695-49AB-BC96-5E6E84CB5174}" dt="2025-06-11T05:55:41.405" v="20901" actId="20577"/>
          <ac:spMkLst>
            <pc:docMk/>
            <pc:sldMk cId="1655346315" sldId="420"/>
            <ac:spMk id="3" creationId="{8D385EE8-5C70-2911-6E3B-2DD00F247D87}"/>
          </ac:spMkLst>
        </pc:spChg>
        <pc:spChg chg="mod">
          <ac:chgData name="KARTER MAKOTOWINGTIM WONG" userId="87f3421f-7e5f-4328-a49b-3eb6eaf73452" providerId="ADAL" clId="{30C8A45D-7695-49AB-BC96-5E6E84CB5174}" dt="2025-06-11T05:55:24.329" v="20845" actId="1076"/>
          <ac:spMkLst>
            <pc:docMk/>
            <pc:sldMk cId="1655346315" sldId="420"/>
            <ac:spMk id="6" creationId="{6AD838C1-9D54-BE55-E857-1791B2B2DF01}"/>
          </ac:spMkLst>
        </pc:spChg>
      </pc:sldChg>
      <pc:sldChg chg="addSp delSp modSp add mod ord modShow modNotesTx">
        <pc:chgData name="KARTER MAKOTOWINGTIM WONG" userId="87f3421f-7e5f-4328-a49b-3eb6eaf73452" providerId="ADAL" clId="{30C8A45D-7695-49AB-BC96-5E6E84CB5174}" dt="2025-06-11T06:43:59.407" v="21833" actId="20577"/>
        <pc:sldMkLst>
          <pc:docMk/>
          <pc:sldMk cId="3194971168" sldId="421"/>
        </pc:sldMkLst>
        <pc:spChg chg="mod">
          <ac:chgData name="KARTER MAKOTOWINGTIM WONG" userId="87f3421f-7e5f-4328-a49b-3eb6eaf73452" providerId="ADAL" clId="{30C8A45D-7695-49AB-BC96-5E6E84CB5174}" dt="2025-06-11T06:23:55.588" v="21365" actId="27107"/>
          <ac:spMkLst>
            <pc:docMk/>
            <pc:sldMk cId="3194971168" sldId="421"/>
            <ac:spMk id="6157" creationId="{7B1A858A-D7CB-6346-9C12-AACB6452EF0D}"/>
          </ac:spMkLst>
        </pc:spChg>
        <pc:graphicFrameChg chg="add mod modGraphic">
          <ac:chgData name="KARTER MAKOTOWINGTIM WONG" userId="87f3421f-7e5f-4328-a49b-3eb6eaf73452" providerId="ADAL" clId="{30C8A45D-7695-49AB-BC96-5E6E84CB5174}" dt="2025-06-11T06:40:17.980" v="21494" actId="20577"/>
          <ac:graphicFrameMkLst>
            <pc:docMk/>
            <pc:sldMk cId="3194971168" sldId="421"/>
            <ac:graphicFrameMk id="6" creationId="{EB5558CC-4A6E-0DC0-2DF6-748D399B69E9}"/>
          </ac:graphicFrameMkLst>
        </pc:graphicFrameChg>
        <pc:graphicFrameChg chg="add mod modGraphic">
          <ac:chgData name="KARTER MAKOTOWINGTIM WONG" userId="87f3421f-7e5f-4328-a49b-3eb6eaf73452" providerId="ADAL" clId="{30C8A45D-7695-49AB-BC96-5E6E84CB5174}" dt="2025-06-11T06:27:11.569" v="21460" actId="14100"/>
          <ac:graphicFrameMkLst>
            <pc:docMk/>
            <pc:sldMk cId="3194971168" sldId="421"/>
            <ac:graphicFrameMk id="13" creationId="{B92819E8-6C1F-E443-2A18-E0A39EC9BCC4}"/>
          </ac:graphicFrameMkLst>
        </pc:graphicFrameChg>
      </pc:sldChg>
      <pc:sldChg chg="addSp delSp modSp add del mod">
        <pc:chgData name="KARTER MAKOTOWINGTIM WONG" userId="87f3421f-7e5f-4328-a49b-3eb6eaf73452" providerId="ADAL" clId="{30C8A45D-7695-49AB-BC96-5E6E84CB5174}" dt="2025-06-11T01:46:12.279" v="11711" actId="47"/>
        <pc:sldMkLst>
          <pc:docMk/>
          <pc:sldMk cId="254121472" sldId="422"/>
        </pc:sldMkLst>
      </pc:sldChg>
      <pc:sldChg chg="addSp delSp modSp add mod ord modShow modNotesTx">
        <pc:chgData name="KARTER MAKOTOWINGTIM WONG" userId="87f3421f-7e5f-4328-a49b-3eb6eaf73452" providerId="ADAL" clId="{30C8A45D-7695-49AB-BC96-5E6E84CB5174}" dt="2025-06-11T06:51:10.079" v="22261" actId="20577"/>
        <pc:sldMkLst>
          <pc:docMk/>
          <pc:sldMk cId="2145823957" sldId="422"/>
        </pc:sldMkLst>
        <pc:spChg chg="mod">
          <ac:chgData name="KARTER MAKOTOWINGTIM WONG" userId="87f3421f-7e5f-4328-a49b-3eb6eaf73452" providerId="ADAL" clId="{30C8A45D-7695-49AB-BC96-5E6E84CB5174}" dt="2025-06-11T06:23:33.800" v="21358" actId="20577"/>
          <ac:spMkLst>
            <pc:docMk/>
            <pc:sldMk cId="2145823957" sldId="422"/>
            <ac:spMk id="15368" creationId="{872B57E3-D9D4-57E0-E7D7-5F05C184F8E8}"/>
          </ac:spMkLst>
        </pc:spChg>
      </pc:sldChg>
      <pc:sldChg chg="addSp delSp modSp add mod modNotesTx">
        <pc:chgData name="KARTER MAKOTOWINGTIM WONG" userId="87f3421f-7e5f-4328-a49b-3eb6eaf73452" providerId="ADAL" clId="{30C8A45D-7695-49AB-BC96-5E6E84CB5174}" dt="2025-06-11T05:58:53.837" v="20905" actId="313"/>
        <pc:sldMkLst>
          <pc:docMk/>
          <pc:sldMk cId="2281730913" sldId="423"/>
        </pc:sldMkLst>
        <pc:spChg chg="add mod">
          <ac:chgData name="KARTER MAKOTOWINGTIM WONG" userId="87f3421f-7e5f-4328-a49b-3eb6eaf73452" providerId="ADAL" clId="{30C8A45D-7695-49AB-BC96-5E6E84CB5174}" dt="2025-06-11T05:40:46.404" v="20542" actId="1076"/>
          <ac:spMkLst>
            <pc:docMk/>
            <pc:sldMk cId="2281730913" sldId="423"/>
            <ac:spMk id="5" creationId="{308B8985-C56D-C6B1-3D76-E7A30161AE75}"/>
          </ac:spMkLst>
        </pc:spChg>
        <pc:spChg chg="add mod">
          <ac:chgData name="KARTER MAKOTOWINGTIM WONG" userId="87f3421f-7e5f-4328-a49b-3eb6eaf73452" providerId="ADAL" clId="{30C8A45D-7695-49AB-BC96-5E6E84CB5174}" dt="2025-06-11T05:40:42.757" v="20541" actId="1076"/>
          <ac:spMkLst>
            <pc:docMk/>
            <pc:sldMk cId="2281730913" sldId="423"/>
            <ac:spMk id="6" creationId="{CC0E6758-DF2A-451C-3948-FCA9E7BD6100}"/>
          </ac:spMkLst>
        </pc:spChg>
        <pc:picChg chg="add mod">
          <ac:chgData name="KARTER MAKOTOWINGTIM WONG" userId="87f3421f-7e5f-4328-a49b-3eb6eaf73452" providerId="ADAL" clId="{30C8A45D-7695-49AB-BC96-5E6E84CB5174}" dt="2025-06-11T05:40:30.515" v="20539" actId="14100"/>
          <ac:picMkLst>
            <pc:docMk/>
            <pc:sldMk cId="2281730913" sldId="423"/>
            <ac:picMk id="3" creationId="{D78A3BA8-CB74-870F-C163-54A1F0BCEF76}"/>
          </ac:picMkLst>
        </pc:picChg>
      </pc:sldChg>
      <pc:sldChg chg="add del modNotesTx">
        <pc:chgData name="KARTER MAKOTOWINGTIM WONG" userId="87f3421f-7e5f-4328-a49b-3eb6eaf73452" providerId="ADAL" clId="{30C8A45D-7695-49AB-BC96-5E6E84CB5174}" dt="2025-06-11T05:11:19.817" v="19987" actId="47"/>
        <pc:sldMkLst>
          <pc:docMk/>
          <pc:sldMk cId="3269851309" sldId="423"/>
        </pc:sldMkLst>
      </pc:sldChg>
      <pc:sldChg chg="addSp delSp modSp add mod ord">
        <pc:chgData name="KARTER MAKOTOWINGTIM WONG" userId="87f3421f-7e5f-4328-a49b-3eb6eaf73452" providerId="ADAL" clId="{30C8A45D-7695-49AB-BC96-5E6E84CB5174}" dt="2025-06-11T08:02:57.103" v="22319" actId="164"/>
        <pc:sldMkLst>
          <pc:docMk/>
          <pc:sldMk cId="1783979972" sldId="424"/>
        </pc:sldMkLst>
        <pc:spChg chg="mod">
          <ac:chgData name="KARTER MAKOTOWINGTIM WONG" userId="87f3421f-7e5f-4328-a49b-3eb6eaf73452" providerId="ADAL" clId="{30C8A45D-7695-49AB-BC96-5E6E84CB5174}" dt="2025-06-11T06:23:28.661" v="21356" actId="20577"/>
          <ac:spMkLst>
            <pc:docMk/>
            <pc:sldMk cId="1783979972" sldId="424"/>
            <ac:spMk id="12297" creationId="{7F231780-6812-B8A1-C9A7-7D1AC8E2C6E9}"/>
          </ac:spMkLst>
        </pc:spChg>
      </pc:sldChg>
      <pc:sldChg chg="addSp delSp modSp add del mod">
        <pc:chgData name="KARTER MAKOTOWINGTIM WONG" userId="87f3421f-7e5f-4328-a49b-3eb6eaf73452" providerId="ADAL" clId="{30C8A45D-7695-49AB-BC96-5E6E84CB5174}" dt="2025-06-11T05:50:04.286" v="20728" actId="2890"/>
        <pc:sldMkLst>
          <pc:docMk/>
          <pc:sldMk cId="3144613980" sldId="424"/>
        </pc:sldMkLst>
      </pc:sldChg>
      <pc:sldChg chg="new">
        <pc:chgData name="KARTER MAKOTOWINGTIM WONG" userId="87f3421f-7e5f-4328-a49b-3eb6eaf73452" providerId="ADAL" clId="{30C8A45D-7695-49AB-BC96-5E6E84CB5174}" dt="2025-06-11T05:54:30.189" v="20831" actId="680"/>
        <pc:sldMkLst>
          <pc:docMk/>
          <pc:sldMk cId="3695274642" sldId="425"/>
        </pc:sldMkLst>
      </pc:sldChg>
      <pc:sldChg chg="add del modNotesTx">
        <pc:chgData name="KARTER MAKOTOWINGTIM WONG" userId="87f3421f-7e5f-4328-a49b-3eb6eaf73452" providerId="ADAL" clId="{30C8A45D-7695-49AB-BC96-5E6E84CB5174}" dt="2025-06-11T06:43:42.098" v="21801" actId="47"/>
        <pc:sldMkLst>
          <pc:docMk/>
          <pc:sldMk cId="2804107292" sldId="426"/>
        </pc:sldMkLst>
      </pc:sldChg>
    </pc:docChg>
  </pc:docChgLst>
  <pc:docChgLst>
    <pc:chgData name="KARTER MAKOTOWINGTIM WONG" userId="87f3421f-7e5f-4328-a49b-3eb6eaf73452" providerId="ADAL" clId="{8A2FF50F-8032-4803-AB59-85892B387DAE}"/>
    <pc:docChg chg="undo redo custSel modSld modShowInfo">
      <pc:chgData name="KARTER MAKOTOWINGTIM WONG" userId="87f3421f-7e5f-4328-a49b-3eb6eaf73452" providerId="ADAL" clId="{8A2FF50F-8032-4803-AB59-85892B387DAE}" dt="2025-06-15T10:27:39.658" v="1397" actId="20577"/>
      <pc:docMkLst>
        <pc:docMk/>
      </pc:docMkLst>
      <pc:sldChg chg="modNotesTx">
        <pc:chgData name="KARTER MAKOTOWINGTIM WONG" userId="87f3421f-7e5f-4328-a49b-3eb6eaf73452" providerId="ADAL" clId="{8A2FF50F-8032-4803-AB59-85892B387DAE}" dt="2025-06-15T10:24:59.700" v="1377" actId="20577"/>
        <pc:sldMkLst>
          <pc:docMk/>
          <pc:sldMk cId="0" sldId="367"/>
        </pc:sldMkLst>
      </pc:sldChg>
      <pc:sldChg chg="modNotesTx">
        <pc:chgData name="KARTER MAKOTOWINGTIM WONG" userId="87f3421f-7e5f-4328-a49b-3eb6eaf73452" providerId="ADAL" clId="{8A2FF50F-8032-4803-AB59-85892B387DAE}" dt="2025-06-15T09:01:17.533" v="1366" actId="20577"/>
        <pc:sldMkLst>
          <pc:docMk/>
          <pc:sldMk cId="0" sldId="387"/>
        </pc:sldMkLst>
      </pc:sldChg>
      <pc:sldChg chg="modSp mod modNotesTx">
        <pc:chgData name="KARTER MAKOTOWINGTIM WONG" userId="87f3421f-7e5f-4328-a49b-3eb6eaf73452" providerId="ADAL" clId="{8A2FF50F-8032-4803-AB59-85892B387DAE}" dt="2025-06-15T10:25:49.129" v="1383" actId="20577"/>
        <pc:sldMkLst>
          <pc:docMk/>
          <pc:sldMk cId="0" sldId="389"/>
        </pc:sldMkLst>
        <pc:spChg chg="mod">
          <ac:chgData name="KARTER MAKOTOWINGTIM WONG" userId="87f3421f-7e5f-4328-a49b-3eb6eaf73452" providerId="ADAL" clId="{8A2FF50F-8032-4803-AB59-85892B387DAE}" dt="2025-06-12T22:54:27.089" v="173" actId="20577"/>
          <ac:spMkLst>
            <pc:docMk/>
            <pc:sldMk cId="0" sldId="389"/>
            <ac:spMk id="3" creationId="{AE079F54-83D7-542D-0D32-9A05E5ABC411}"/>
          </ac:spMkLst>
        </pc:spChg>
        <pc:spChg chg="mod">
          <ac:chgData name="KARTER MAKOTOWINGTIM WONG" userId="87f3421f-7e5f-4328-a49b-3eb6eaf73452" providerId="ADAL" clId="{8A2FF50F-8032-4803-AB59-85892B387DAE}" dt="2025-06-12T22:54:22.169" v="169" actId="20577"/>
          <ac:spMkLst>
            <pc:docMk/>
            <pc:sldMk cId="0" sldId="389"/>
            <ac:spMk id="7" creationId="{AD648E0F-F7BA-FC29-3DA1-F0DB173A56F1}"/>
          </ac:spMkLst>
        </pc:spChg>
      </pc:sldChg>
      <pc:sldChg chg="modSp modNotesTx">
        <pc:chgData name="KARTER MAKOTOWINGTIM WONG" userId="87f3421f-7e5f-4328-a49b-3eb6eaf73452" providerId="ADAL" clId="{8A2FF50F-8032-4803-AB59-85892B387DAE}" dt="2025-06-15T10:26:15.691" v="1389" actId="20577"/>
        <pc:sldMkLst>
          <pc:docMk/>
          <pc:sldMk cId="0" sldId="405"/>
        </pc:sldMkLst>
        <pc:graphicFrameChg chg="mod">
          <ac:chgData name="KARTER MAKOTOWINGTIM WONG" userId="87f3421f-7e5f-4328-a49b-3eb6eaf73452" providerId="ADAL" clId="{8A2FF50F-8032-4803-AB59-85892B387DAE}" dt="2025-06-12T22:54:56.501" v="181" actId="20577"/>
          <ac:graphicFrameMkLst>
            <pc:docMk/>
            <pc:sldMk cId="0" sldId="405"/>
            <ac:graphicFrameMk id="33" creationId="{C57B20DF-B0FE-D8EA-4C1A-14B999B5C353}"/>
          </ac:graphicFrameMkLst>
        </pc:graphicFrameChg>
      </pc:sldChg>
      <pc:sldChg chg="modNotesTx">
        <pc:chgData name="KARTER MAKOTOWINGTIM WONG" userId="87f3421f-7e5f-4328-a49b-3eb6eaf73452" providerId="ADAL" clId="{8A2FF50F-8032-4803-AB59-85892B387DAE}" dt="2025-06-15T10:25:11.133" v="1379" actId="20577"/>
        <pc:sldMkLst>
          <pc:docMk/>
          <pc:sldMk cId="0" sldId="407"/>
        </pc:sldMkLst>
      </pc:sldChg>
      <pc:sldChg chg="modSp mod modShow modNotesTx">
        <pc:chgData name="KARTER MAKOTOWINGTIM WONG" userId="87f3421f-7e5f-4328-a49b-3eb6eaf73452" providerId="ADAL" clId="{8A2FF50F-8032-4803-AB59-85892B387DAE}" dt="2025-06-15T10:18:05.346" v="1369" actId="729"/>
        <pc:sldMkLst>
          <pc:docMk/>
          <pc:sldMk cId="0" sldId="413"/>
        </pc:sldMkLst>
        <pc:spChg chg="mod">
          <ac:chgData name="KARTER MAKOTOWINGTIM WONG" userId="87f3421f-7e5f-4328-a49b-3eb6eaf73452" providerId="ADAL" clId="{8A2FF50F-8032-4803-AB59-85892B387DAE}" dt="2025-06-10T10:57:40.274" v="130" actId="20577"/>
          <ac:spMkLst>
            <pc:docMk/>
            <pc:sldMk cId="0" sldId="413"/>
            <ac:spMk id="9" creationId="{02777AF6-5F16-A6AC-CE44-B1B0A468AC41}"/>
          </ac:spMkLst>
        </pc:spChg>
        <pc:picChg chg="mod modCrop">
          <ac:chgData name="KARTER MAKOTOWINGTIM WONG" userId="87f3421f-7e5f-4328-a49b-3eb6eaf73452" providerId="ADAL" clId="{8A2FF50F-8032-4803-AB59-85892B387DAE}" dt="2025-06-10T10:57:30.782" v="120" actId="1076"/>
          <ac:picMkLst>
            <pc:docMk/>
            <pc:sldMk cId="0" sldId="413"/>
            <ac:picMk id="4" creationId="{1C1CA815-F7AB-030A-3F97-0B32F31AC2CD}"/>
          </ac:picMkLst>
        </pc:picChg>
        <pc:picChg chg="mod">
          <ac:chgData name="KARTER MAKOTOWINGTIM WONG" userId="87f3421f-7e5f-4328-a49b-3eb6eaf73452" providerId="ADAL" clId="{8A2FF50F-8032-4803-AB59-85892B387DAE}" dt="2025-06-10T10:57:23.495" v="118" actId="1076"/>
          <ac:picMkLst>
            <pc:docMk/>
            <pc:sldMk cId="0" sldId="413"/>
            <ac:picMk id="6" creationId="{50A99597-7649-DB11-0596-8146579AEC34}"/>
          </ac:picMkLst>
        </pc:picChg>
      </pc:sldChg>
      <pc:sldChg chg="modSp modNotesTx">
        <pc:chgData name="KARTER MAKOTOWINGTIM WONG" userId="87f3421f-7e5f-4328-a49b-3eb6eaf73452" providerId="ADAL" clId="{8A2FF50F-8032-4803-AB59-85892B387DAE}" dt="2025-06-15T10:27:22.677" v="1394" actId="20577"/>
        <pc:sldMkLst>
          <pc:docMk/>
          <pc:sldMk cId="2977264139" sldId="415"/>
        </pc:sldMkLst>
        <pc:graphicFrameChg chg="mod">
          <ac:chgData name="KARTER MAKOTOWINGTIM WONG" userId="87f3421f-7e5f-4328-a49b-3eb6eaf73452" providerId="ADAL" clId="{8A2FF50F-8032-4803-AB59-85892B387DAE}" dt="2025-06-12T22:54:47.943" v="177" actId="20577"/>
          <ac:graphicFrameMkLst>
            <pc:docMk/>
            <pc:sldMk cId="2977264139" sldId="415"/>
            <ac:graphicFrameMk id="10" creationId="{B476849C-E4A0-3220-2CBB-3547448CE619}"/>
          </ac:graphicFrameMkLst>
        </pc:graphicFrameChg>
      </pc:sldChg>
      <pc:sldChg chg="addSp delSp modSp mod modNotesTx">
        <pc:chgData name="KARTER MAKOTOWINGTIM WONG" userId="87f3421f-7e5f-4328-a49b-3eb6eaf73452" providerId="ADAL" clId="{8A2FF50F-8032-4803-AB59-85892B387DAE}" dt="2025-06-15T10:27:39.658" v="1397" actId="20577"/>
        <pc:sldMkLst>
          <pc:docMk/>
          <pc:sldMk cId="1400478623" sldId="416"/>
        </pc:sldMkLst>
        <pc:spChg chg="mod topLvl">
          <ac:chgData name="KARTER MAKOTOWINGTIM WONG" userId="87f3421f-7e5f-4328-a49b-3eb6eaf73452" providerId="ADAL" clId="{8A2FF50F-8032-4803-AB59-85892B387DAE}" dt="2025-06-10T10:53:57.390" v="103" actId="255"/>
          <ac:spMkLst>
            <pc:docMk/>
            <pc:sldMk cId="1400478623" sldId="416"/>
            <ac:spMk id="8" creationId="{696C8FEF-BD2C-99ED-F1D2-8D5E60DB632F}"/>
          </ac:spMkLst>
        </pc:spChg>
        <pc:spChg chg="mod topLvl">
          <ac:chgData name="KARTER MAKOTOWINGTIM WONG" userId="87f3421f-7e5f-4328-a49b-3eb6eaf73452" providerId="ADAL" clId="{8A2FF50F-8032-4803-AB59-85892B387DAE}" dt="2025-06-12T22:54:40.547" v="175" actId="20577"/>
          <ac:spMkLst>
            <pc:docMk/>
            <pc:sldMk cId="1400478623" sldId="416"/>
            <ac:spMk id="12" creationId="{E5B00660-565F-50B1-5BD2-3B77FD4C1C0A}"/>
          </ac:spMkLst>
        </pc:spChg>
        <pc:spChg chg="mod topLvl">
          <ac:chgData name="KARTER MAKOTOWINGTIM WONG" userId="87f3421f-7e5f-4328-a49b-3eb6eaf73452" providerId="ADAL" clId="{8A2FF50F-8032-4803-AB59-85892B387DAE}" dt="2025-06-10T10:53:29.164" v="99" actId="164"/>
          <ac:spMkLst>
            <pc:docMk/>
            <pc:sldMk cId="1400478623" sldId="416"/>
            <ac:spMk id="14" creationId="{F60318DA-2039-B681-21CF-305FDDFB62A0}"/>
          </ac:spMkLst>
        </pc:spChg>
        <pc:grpChg chg="add del mod">
          <ac:chgData name="KARTER MAKOTOWINGTIM WONG" userId="87f3421f-7e5f-4328-a49b-3eb6eaf73452" providerId="ADAL" clId="{8A2FF50F-8032-4803-AB59-85892B387DAE}" dt="2025-06-10T10:54:33.483" v="110" actId="1076"/>
          <ac:grpSpMkLst>
            <pc:docMk/>
            <pc:sldMk cId="1400478623" sldId="416"/>
            <ac:grpSpMk id="7" creationId="{F0BC27A0-AABB-0556-5F0A-2C7CF24FC040}"/>
          </ac:grpSpMkLst>
        </pc:grpChg>
        <pc:grpChg chg="add mod">
          <ac:chgData name="KARTER MAKOTOWINGTIM WONG" userId="87f3421f-7e5f-4328-a49b-3eb6eaf73452" providerId="ADAL" clId="{8A2FF50F-8032-4803-AB59-85892B387DAE}" dt="2025-06-10T10:54:29.770" v="109" actId="1076"/>
          <ac:grpSpMkLst>
            <pc:docMk/>
            <pc:sldMk cId="1400478623" sldId="416"/>
            <ac:grpSpMk id="18" creationId="{2EF5DD86-F741-2255-A6F9-E9A2D4A9747F}"/>
          </ac:grpSpMkLst>
        </pc:grpChg>
        <pc:grpChg chg="add mod">
          <ac:chgData name="KARTER MAKOTOWINGTIM WONG" userId="87f3421f-7e5f-4328-a49b-3eb6eaf73452" providerId="ADAL" clId="{8A2FF50F-8032-4803-AB59-85892B387DAE}" dt="2025-06-10T10:54:22.554" v="107" actId="1076"/>
          <ac:grpSpMkLst>
            <pc:docMk/>
            <pc:sldMk cId="1400478623" sldId="416"/>
            <ac:grpSpMk id="19" creationId="{D83E73C5-312D-08D7-1B1C-6A1C116FCD3B}"/>
          </ac:grpSpMkLst>
        </pc:grpChg>
        <pc:picChg chg="mod topLvl">
          <ac:chgData name="KARTER MAKOTOWINGTIM WONG" userId="87f3421f-7e5f-4328-a49b-3eb6eaf73452" providerId="ADAL" clId="{8A2FF50F-8032-4803-AB59-85892B387DAE}" dt="2025-06-10T10:52:15.127" v="82" actId="165"/>
          <ac:picMkLst>
            <pc:docMk/>
            <pc:sldMk cId="1400478623" sldId="416"/>
            <ac:picMk id="3" creationId="{80CC4932-E8DC-5700-825E-F3BD6062161C}"/>
          </ac:picMkLst>
        </pc:picChg>
        <pc:picChg chg="mod topLvl modCrop">
          <ac:chgData name="KARTER MAKOTOWINGTIM WONG" userId="87f3421f-7e5f-4328-a49b-3eb6eaf73452" providerId="ADAL" clId="{8A2FF50F-8032-4803-AB59-85892B387DAE}" dt="2025-06-10T10:53:29.164" v="99" actId="164"/>
          <ac:picMkLst>
            <pc:docMk/>
            <pc:sldMk cId="1400478623" sldId="416"/>
            <ac:picMk id="11" creationId="{50930E5E-532B-D44A-2640-DAF7EA1E1D21}"/>
          </ac:picMkLst>
        </pc:picChg>
        <pc:picChg chg="mod topLvl modCrop">
          <ac:chgData name="KARTER MAKOTOWINGTIM WONG" userId="87f3421f-7e5f-4328-a49b-3eb6eaf73452" providerId="ADAL" clId="{8A2FF50F-8032-4803-AB59-85892B387DAE}" dt="2025-06-10T10:52:57.700" v="91" actId="164"/>
          <ac:picMkLst>
            <pc:docMk/>
            <pc:sldMk cId="1400478623" sldId="416"/>
            <ac:picMk id="17" creationId="{D5C1CA26-40FA-D71F-44B7-145AFE7D11C2}"/>
          </ac:picMkLst>
        </pc:picChg>
      </pc:sldChg>
      <pc:sldChg chg="modSp mod modShow">
        <pc:chgData name="KARTER MAKOTOWINGTIM WONG" userId="87f3421f-7e5f-4328-a49b-3eb6eaf73452" providerId="ADAL" clId="{8A2FF50F-8032-4803-AB59-85892B387DAE}" dt="2025-06-10T10:59:15.958" v="157" actId="1076"/>
        <pc:sldMkLst>
          <pc:docMk/>
          <pc:sldMk cId="949119990" sldId="417"/>
        </pc:sldMkLst>
        <pc:picChg chg="mod modCrop">
          <ac:chgData name="KARTER MAKOTOWINGTIM WONG" userId="87f3421f-7e5f-4328-a49b-3eb6eaf73452" providerId="ADAL" clId="{8A2FF50F-8032-4803-AB59-85892B387DAE}" dt="2025-06-10T10:59:15.958" v="157" actId="1076"/>
          <ac:picMkLst>
            <pc:docMk/>
            <pc:sldMk cId="949119990" sldId="417"/>
            <ac:picMk id="6" creationId="{193B747C-8865-9635-102B-4C7882A41A1C}"/>
          </ac:picMkLst>
        </pc:picChg>
        <pc:picChg chg="mod">
          <ac:chgData name="KARTER MAKOTOWINGTIM WONG" userId="87f3421f-7e5f-4328-a49b-3eb6eaf73452" providerId="ADAL" clId="{8A2FF50F-8032-4803-AB59-85892B387DAE}" dt="2025-06-10T10:58:40.078" v="151" actId="1076"/>
          <ac:picMkLst>
            <pc:docMk/>
            <pc:sldMk cId="949119990" sldId="417"/>
            <ac:picMk id="8" creationId="{C1F614B7-74A3-9308-392D-5E44DF9E4BE6}"/>
          </ac:picMkLst>
        </pc:picChg>
        <pc:picChg chg="mod">
          <ac:chgData name="KARTER MAKOTOWINGTIM WONG" userId="87f3421f-7e5f-4328-a49b-3eb6eaf73452" providerId="ADAL" clId="{8A2FF50F-8032-4803-AB59-85892B387DAE}" dt="2025-06-10T10:58:45.911" v="153" actId="1076"/>
          <ac:picMkLst>
            <pc:docMk/>
            <pc:sldMk cId="949119990" sldId="417"/>
            <ac:picMk id="12" creationId="{7EBAAF02-C605-1CF9-2016-4A09460A9AC4}"/>
          </ac:picMkLst>
        </pc:picChg>
      </pc:sldChg>
      <pc:sldChg chg="mod modShow modNotesTx">
        <pc:chgData name="KARTER MAKOTOWINGTIM WONG" userId="87f3421f-7e5f-4328-a49b-3eb6eaf73452" providerId="ADAL" clId="{8A2FF50F-8032-4803-AB59-85892B387DAE}" dt="2025-06-15T09:01:20.852" v="1368" actId="20577"/>
        <pc:sldMkLst>
          <pc:docMk/>
          <pc:sldMk cId="331761965" sldId="418"/>
        </pc:sldMkLst>
      </pc:sldChg>
      <pc:sldChg chg="modNotesTx">
        <pc:chgData name="KARTER MAKOTOWINGTIM WONG" userId="87f3421f-7e5f-4328-a49b-3eb6eaf73452" providerId="ADAL" clId="{8A2FF50F-8032-4803-AB59-85892B387DAE}" dt="2025-06-13T00:37:23.808" v="478" actId="20577"/>
        <pc:sldMkLst>
          <pc:docMk/>
          <pc:sldMk cId="3194971168" sldId="421"/>
        </pc:sldMkLst>
      </pc:sldChg>
      <pc:sldChg chg="modNotesTx">
        <pc:chgData name="KARTER MAKOTOWINGTIM WONG" userId="87f3421f-7e5f-4328-a49b-3eb6eaf73452" providerId="ADAL" clId="{8A2FF50F-8032-4803-AB59-85892B387DAE}" dt="2025-06-15T10:25:20.509" v="1380" actId="20577"/>
        <pc:sldMkLst>
          <pc:docMk/>
          <pc:sldMk cId="2145823957" sldId="422"/>
        </pc:sldMkLst>
      </pc:sldChg>
      <pc:sldChg chg="addSp modSp mod modNotesTx">
        <pc:chgData name="KARTER MAKOTOWINGTIM WONG" userId="87f3421f-7e5f-4328-a49b-3eb6eaf73452" providerId="ADAL" clId="{8A2FF50F-8032-4803-AB59-85892B387DAE}" dt="2025-06-15T10:25:57.369" v="1384" actId="20577"/>
        <pc:sldMkLst>
          <pc:docMk/>
          <pc:sldMk cId="2281730913" sldId="423"/>
        </pc:sldMkLst>
        <pc:spChg chg="mod">
          <ac:chgData name="KARTER MAKOTOWINGTIM WONG" userId="87f3421f-7e5f-4328-a49b-3eb6eaf73452" providerId="ADAL" clId="{8A2FF50F-8032-4803-AB59-85892B387DAE}" dt="2025-06-13T01:31:23.049" v="1105" actId="1076"/>
          <ac:spMkLst>
            <pc:docMk/>
            <pc:sldMk cId="2281730913" sldId="423"/>
            <ac:spMk id="5" creationId="{308B8985-C56D-C6B1-3D76-E7A30161AE75}"/>
          </ac:spMkLst>
        </pc:spChg>
        <pc:spChg chg="mod">
          <ac:chgData name="KARTER MAKOTOWINGTIM WONG" userId="87f3421f-7e5f-4328-a49b-3eb6eaf73452" providerId="ADAL" clId="{8A2FF50F-8032-4803-AB59-85892B387DAE}" dt="2025-06-13T01:31:18.906" v="1104" actId="1076"/>
          <ac:spMkLst>
            <pc:docMk/>
            <pc:sldMk cId="2281730913" sldId="423"/>
            <ac:spMk id="6" creationId="{CC0E6758-DF2A-451C-3948-FCA9E7BD6100}"/>
          </ac:spMkLst>
        </pc:spChg>
        <pc:picChg chg="add mod">
          <ac:chgData name="KARTER MAKOTOWINGTIM WONG" userId="87f3421f-7e5f-4328-a49b-3eb6eaf73452" providerId="ADAL" clId="{8A2FF50F-8032-4803-AB59-85892B387DAE}" dt="2025-06-13T02:51:37.350" v="1107" actId="1076"/>
          <ac:picMkLst>
            <pc:docMk/>
            <pc:sldMk cId="2281730913" sldId="423"/>
            <ac:picMk id="7" creationId="{05005BB9-796A-0292-2488-67C90F2C7D37}"/>
          </ac:picMkLst>
        </pc:picChg>
      </pc:sldChg>
      <pc:sldChg chg="modNotesTx">
        <pc:chgData name="KARTER MAKOTOWINGTIM WONG" userId="87f3421f-7e5f-4328-a49b-3eb6eaf73452" providerId="ADAL" clId="{8A2FF50F-8032-4803-AB59-85892B387DAE}" dt="2025-06-15T08:58:55.260" v="1344" actId="20577"/>
        <pc:sldMkLst>
          <pc:docMk/>
          <pc:sldMk cId="1783979972" sldId="424"/>
        </pc:sldMkLst>
      </pc:sldChg>
    </pc:docChg>
  </pc:docChgLst>
  <pc:docChgLst>
    <pc:chgData name="KARTER MAKOTOWINGTIM WONG" userId="87f3421f-7e5f-4328-a49b-3eb6eaf73452" providerId="ADAL" clId="{17395FE7-C4D3-4270-BD34-C859292BF14A}"/>
    <pc:docChg chg="modSld sldOrd">
      <pc:chgData name="KARTER MAKOTOWINGTIM WONG" userId="87f3421f-7e5f-4328-a49b-3eb6eaf73452" providerId="ADAL" clId="{17395FE7-C4D3-4270-BD34-C859292BF14A}" dt="2025-06-16T04:47:56.400" v="15" actId="729"/>
      <pc:docMkLst>
        <pc:docMk/>
      </pc:docMkLst>
      <pc:sldChg chg="mod ord modShow">
        <pc:chgData name="KARTER MAKOTOWINGTIM WONG" userId="87f3421f-7e5f-4328-a49b-3eb6eaf73452" providerId="ADAL" clId="{17395FE7-C4D3-4270-BD34-C859292BF14A}" dt="2025-06-16T04:47:56.400" v="15" actId="729"/>
        <pc:sldMkLst>
          <pc:docMk/>
          <pc:sldMk cId="0" sldId="413"/>
        </pc:sldMkLst>
      </pc:sldChg>
      <pc:sldChg chg="modNotesTx">
        <pc:chgData name="KARTER MAKOTOWINGTIM WONG" userId="87f3421f-7e5f-4328-a49b-3eb6eaf73452" providerId="ADAL" clId="{17395FE7-C4D3-4270-BD34-C859292BF14A}" dt="2025-06-16T04:38:41.225" v="12" actId="20577"/>
        <pc:sldMkLst>
          <pc:docMk/>
          <pc:sldMk cId="1400478623" sldId="416"/>
        </pc:sldMkLst>
      </pc:sldChg>
    </pc:docChg>
  </pc:docChgLst>
  <pc:docChgLst>
    <pc:chgData name="KARTER MAKOTOWINGTIM WONG" userId="87f3421f-7e5f-4328-a49b-3eb6eaf73452" providerId="ADAL" clId="{969FE709-8D9E-4052-A78E-5AF6D9420899}"/>
    <pc:docChg chg="undo redo custSel addSld delSld modSld sldOrd">
      <pc:chgData name="KARTER MAKOTOWINGTIM WONG" userId="87f3421f-7e5f-4328-a49b-3eb6eaf73452" providerId="ADAL" clId="{969FE709-8D9E-4052-A78E-5AF6D9420899}" dt="2025-07-16T03:24:07.804" v="3756" actId="1076"/>
      <pc:docMkLst>
        <pc:docMk/>
      </pc:docMkLst>
      <pc:sldChg chg="delSp modSp mod">
        <pc:chgData name="KARTER MAKOTOWINGTIM WONG" userId="87f3421f-7e5f-4328-a49b-3eb6eaf73452" providerId="ADAL" clId="{969FE709-8D9E-4052-A78E-5AF6D9420899}" dt="2025-06-18T01:50:23.432" v="198" actId="113"/>
        <pc:sldMkLst>
          <pc:docMk/>
          <pc:sldMk cId="0" sldId="271"/>
        </pc:sldMkLst>
        <pc:spChg chg="mod">
          <ac:chgData name="KARTER MAKOTOWINGTIM WONG" userId="87f3421f-7e5f-4328-a49b-3eb6eaf73452" providerId="ADAL" clId="{969FE709-8D9E-4052-A78E-5AF6D9420899}" dt="2025-06-18T01:50:23.432" v="198" actId="113"/>
          <ac:spMkLst>
            <pc:docMk/>
            <pc:sldMk cId="0" sldId="271"/>
            <ac:spMk id="2054" creationId="{ACE641F1-5D1F-3706-FD84-E3B8318385EA}"/>
          </ac:spMkLst>
        </pc:spChg>
        <pc:spChg chg="mod">
          <ac:chgData name="KARTER MAKOTOWINGTIM WONG" userId="87f3421f-7e5f-4328-a49b-3eb6eaf73452" providerId="ADAL" clId="{969FE709-8D9E-4052-A78E-5AF6D9420899}" dt="2025-06-18T01:50:02.226" v="194" actId="2711"/>
          <ac:spMkLst>
            <pc:docMk/>
            <pc:sldMk cId="0" sldId="271"/>
            <ac:spMk id="4100" creationId="{1CC227A7-F3E8-6F8F-0D53-311E27A95BB9}"/>
          </ac:spMkLst>
        </pc:spChg>
      </pc:sldChg>
      <pc:sldChg chg="modSp mod ord">
        <pc:chgData name="KARTER MAKOTOWINGTIM WONG" userId="87f3421f-7e5f-4328-a49b-3eb6eaf73452" providerId="ADAL" clId="{969FE709-8D9E-4052-A78E-5AF6D9420899}" dt="2025-07-08T02:00:44.915" v="701"/>
        <pc:sldMkLst>
          <pc:docMk/>
          <pc:sldMk cId="0" sldId="367"/>
        </pc:sldMkLst>
        <pc:spChg chg="mod">
          <ac:chgData name="KARTER MAKOTOWINGTIM WONG" userId="87f3421f-7e5f-4328-a49b-3eb6eaf73452" providerId="ADAL" clId="{969FE709-8D9E-4052-A78E-5AF6D9420899}" dt="2025-06-18T01:58:28.879" v="257" actId="2711"/>
          <ac:spMkLst>
            <pc:docMk/>
            <pc:sldMk cId="0" sldId="367"/>
            <ac:spMk id="6" creationId="{1721B9FC-958E-F140-031F-9866DC390BF3}"/>
          </ac:spMkLst>
        </pc:spChg>
        <pc:spChg chg="mod">
          <ac:chgData name="KARTER MAKOTOWINGTIM WONG" userId="87f3421f-7e5f-4328-a49b-3eb6eaf73452" providerId="ADAL" clId="{969FE709-8D9E-4052-A78E-5AF6D9420899}" dt="2025-06-18T01:58:32.183" v="258" actId="2711"/>
          <ac:spMkLst>
            <pc:docMk/>
            <pc:sldMk cId="0" sldId="367"/>
            <ac:spMk id="10" creationId="{ABE1C726-CAC4-EC2B-BEEE-A364F8A41BBC}"/>
          </ac:spMkLst>
        </pc:spChg>
      </pc:sldChg>
      <pc:sldChg chg="modSp mod">
        <pc:chgData name="KARTER MAKOTOWINGTIM WONG" userId="87f3421f-7e5f-4328-a49b-3eb6eaf73452" providerId="ADAL" clId="{969FE709-8D9E-4052-A78E-5AF6D9420899}" dt="2025-07-16T02:10:02.475" v="1514" actId="20577"/>
        <pc:sldMkLst>
          <pc:docMk/>
          <pc:sldMk cId="0" sldId="387"/>
        </pc:sldMkLst>
        <pc:spChg chg="mod">
          <ac:chgData name="KARTER MAKOTOWINGTIM WONG" userId="87f3421f-7e5f-4328-a49b-3eb6eaf73452" providerId="ADAL" clId="{969FE709-8D9E-4052-A78E-5AF6D9420899}" dt="2025-07-16T02:10:02.475" v="1514" actId="20577"/>
          <ac:spMkLst>
            <pc:docMk/>
            <pc:sldMk cId="0" sldId="387"/>
            <ac:spMk id="23" creationId="{4CCBC938-FE93-89F6-3192-7194E4DEAB77}"/>
          </ac:spMkLst>
        </pc:spChg>
      </pc:sldChg>
      <pc:sldChg chg="addSp delSp modSp mod modShow modNotesTx">
        <pc:chgData name="KARTER MAKOTOWINGTIM WONG" userId="87f3421f-7e5f-4328-a49b-3eb6eaf73452" providerId="ADAL" clId="{969FE709-8D9E-4052-A78E-5AF6D9420899}" dt="2025-07-16T02:09:48.901" v="1495" actId="729"/>
        <pc:sldMkLst>
          <pc:docMk/>
          <pc:sldMk cId="0" sldId="389"/>
        </pc:sldMkLst>
        <pc:spChg chg="mod">
          <ac:chgData name="KARTER MAKOTOWINGTIM WONG" userId="87f3421f-7e5f-4328-a49b-3eb6eaf73452" providerId="ADAL" clId="{969FE709-8D9E-4052-A78E-5AF6D9420899}" dt="2025-06-17T02:47:17.443" v="60" actId="1076"/>
          <ac:spMkLst>
            <pc:docMk/>
            <pc:sldMk cId="0" sldId="389"/>
            <ac:spMk id="7" creationId="{AD648E0F-F7BA-FC29-3DA1-F0DB173A56F1}"/>
          </ac:spMkLst>
        </pc:spChg>
        <pc:picChg chg="mod">
          <ac:chgData name="KARTER MAKOTOWINGTIM WONG" userId="87f3421f-7e5f-4328-a49b-3eb6eaf73452" providerId="ADAL" clId="{969FE709-8D9E-4052-A78E-5AF6D9420899}" dt="2025-06-17T02:46:27.812" v="52" actId="14100"/>
          <ac:picMkLst>
            <pc:docMk/>
            <pc:sldMk cId="0" sldId="389"/>
            <ac:picMk id="6" creationId="{60D12FB6-6885-8349-3487-F05CFEA7A8CA}"/>
          </ac:picMkLst>
        </pc:picChg>
        <pc:picChg chg="add mod">
          <ac:chgData name="KARTER MAKOTOWINGTIM WONG" userId="87f3421f-7e5f-4328-a49b-3eb6eaf73452" providerId="ADAL" clId="{969FE709-8D9E-4052-A78E-5AF6D9420899}" dt="2025-06-17T02:47:13.587" v="59" actId="1076"/>
          <ac:picMkLst>
            <pc:docMk/>
            <pc:sldMk cId="0" sldId="389"/>
            <ac:picMk id="10" creationId="{0AE8F5C8-7922-A1F6-8F02-A7C04FCE02AF}"/>
          </ac:picMkLst>
        </pc:picChg>
      </pc:sldChg>
      <pc:sldChg chg="addSp delSp modSp mod">
        <pc:chgData name="KARTER MAKOTOWINGTIM WONG" userId="87f3421f-7e5f-4328-a49b-3eb6eaf73452" providerId="ADAL" clId="{969FE709-8D9E-4052-A78E-5AF6D9420899}" dt="2025-07-16T01:59:32.142" v="1146" actId="255"/>
        <pc:sldMkLst>
          <pc:docMk/>
          <pc:sldMk cId="0" sldId="405"/>
        </pc:sldMkLst>
        <pc:spChg chg="mod">
          <ac:chgData name="KARTER MAKOTOWINGTIM WONG" userId="87f3421f-7e5f-4328-a49b-3eb6eaf73452" providerId="ADAL" clId="{969FE709-8D9E-4052-A78E-5AF6D9420899}" dt="2025-07-16T01:59:32.142" v="1146" actId="255"/>
          <ac:spMkLst>
            <pc:docMk/>
            <pc:sldMk cId="0" sldId="405"/>
            <ac:spMk id="4" creationId="{3980B27C-31FE-5FF0-F9E8-13822A83080A}"/>
          </ac:spMkLst>
        </pc:spChg>
        <pc:graphicFrameChg chg="mod modGraphic">
          <ac:chgData name="KARTER MAKOTOWINGTIM WONG" userId="87f3421f-7e5f-4328-a49b-3eb6eaf73452" providerId="ADAL" clId="{969FE709-8D9E-4052-A78E-5AF6D9420899}" dt="2025-06-18T01:58:56.224" v="259" actId="2711"/>
          <ac:graphicFrameMkLst>
            <pc:docMk/>
            <pc:sldMk cId="0" sldId="405"/>
            <ac:graphicFrameMk id="33" creationId="{C57B20DF-B0FE-D8EA-4C1A-14B999B5C353}"/>
          </ac:graphicFrameMkLst>
        </pc:graphicFrameChg>
      </pc:sldChg>
      <pc:sldChg chg="delSp modSp del mod">
        <pc:chgData name="KARTER MAKOTOWINGTIM WONG" userId="87f3421f-7e5f-4328-a49b-3eb6eaf73452" providerId="ADAL" clId="{969FE709-8D9E-4052-A78E-5AF6D9420899}" dt="2025-07-08T02:01:41.903" v="722" actId="47"/>
        <pc:sldMkLst>
          <pc:docMk/>
          <pc:sldMk cId="0" sldId="407"/>
        </pc:sldMkLst>
      </pc:sldChg>
      <pc:sldChg chg="modSp mod">
        <pc:chgData name="KARTER MAKOTOWINGTIM WONG" userId="87f3421f-7e5f-4328-a49b-3eb6eaf73452" providerId="ADAL" clId="{969FE709-8D9E-4052-A78E-5AF6D9420899}" dt="2025-06-18T01:58:14.367" v="256" actId="2711"/>
        <pc:sldMkLst>
          <pc:docMk/>
          <pc:sldMk cId="3206680773" sldId="414"/>
        </pc:sldMkLst>
        <pc:spChg chg="mod">
          <ac:chgData name="KARTER MAKOTOWINGTIM WONG" userId="87f3421f-7e5f-4328-a49b-3eb6eaf73452" providerId="ADAL" clId="{969FE709-8D9E-4052-A78E-5AF6D9420899}" dt="2025-06-18T01:58:14.367" v="256" actId="2711"/>
          <ac:spMkLst>
            <pc:docMk/>
            <pc:sldMk cId="3206680773" sldId="414"/>
            <ac:spMk id="4100" creationId="{6C71EEA1-35D1-35A3-0858-A764C8760F4B}"/>
          </ac:spMkLst>
        </pc:spChg>
      </pc:sldChg>
      <pc:sldChg chg="addSp delSp modSp mod">
        <pc:chgData name="KARTER MAKOTOWINGTIM WONG" userId="87f3421f-7e5f-4328-a49b-3eb6eaf73452" providerId="ADAL" clId="{969FE709-8D9E-4052-A78E-5AF6D9420899}" dt="2025-07-08T01:57:02.473" v="625" actId="196"/>
        <pc:sldMkLst>
          <pc:docMk/>
          <pc:sldMk cId="2977264139" sldId="415"/>
        </pc:sldMkLst>
        <pc:spChg chg="add mod">
          <ac:chgData name="KARTER MAKOTOWINGTIM WONG" userId="87f3421f-7e5f-4328-a49b-3eb6eaf73452" providerId="ADAL" clId="{969FE709-8D9E-4052-A78E-5AF6D9420899}" dt="2025-06-17T02:35:32.289" v="36" actId="207"/>
          <ac:spMkLst>
            <pc:docMk/>
            <pc:sldMk cId="2977264139" sldId="415"/>
            <ac:spMk id="8" creationId="{60A3C896-F55F-F1C7-38D1-7B4C9DD69303}"/>
          </ac:spMkLst>
        </pc:spChg>
        <pc:spChg chg="add mod">
          <ac:chgData name="KARTER MAKOTOWINGTIM WONG" userId="87f3421f-7e5f-4328-a49b-3eb6eaf73452" providerId="ADAL" clId="{969FE709-8D9E-4052-A78E-5AF6D9420899}" dt="2025-06-17T02:35:32.289" v="36" actId="207"/>
          <ac:spMkLst>
            <pc:docMk/>
            <pc:sldMk cId="2977264139" sldId="415"/>
            <ac:spMk id="9" creationId="{14F7C2F3-3F0C-EA9D-5614-B9B44A115AB8}"/>
          </ac:spMkLst>
        </pc:spChg>
        <pc:graphicFrameChg chg="mod">
          <ac:chgData name="KARTER MAKOTOWINGTIM WONG" userId="87f3421f-7e5f-4328-a49b-3eb6eaf73452" providerId="ADAL" clId="{969FE709-8D9E-4052-A78E-5AF6D9420899}" dt="2025-06-18T01:59:02.224" v="260" actId="2711"/>
          <ac:graphicFrameMkLst>
            <pc:docMk/>
            <pc:sldMk cId="2977264139" sldId="415"/>
            <ac:graphicFrameMk id="10" creationId="{B476849C-E4A0-3220-2CBB-3547448CE619}"/>
          </ac:graphicFrameMkLst>
        </pc:graphicFrameChg>
        <pc:picChg chg="add mod">
          <ac:chgData name="KARTER MAKOTOWINGTIM WONG" userId="87f3421f-7e5f-4328-a49b-3eb6eaf73452" providerId="ADAL" clId="{969FE709-8D9E-4052-A78E-5AF6D9420899}" dt="2025-07-08T01:57:02.473" v="625" actId="196"/>
          <ac:picMkLst>
            <pc:docMk/>
            <pc:sldMk cId="2977264139" sldId="415"/>
            <ac:picMk id="5" creationId="{C0115E2A-ADFD-7AEF-A791-DDFA181D9858}"/>
          </ac:picMkLst>
        </pc:picChg>
      </pc:sldChg>
      <pc:sldChg chg="addSp delSp modSp mod">
        <pc:chgData name="KARTER MAKOTOWINGTIM WONG" userId="87f3421f-7e5f-4328-a49b-3eb6eaf73452" providerId="ADAL" clId="{969FE709-8D9E-4052-A78E-5AF6D9420899}" dt="2025-06-17T02:35:07.423" v="34" actId="207"/>
        <pc:sldMkLst>
          <pc:docMk/>
          <pc:sldMk cId="1400478623" sldId="416"/>
        </pc:sldMkLst>
        <pc:spChg chg="add mod">
          <ac:chgData name="KARTER MAKOTOWINGTIM WONG" userId="87f3421f-7e5f-4328-a49b-3eb6eaf73452" providerId="ADAL" clId="{969FE709-8D9E-4052-A78E-5AF6D9420899}" dt="2025-06-17T02:35:07.423" v="34" actId="207"/>
          <ac:spMkLst>
            <pc:docMk/>
            <pc:sldMk cId="1400478623" sldId="416"/>
            <ac:spMk id="4" creationId="{EC4D4084-B841-4151-E505-1CC217F4B3CB}"/>
          </ac:spMkLst>
        </pc:spChg>
        <pc:spChg chg="add mod">
          <ac:chgData name="KARTER MAKOTOWINGTIM WONG" userId="87f3421f-7e5f-4328-a49b-3eb6eaf73452" providerId="ADAL" clId="{969FE709-8D9E-4052-A78E-5AF6D9420899}" dt="2025-06-17T02:35:07.423" v="34" actId="207"/>
          <ac:spMkLst>
            <pc:docMk/>
            <pc:sldMk cId="1400478623" sldId="416"/>
            <ac:spMk id="5" creationId="{394F4476-02B9-18EA-C8FF-CB6DE5D144C1}"/>
          </ac:spMkLst>
        </pc:spChg>
      </pc:sldChg>
      <pc:sldChg chg="delSp modSp">
        <pc:chgData name="KARTER MAKOTOWINGTIM WONG" userId="87f3421f-7e5f-4328-a49b-3eb6eaf73452" providerId="ADAL" clId="{969FE709-8D9E-4052-A78E-5AF6D9420899}" dt="2025-06-19T00:43:34.888" v="623" actId="165"/>
        <pc:sldMkLst>
          <pc:docMk/>
          <pc:sldMk cId="331761965" sldId="418"/>
        </pc:sldMkLst>
        <pc:spChg chg="mod topLvl">
          <ac:chgData name="KARTER MAKOTOWINGTIM WONG" userId="87f3421f-7e5f-4328-a49b-3eb6eaf73452" providerId="ADAL" clId="{969FE709-8D9E-4052-A78E-5AF6D9420899}" dt="2025-06-19T00:43:07.125" v="622" actId="165"/>
          <ac:spMkLst>
            <pc:docMk/>
            <pc:sldMk cId="331761965" sldId="418"/>
            <ac:spMk id="3" creationId="{23DAE6F8-8C06-8B05-F522-8566F69D1617}"/>
          </ac:spMkLst>
        </pc:spChg>
        <pc:spChg chg="mod topLvl">
          <ac:chgData name="KARTER MAKOTOWINGTIM WONG" userId="87f3421f-7e5f-4328-a49b-3eb6eaf73452" providerId="ADAL" clId="{969FE709-8D9E-4052-A78E-5AF6D9420899}" dt="2025-06-19T00:43:34.888" v="623" actId="165"/>
          <ac:spMkLst>
            <pc:docMk/>
            <pc:sldMk cId="331761965" sldId="418"/>
            <ac:spMk id="9" creationId="{15BD4E23-5345-2031-F2F4-8DD5D07DFC8D}"/>
          </ac:spMkLst>
        </pc:spChg>
        <pc:picChg chg="mod topLvl">
          <ac:chgData name="KARTER MAKOTOWINGTIM WONG" userId="87f3421f-7e5f-4328-a49b-3eb6eaf73452" providerId="ADAL" clId="{969FE709-8D9E-4052-A78E-5AF6D9420899}" dt="2025-06-19T00:43:34.888" v="623" actId="165"/>
          <ac:picMkLst>
            <pc:docMk/>
            <pc:sldMk cId="331761965" sldId="418"/>
            <ac:picMk id="8" creationId="{46A8759A-11B7-40C0-B7C2-AD195F21CD4D}"/>
          </ac:picMkLst>
        </pc:picChg>
      </pc:sldChg>
      <pc:sldChg chg="modSp mod ord">
        <pc:chgData name="KARTER MAKOTOWINGTIM WONG" userId="87f3421f-7e5f-4328-a49b-3eb6eaf73452" providerId="ADAL" clId="{969FE709-8D9E-4052-A78E-5AF6D9420899}" dt="2025-07-08T02:00:44.915" v="701"/>
        <pc:sldMkLst>
          <pc:docMk/>
          <pc:sldMk cId="3194971168" sldId="421"/>
        </pc:sldMkLst>
        <pc:graphicFrameChg chg="mod modGraphic">
          <ac:chgData name="KARTER MAKOTOWINGTIM WONG" userId="87f3421f-7e5f-4328-a49b-3eb6eaf73452" providerId="ADAL" clId="{969FE709-8D9E-4052-A78E-5AF6D9420899}" dt="2025-06-18T01:58:01.855" v="254" actId="207"/>
          <ac:graphicFrameMkLst>
            <pc:docMk/>
            <pc:sldMk cId="3194971168" sldId="421"/>
            <ac:graphicFrameMk id="6" creationId="{EB5558CC-4A6E-0DC0-2DF6-748D399B69E9}"/>
          </ac:graphicFrameMkLst>
        </pc:graphicFrameChg>
        <pc:graphicFrameChg chg="mod modGraphic">
          <ac:chgData name="KARTER MAKOTOWINGTIM WONG" userId="87f3421f-7e5f-4328-a49b-3eb6eaf73452" providerId="ADAL" clId="{969FE709-8D9E-4052-A78E-5AF6D9420899}" dt="2025-06-18T01:58:05.383" v="255" actId="207"/>
          <ac:graphicFrameMkLst>
            <pc:docMk/>
            <pc:sldMk cId="3194971168" sldId="421"/>
            <ac:graphicFrameMk id="13" creationId="{B92819E8-6C1F-E443-2A18-E0A39EC9BCC4}"/>
          </ac:graphicFrameMkLst>
        </pc:graphicFrameChg>
      </pc:sldChg>
      <pc:sldChg chg="addSp delSp modSp mod modShow modNotesTx">
        <pc:chgData name="KARTER MAKOTOWINGTIM WONG" userId="87f3421f-7e5f-4328-a49b-3eb6eaf73452" providerId="ADAL" clId="{969FE709-8D9E-4052-A78E-5AF6D9420899}" dt="2025-07-16T03:24:07.804" v="3756" actId="1076"/>
        <pc:sldMkLst>
          <pc:docMk/>
          <pc:sldMk cId="2145823957" sldId="422"/>
        </pc:sldMkLst>
        <pc:spChg chg="add del mod">
          <ac:chgData name="KARTER MAKOTOWINGTIM WONG" userId="87f3421f-7e5f-4328-a49b-3eb6eaf73452" providerId="ADAL" clId="{969FE709-8D9E-4052-A78E-5AF6D9420899}" dt="2025-07-16T03:24:07.804" v="3756" actId="1076"/>
          <ac:spMkLst>
            <pc:docMk/>
            <pc:sldMk cId="2145823957" sldId="422"/>
            <ac:spMk id="3" creationId="{8AE1F0C9-C8D5-9D6E-65FD-C962657B62FF}"/>
          </ac:spMkLst>
        </pc:spChg>
        <pc:spChg chg="mod">
          <ac:chgData name="KARTER MAKOTOWINGTIM WONG" userId="87f3421f-7e5f-4328-a49b-3eb6eaf73452" providerId="ADAL" clId="{969FE709-8D9E-4052-A78E-5AF6D9420899}" dt="2025-07-16T02:28:42.599" v="2455" actId="20577"/>
          <ac:spMkLst>
            <pc:docMk/>
            <pc:sldMk cId="2145823957" sldId="422"/>
            <ac:spMk id="15368" creationId="{872B57E3-D9D4-57E0-E7D7-5F05C184F8E8}"/>
          </ac:spMkLst>
        </pc:spChg>
      </pc:sldChg>
      <pc:sldChg chg="addSp delSp modSp mod ord modShow">
        <pc:chgData name="KARTER MAKOTOWINGTIM WONG" userId="87f3421f-7e5f-4328-a49b-3eb6eaf73452" providerId="ADAL" clId="{969FE709-8D9E-4052-A78E-5AF6D9420899}" dt="2025-07-16T02:00:38.126" v="1202" actId="729"/>
        <pc:sldMkLst>
          <pc:docMk/>
          <pc:sldMk cId="2281730913" sldId="423"/>
        </pc:sldMkLst>
        <pc:spChg chg="mod">
          <ac:chgData name="KARTER MAKOTOWINGTIM WONG" userId="87f3421f-7e5f-4328-a49b-3eb6eaf73452" providerId="ADAL" clId="{969FE709-8D9E-4052-A78E-5AF6D9420899}" dt="2025-07-16T01:50:24.930" v="1140" actId="20577"/>
          <ac:spMkLst>
            <pc:docMk/>
            <pc:sldMk cId="2281730913" sldId="423"/>
            <ac:spMk id="4" creationId="{30DDBB21-6F51-009B-0FA4-6E70436DA73C}"/>
          </ac:spMkLst>
        </pc:spChg>
        <pc:picChg chg="add del">
          <ac:chgData name="KARTER MAKOTOWINGTIM WONG" userId="87f3421f-7e5f-4328-a49b-3eb6eaf73452" providerId="ADAL" clId="{969FE709-8D9E-4052-A78E-5AF6D9420899}" dt="2025-06-17T02:39:02.703" v="44" actId="478"/>
          <ac:picMkLst>
            <pc:docMk/>
            <pc:sldMk cId="2281730913" sldId="423"/>
            <ac:picMk id="7" creationId="{05005BB9-796A-0292-2488-67C90F2C7D37}"/>
          </ac:picMkLst>
        </pc:picChg>
      </pc:sldChg>
      <pc:sldChg chg="addSp delSp modSp mod modNotesTx">
        <pc:chgData name="KARTER MAKOTOWINGTIM WONG" userId="87f3421f-7e5f-4328-a49b-3eb6eaf73452" providerId="ADAL" clId="{969FE709-8D9E-4052-A78E-5AF6D9420899}" dt="2025-07-16T02:15:02.571" v="1598" actId="20577"/>
        <pc:sldMkLst>
          <pc:docMk/>
          <pc:sldMk cId="1783979972" sldId="424"/>
        </pc:sldMkLst>
        <pc:spChg chg="add mod">
          <ac:chgData name="KARTER MAKOTOWINGTIM WONG" userId="87f3421f-7e5f-4328-a49b-3eb6eaf73452" providerId="ADAL" clId="{969FE709-8D9E-4052-A78E-5AF6D9420899}" dt="2025-07-16T02:14:43.804" v="1542" actId="1076"/>
          <ac:spMkLst>
            <pc:docMk/>
            <pc:sldMk cId="1783979972" sldId="424"/>
            <ac:spMk id="6" creationId="{4CAD99C3-8D98-F5AC-42D4-FC4A533C8EC4}"/>
          </ac:spMkLst>
        </pc:spChg>
        <pc:spChg chg="mod">
          <ac:chgData name="KARTER MAKOTOWINGTIM WONG" userId="87f3421f-7e5f-4328-a49b-3eb6eaf73452" providerId="ADAL" clId="{969FE709-8D9E-4052-A78E-5AF6D9420899}" dt="2025-07-16T02:10:17.516" v="1516" actId="255"/>
          <ac:spMkLst>
            <pc:docMk/>
            <pc:sldMk cId="1783979972" sldId="424"/>
            <ac:spMk id="12297" creationId="{7F231780-6812-B8A1-C9A7-7D1AC8E2C6E9}"/>
          </ac:spMkLst>
        </pc:spChg>
        <pc:picChg chg="add del mod topLvl modCrop">
          <ac:chgData name="KARTER MAKOTOWINGTIM WONG" userId="87f3421f-7e5f-4328-a49b-3eb6eaf73452" providerId="ADAL" clId="{969FE709-8D9E-4052-A78E-5AF6D9420899}" dt="2025-07-16T02:14:11.811" v="1532" actId="1076"/>
          <ac:picMkLst>
            <pc:docMk/>
            <pc:sldMk cId="1783979972" sldId="424"/>
            <ac:picMk id="3" creationId="{3B0FC9AA-DF27-8199-8F0E-EA50C658F121}"/>
          </ac:picMkLst>
        </pc:picChg>
        <pc:picChg chg="add mod modCrop">
          <ac:chgData name="KARTER MAKOTOWINGTIM WONG" userId="87f3421f-7e5f-4328-a49b-3eb6eaf73452" providerId="ADAL" clId="{969FE709-8D9E-4052-A78E-5AF6D9420899}" dt="2025-07-16T02:14:11.811" v="1532" actId="1076"/>
          <ac:picMkLst>
            <pc:docMk/>
            <pc:sldMk cId="1783979972" sldId="424"/>
            <ac:picMk id="4" creationId="{CA1C8D78-629C-606E-DF88-35CF8A832C26}"/>
          </ac:picMkLst>
        </pc:picChg>
        <pc:picChg chg="add mod modCrop">
          <ac:chgData name="KARTER MAKOTOWINGTIM WONG" userId="87f3421f-7e5f-4328-a49b-3eb6eaf73452" providerId="ADAL" clId="{969FE709-8D9E-4052-A78E-5AF6D9420899}" dt="2025-07-16T02:14:47.540" v="1543" actId="1076"/>
          <ac:picMkLst>
            <pc:docMk/>
            <pc:sldMk cId="1783979972" sldId="424"/>
            <ac:picMk id="5" creationId="{B8758786-8EEC-8A78-A6B1-615892392DD1}"/>
          </ac:picMkLst>
        </pc:picChg>
        <pc:picChg chg="add mod topLvl">
          <ac:chgData name="KARTER MAKOTOWINGTIM WONG" userId="87f3421f-7e5f-4328-a49b-3eb6eaf73452" providerId="ADAL" clId="{969FE709-8D9E-4052-A78E-5AF6D9420899}" dt="2025-07-16T02:14:43.804" v="1542" actId="1076"/>
          <ac:picMkLst>
            <pc:docMk/>
            <pc:sldMk cId="1783979972" sldId="424"/>
            <ac:picMk id="11" creationId="{991AF726-09CD-5010-0809-CC2F680F8CCD}"/>
          </ac:picMkLst>
        </pc:picChg>
      </pc:sldChg>
      <pc:sldChg chg="addSp modSp">
        <pc:chgData name="KARTER MAKOTOWINGTIM WONG" userId="87f3421f-7e5f-4328-a49b-3eb6eaf73452" providerId="ADAL" clId="{969FE709-8D9E-4052-A78E-5AF6D9420899}" dt="2025-07-08T02:04:27.775" v="793"/>
        <pc:sldMkLst>
          <pc:docMk/>
          <pc:sldMk cId="3695274642" sldId="425"/>
        </pc:sldMkLst>
      </pc:sldChg>
      <pc:sldChg chg="addSp delSp modSp add del mod">
        <pc:chgData name="KARTER MAKOTOWINGTIM WONG" userId="87f3421f-7e5f-4328-a49b-3eb6eaf73452" providerId="ADAL" clId="{969FE709-8D9E-4052-A78E-5AF6D9420899}" dt="2025-06-17T03:20:06.780" v="185" actId="47"/>
        <pc:sldMkLst>
          <pc:docMk/>
          <pc:sldMk cId="783605369" sldId="426"/>
        </pc:sldMkLst>
      </pc:sldChg>
      <pc:sldChg chg="addSp delSp modSp add mod">
        <pc:chgData name="KARTER MAKOTOWINGTIM WONG" userId="87f3421f-7e5f-4328-a49b-3eb6eaf73452" providerId="ADAL" clId="{969FE709-8D9E-4052-A78E-5AF6D9420899}" dt="2025-06-18T02:34:12.779" v="621" actId="1076"/>
        <pc:sldMkLst>
          <pc:docMk/>
          <pc:sldMk cId="1037795982" sldId="426"/>
        </pc:sldMkLst>
        <pc:spChg chg="mod">
          <ac:chgData name="KARTER MAKOTOWINGTIM WONG" userId="87f3421f-7e5f-4328-a49b-3eb6eaf73452" providerId="ADAL" clId="{969FE709-8D9E-4052-A78E-5AF6D9420899}" dt="2025-06-18T02:34:08.970" v="619"/>
          <ac:spMkLst>
            <pc:docMk/>
            <pc:sldMk cId="1037795982" sldId="426"/>
            <ac:spMk id="5" creationId="{41A7E880-64A2-C50F-909B-BE2479B7C39A}"/>
          </ac:spMkLst>
        </pc:spChg>
        <pc:grpChg chg="add mod">
          <ac:chgData name="KARTER MAKOTOWINGTIM WONG" userId="87f3421f-7e5f-4328-a49b-3eb6eaf73452" providerId="ADAL" clId="{969FE709-8D9E-4052-A78E-5AF6D9420899}" dt="2025-06-18T02:34:12.779" v="621" actId="1076"/>
          <ac:grpSpMkLst>
            <pc:docMk/>
            <pc:sldMk cId="1037795982" sldId="426"/>
            <ac:grpSpMk id="2" creationId="{8865FCCC-C0F3-35A1-98EB-64994AE87954}"/>
          </ac:grpSpMkLst>
        </pc:grpChg>
        <pc:picChg chg="mod">
          <ac:chgData name="KARTER MAKOTOWINGTIM WONG" userId="87f3421f-7e5f-4328-a49b-3eb6eaf73452" providerId="ADAL" clId="{969FE709-8D9E-4052-A78E-5AF6D9420899}" dt="2025-06-18T02:34:08.970" v="619"/>
          <ac:picMkLst>
            <pc:docMk/>
            <pc:sldMk cId="1037795982" sldId="426"/>
            <ac:picMk id="3" creationId="{AAE17D80-FE30-A34E-A110-2EB4C5416F7E}"/>
          </ac:picMkLst>
        </pc:picChg>
      </pc:sldChg>
      <pc:sldChg chg="addSp delSp modSp add mod ord modClrScheme modShow chgLayout modNotesTx">
        <pc:chgData name="KARTER MAKOTOWINGTIM WONG" userId="87f3421f-7e5f-4328-a49b-3eb6eaf73452" providerId="ADAL" clId="{969FE709-8D9E-4052-A78E-5AF6D9420899}" dt="2025-07-16T02:48:40.764" v="3535" actId="33524"/>
        <pc:sldMkLst>
          <pc:docMk/>
          <pc:sldMk cId="489792790" sldId="427"/>
        </pc:sldMkLst>
        <pc:spChg chg="mod ord">
          <ac:chgData name="KARTER MAKOTOWINGTIM WONG" userId="87f3421f-7e5f-4328-a49b-3eb6eaf73452" providerId="ADAL" clId="{969FE709-8D9E-4052-A78E-5AF6D9420899}" dt="2025-07-08T02:04:54.731" v="797" actId="26606"/>
          <ac:spMkLst>
            <pc:docMk/>
            <pc:sldMk cId="489792790" sldId="427"/>
            <ac:spMk id="17412" creationId="{5FFD3DD1-0A04-8B6E-E23D-278834216279}"/>
          </ac:spMkLst>
        </pc:spChg>
        <pc:spChg chg="mod">
          <ac:chgData name="KARTER MAKOTOWINGTIM WONG" userId="87f3421f-7e5f-4328-a49b-3eb6eaf73452" providerId="ADAL" clId="{969FE709-8D9E-4052-A78E-5AF6D9420899}" dt="2025-07-08T02:04:54.731" v="797" actId="26606"/>
          <ac:spMkLst>
            <pc:docMk/>
            <pc:sldMk cId="489792790" sldId="427"/>
            <ac:spMk id="17413" creationId="{BE1F337A-432E-5189-C6A7-693D84664EE0}"/>
          </ac:spMkLst>
        </pc:spChg>
        <pc:graphicFrameChg chg="add mod modGraphic">
          <ac:chgData name="KARTER MAKOTOWINGTIM WONG" userId="87f3421f-7e5f-4328-a49b-3eb6eaf73452" providerId="ADAL" clId="{969FE709-8D9E-4052-A78E-5AF6D9420899}" dt="2025-07-16T01:48:24.587" v="1064" actId="20577"/>
          <ac:graphicFrameMkLst>
            <pc:docMk/>
            <pc:sldMk cId="489792790" sldId="427"/>
            <ac:graphicFrameMk id="8" creationId="{E723A1C3-E234-F251-5E30-7CF2BF3CD6AC}"/>
          </ac:graphicFrameMkLst>
        </pc:graphicFrameChg>
        <pc:graphicFrameChg chg="add mod modGraphic">
          <ac:chgData name="KARTER MAKOTOWINGTIM WONG" userId="87f3421f-7e5f-4328-a49b-3eb6eaf73452" providerId="ADAL" clId="{969FE709-8D9E-4052-A78E-5AF6D9420899}" dt="2025-07-16T02:15:51.624" v="1735" actId="20577"/>
          <ac:graphicFrameMkLst>
            <pc:docMk/>
            <pc:sldMk cId="489792790" sldId="427"/>
            <ac:graphicFrameMk id="11" creationId="{8CCDA124-4973-F49E-317F-AA8F6866530C}"/>
          </ac:graphicFrameMkLst>
        </pc:graphicFrameChg>
      </pc:sldChg>
      <pc:sldChg chg="add del">
        <pc:chgData name="KARTER MAKOTOWINGTIM WONG" userId="87f3421f-7e5f-4328-a49b-3eb6eaf73452" providerId="ADAL" clId="{969FE709-8D9E-4052-A78E-5AF6D9420899}" dt="2025-07-08T02:00:51.183" v="705"/>
        <pc:sldMkLst>
          <pc:docMk/>
          <pc:sldMk cId="813659874" sldId="427"/>
        </pc:sldMkLst>
      </pc:sldChg>
      <pc:sldChg chg="add del">
        <pc:chgData name="KARTER MAKOTOWINGTIM WONG" userId="87f3421f-7e5f-4328-a49b-3eb6eaf73452" providerId="ADAL" clId="{969FE709-8D9E-4052-A78E-5AF6D9420899}" dt="2025-07-08T02:01:04.870" v="708" actId="47"/>
        <pc:sldMkLst>
          <pc:docMk/>
          <pc:sldMk cId="220292106" sldId="428"/>
        </pc:sldMkLst>
      </pc:sldChg>
      <pc:sldChg chg="add del">
        <pc:chgData name="KARTER MAKOTOWINGTIM WONG" userId="87f3421f-7e5f-4328-a49b-3eb6eaf73452" providerId="ADAL" clId="{969FE709-8D9E-4052-A78E-5AF6D9420899}" dt="2025-07-08T02:00:50.791" v="704"/>
        <pc:sldMkLst>
          <pc:docMk/>
          <pc:sldMk cId="4042057429" sldId="42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1E4203-2F25-469A-AD84-93C704A821F9}" type="doc">
      <dgm:prSet loTypeId="urn:microsoft.com/office/officeart/2005/8/layout/process1" loCatId="process" qsTypeId="urn:microsoft.com/office/officeart/2005/8/quickstyle/simple1" qsCatId="simple" csTypeId="urn:microsoft.com/office/officeart/2005/8/colors/accent1_2" csCatId="accent1" phldr="1"/>
      <dgm:spPr/>
    </dgm:pt>
    <dgm:pt modelId="{76F5D61F-F263-4731-A52A-507C3CDB3BD1}">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Point Cloud Formation</a:t>
          </a:r>
        </a:p>
      </dgm:t>
    </dgm:pt>
    <dgm:pt modelId="{41A845F6-1092-4459-A170-D41693D9897A}" type="parTrans" cxnId="{27ADA437-719F-4AEF-A17F-B33937FF4622}">
      <dgm:prSet/>
      <dgm:spPr/>
      <dgm:t>
        <a:bodyPr/>
        <a:lstStyle/>
        <a:p>
          <a:endParaRPr lang="en-US"/>
        </a:p>
      </dgm:t>
    </dgm:pt>
    <dgm:pt modelId="{395F6CBC-9FFF-4ADE-A582-299687868278}" type="sibTrans" cxnId="{27ADA437-719F-4AEF-A17F-B33937FF4622}">
      <dgm:prSet/>
      <dgm:spPr>
        <a:solidFill>
          <a:schemeClr val="accent2"/>
        </a:solidFill>
        <a:ln>
          <a:solidFill>
            <a:schemeClr val="tx1"/>
          </a:solidFill>
        </a:ln>
      </dgm:spPr>
      <dgm:t>
        <a:bodyPr/>
        <a:lstStyle/>
        <a:p>
          <a:endParaRPr lang="en-US"/>
        </a:p>
      </dgm:t>
    </dgm:pt>
    <dgm:pt modelId="{E344FC80-6928-4ACB-B12B-E4A354D77215}">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Tool Path Generation</a:t>
          </a:r>
        </a:p>
      </dgm:t>
    </dgm:pt>
    <dgm:pt modelId="{2DDE8F93-58B3-4A29-8FB0-3B4CE07391DE}" type="parTrans" cxnId="{7D35FE0C-9B5E-47D9-8F1D-51B5C0818C25}">
      <dgm:prSet/>
      <dgm:spPr/>
      <dgm:t>
        <a:bodyPr/>
        <a:lstStyle/>
        <a:p>
          <a:endParaRPr lang="en-US"/>
        </a:p>
      </dgm:t>
    </dgm:pt>
    <dgm:pt modelId="{64840F78-449D-41BA-9202-C61C699FADD2}" type="sibTrans" cxnId="{7D35FE0C-9B5E-47D9-8F1D-51B5C0818C25}">
      <dgm:prSet/>
      <dgm:spPr>
        <a:solidFill>
          <a:schemeClr val="accent2"/>
        </a:solidFill>
        <a:ln>
          <a:solidFill>
            <a:schemeClr val="tx1"/>
          </a:solidFill>
        </a:ln>
      </dgm:spPr>
      <dgm:t>
        <a:bodyPr/>
        <a:lstStyle/>
        <a:p>
          <a:endParaRPr lang="en-US"/>
        </a:p>
      </dgm:t>
    </dgm:pt>
    <dgm:pt modelId="{43B52AA3-6A08-4C37-A58E-FE973F9BCF28}">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G-Code</a:t>
          </a:r>
        </a:p>
      </dgm:t>
    </dgm:pt>
    <dgm:pt modelId="{07FA812C-9A84-47CA-A708-FE5DD758E0D9}" type="parTrans" cxnId="{8BE381D6-D2B5-424C-BD92-61D4DDC17B62}">
      <dgm:prSet/>
      <dgm:spPr/>
      <dgm:t>
        <a:bodyPr/>
        <a:lstStyle/>
        <a:p>
          <a:endParaRPr lang="en-US"/>
        </a:p>
      </dgm:t>
    </dgm:pt>
    <dgm:pt modelId="{1FF50BB0-F61B-4A08-9236-B6655BE89BFD}" type="sibTrans" cxnId="{8BE381D6-D2B5-424C-BD92-61D4DDC17B62}">
      <dgm:prSet/>
      <dgm:spPr/>
      <dgm:t>
        <a:bodyPr/>
        <a:lstStyle/>
        <a:p>
          <a:endParaRPr lang="en-US"/>
        </a:p>
      </dgm:t>
    </dgm:pt>
    <dgm:pt modelId="{C0F6CAE2-9BB3-44E9-ABDE-374D8458DF07}">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STL Data</a:t>
          </a:r>
        </a:p>
      </dgm:t>
    </dgm:pt>
    <dgm:pt modelId="{DC177591-FB84-4B6A-9BCD-26CCD59DD472}" type="parTrans" cxnId="{85DD3BCA-80F2-45C8-86FD-2E98B517AD5B}">
      <dgm:prSet/>
      <dgm:spPr/>
      <dgm:t>
        <a:bodyPr/>
        <a:lstStyle/>
        <a:p>
          <a:endParaRPr lang="en-US"/>
        </a:p>
      </dgm:t>
    </dgm:pt>
    <dgm:pt modelId="{F58268AD-A0A5-48AE-83C0-5DE3D09DC33D}" type="sibTrans" cxnId="{85DD3BCA-80F2-45C8-86FD-2E98B517AD5B}">
      <dgm:prSet/>
      <dgm:spPr>
        <a:solidFill>
          <a:schemeClr val="accent2"/>
        </a:solidFill>
        <a:ln>
          <a:solidFill>
            <a:schemeClr val="tx1"/>
          </a:solidFill>
        </a:ln>
      </dgm:spPr>
      <dgm:t>
        <a:bodyPr/>
        <a:lstStyle/>
        <a:p>
          <a:endParaRPr lang="en-US"/>
        </a:p>
      </dgm:t>
    </dgm:pt>
    <dgm:pt modelId="{A5D737FA-0BDC-4528-BEDF-659F34732174}" type="pres">
      <dgm:prSet presAssocID="{DC1E4203-2F25-469A-AD84-93C704A821F9}" presName="Name0" presStyleCnt="0">
        <dgm:presLayoutVars>
          <dgm:dir/>
          <dgm:resizeHandles val="exact"/>
        </dgm:presLayoutVars>
      </dgm:prSet>
      <dgm:spPr/>
    </dgm:pt>
    <dgm:pt modelId="{AEA939FB-9639-455E-8AAA-68ADDF7B3028}" type="pres">
      <dgm:prSet presAssocID="{C0F6CAE2-9BB3-44E9-ABDE-374D8458DF07}" presName="node" presStyleLbl="node1" presStyleIdx="0" presStyleCnt="4">
        <dgm:presLayoutVars>
          <dgm:bulletEnabled val="1"/>
        </dgm:presLayoutVars>
      </dgm:prSet>
      <dgm:spPr/>
    </dgm:pt>
    <dgm:pt modelId="{796AB7A5-ACB5-4EC2-8C9A-07AE062A5B88}" type="pres">
      <dgm:prSet presAssocID="{F58268AD-A0A5-48AE-83C0-5DE3D09DC33D}" presName="sibTrans" presStyleLbl="sibTrans2D1" presStyleIdx="0" presStyleCnt="3"/>
      <dgm:spPr/>
    </dgm:pt>
    <dgm:pt modelId="{A821EC0C-94BC-4100-905B-335D2F96250B}" type="pres">
      <dgm:prSet presAssocID="{F58268AD-A0A5-48AE-83C0-5DE3D09DC33D}" presName="connectorText" presStyleLbl="sibTrans2D1" presStyleIdx="0" presStyleCnt="3"/>
      <dgm:spPr/>
    </dgm:pt>
    <dgm:pt modelId="{118C2573-48C0-4E40-9429-761A7853F569}" type="pres">
      <dgm:prSet presAssocID="{76F5D61F-F263-4731-A52A-507C3CDB3BD1}" presName="node" presStyleLbl="node1" presStyleIdx="1" presStyleCnt="4">
        <dgm:presLayoutVars>
          <dgm:bulletEnabled val="1"/>
        </dgm:presLayoutVars>
      </dgm:prSet>
      <dgm:spPr/>
    </dgm:pt>
    <dgm:pt modelId="{CCAD73D1-3F3B-44B5-92FD-FB5C8CC699EE}" type="pres">
      <dgm:prSet presAssocID="{395F6CBC-9FFF-4ADE-A582-299687868278}" presName="sibTrans" presStyleLbl="sibTrans2D1" presStyleIdx="1" presStyleCnt="3"/>
      <dgm:spPr/>
    </dgm:pt>
    <dgm:pt modelId="{5EA6E0CE-E23D-425E-8B81-055056CC4144}" type="pres">
      <dgm:prSet presAssocID="{395F6CBC-9FFF-4ADE-A582-299687868278}" presName="connectorText" presStyleLbl="sibTrans2D1" presStyleIdx="1" presStyleCnt="3"/>
      <dgm:spPr/>
    </dgm:pt>
    <dgm:pt modelId="{12BDA978-51CD-4342-B3DB-50EEA6F20091}" type="pres">
      <dgm:prSet presAssocID="{E344FC80-6928-4ACB-B12B-E4A354D77215}" presName="node" presStyleLbl="node1" presStyleIdx="2" presStyleCnt="4">
        <dgm:presLayoutVars>
          <dgm:bulletEnabled val="1"/>
        </dgm:presLayoutVars>
      </dgm:prSet>
      <dgm:spPr/>
    </dgm:pt>
    <dgm:pt modelId="{39E365C3-EF61-48EB-9CAF-3106C0728B0C}" type="pres">
      <dgm:prSet presAssocID="{64840F78-449D-41BA-9202-C61C699FADD2}" presName="sibTrans" presStyleLbl="sibTrans2D1" presStyleIdx="2" presStyleCnt="3"/>
      <dgm:spPr/>
    </dgm:pt>
    <dgm:pt modelId="{859E1427-152B-408A-8295-9B7C24F3BF92}" type="pres">
      <dgm:prSet presAssocID="{64840F78-449D-41BA-9202-C61C699FADD2}" presName="connectorText" presStyleLbl="sibTrans2D1" presStyleIdx="2" presStyleCnt="3"/>
      <dgm:spPr/>
    </dgm:pt>
    <dgm:pt modelId="{9523F211-D72D-4F46-AE18-24C03FBBB474}" type="pres">
      <dgm:prSet presAssocID="{43B52AA3-6A08-4C37-A58E-FE973F9BCF28}" presName="node" presStyleLbl="node1" presStyleIdx="3" presStyleCnt="4">
        <dgm:presLayoutVars>
          <dgm:bulletEnabled val="1"/>
        </dgm:presLayoutVars>
      </dgm:prSet>
      <dgm:spPr/>
    </dgm:pt>
  </dgm:ptLst>
  <dgm:cxnLst>
    <dgm:cxn modelId="{5E565706-BE83-4F79-B9CD-54BC2878C58A}" type="presOf" srcId="{43B52AA3-6A08-4C37-A58E-FE973F9BCF28}" destId="{9523F211-D72D-4F46-AE18-24C03FBBB474}" srcOrd="0" destOrd="0" presId="urn:microsoft.com/office/officeart/2005/8/layout/process1"/>
    <dgm:cxn modelId="{296B670A-1984-413C-892E-8F01B187FF97}" type="presOf" srcId="{395F6CBC-9FFF-4ADE-A582-299687868278}" destId="{5EA6E0CE-E23D-425E-8B81-055056CC4144}" srcOrd="1" destOrd="0" presId="urn:microsoft.com/office/officeart/2005/8/layout/process1"/>
    <dgm:cxn modelId="{7D35FE0C-9B5E-47D9-8F1D-51B5C0818C25}" srcId="{DC1E4203-2F25-469A-AD84-93C704A821F9}" destId="{E344FC80-6928-4ACB-B12B-E4A354D77215}" srcOrd="2" destOrd="0" parTransId="{2DDE8F93-58B3-4A29-8FB0-3B4CE07391DE}" sibTransId="{64840F78-449D-41BA-9202-C61C699FADD2}"/>
    <dgm:cxn modelId="{5B2A9814-FB31-4C1D-821B-7B170CEE0B84}" type="presOf" srcId="{64840F78-449D-41BA-9202-C61C699FADD2}" destId="{39E365C3-EF61-48EB-9CAF-3106C0728B0C}" srcOrd="0" destOrd="0" presId="urn:microsoft.com/office/officeart/2005/8/layout/process1"/>
    <dgm:cxn modelId="{27ADA437-719F-4AEF-A17F-B33937FF4622}" srcId="{DC1E4203-2F25-469A-AD84-93C704A821F9}" destId="{76F5D61F-F263-4731-A52A-507C3CDB3BD1}" srcOrd="1" destOrd="0" parTransId="{41A845F6-1092-4459-A170-D41693D9897A}" sibTransId="{395F6CBC-9FFF-4ADE-A582-299687868278}"/>
    <dgm:cxn modelId="{70721438-E821-4AF5-BA71-66DFA794F9D5}" type="presOf" srcId="{C0F6CAE2-9BB3-44E9-ABDE-374D8458DF07}" destId="{AEA939FB-9639-455E-8AAA-68ADDF7B3028}" srcOrd="0" destOrd="0" presId="urn:microsoft.com/office/officeart/2005/8/layout/process1"/>
    <dgm:cxn modelId="{955DFB69-B817-40CB-8660-D4956D14819F}" type="presOf" srcId="{E344FC80-6928-4ACB-B12B-E4A354D77215}" destId="{12BDA978-51CD-4342-B3DB-50EEA6F20091}" srcOrd="0" destOrd="0" presId="urn:microsoft.com/office/officeart/2005/8/layout/process1"/>
    <dgm:cxn modelId="{F61B6B6B-D875-4097-8067-6EF6498997A4}" type="presOf" srcId="{76F5D61F-F263-4731-A52A-507C3CDB3BD1}" destId="{118C2573-48C0-4E40-9429-761A7853F569}" srcOrd="0" destOrd="0" presId="urn:microsoft.com/office/officeart/2005/8/layout/process1"/>
    <dgm:cxn modelId="{4BCDB86B-B2A6-43A6-9571-1336BFD2C0AC}" type="presOf" srcId="{F58268AD-A0A5-48AE-83C0-5DE3D09DC33D}" destId="{796AB7A5-ACB5-4EC2-8C9A-07AE062A5B88}" srcOrd="0" destOrd="0" presId="urn:microsoft.com/office/officeart/2005/8/layout/process1"/>
    <dgm:cxn modelId="{DE378250-D117-468D-A7BE-A61BE7743098}" type="presOf" srcId="{395F6CBC-9FFF-4ADE-A582-299687868278}" destId="{CCAD73D1-3F3B-44B5-92FD-FB5C8CC699EE}" srcOrd="0" destOrd="0" presId="urn:microsoft.com/office/officeart/2005/8/layout/process1"/>
    <dgm:cxn modelId="{2FCC1F7A-DA84-49A8-BC78-8158868D8B37}" type="presOf" srcId="{F58268AD-A0A5-48AE-83C0-5DE3D09DC33D}" destId="{A821EC0C-94BC-4100-905B-335D2F96250B}" srcOrd="1" destOrd="0" presId="urn:microsoft.com/office/officeart/2005/8/layout/process1"/>
    <dgm:cxn modelId="{D1F64193-6CF4-4FAF-8F09-91F6293D2BE5}" type="presOf" srcId="{64840F78-449D-41BA-9202-C61C699FADD2}" destId="{859E1427-152B-408A-8295-9B7C24F3BF92}" srcOrd="1" destOrd="0" presId="urn:microsoft.com/office/officeart/2005/8/layout/process1"/>
    <dgm:cxn modelId="{85DD3BCA-80F2-45C8-86FD-2E98B517AD5B}" srcId="{DC1E4203-2F25-469A-AD84-93C704A821F9}" destId="{C0F6CAE2-9BB3-44E9-ABDE-374D8458DF07}" srcOrd="0" destOrd="0" parTransId="{DC177591-FB84-4B6A-9BCD-26CCD59DD472}" sibTransId="{F58268AD-A0A5-48AE-83C0-5DE3D09DC33D}"/>
    <dgm:cxn modelId="{A1613FD4-A123-4C02-836B-B771AD9FC355}" type="presOf" srcId="{DC1E4203-2F25-469A-AD84-93C704A821F9}" destId="{A5D737FA-0BDC-4528-BEDF-659F34732174}" srcOrd="0" destOrd="0" presId="urn:microsoft.com/office/officeart/2005/8/layout/process1"/>
    <dgm:cxn modelId="{8BE381D6-D2B5-424C-BD92-61D4DDC17B62}" srcId="{DC1E4203-2F25-469A-AD84-93C704A821F9}" destId="{43B52AA3-6A08-4C37-A58E-FE973F9BCF28}" srcOrd="3" destOrd="0" parTransId="{07FA812C-9A84-47CA-A708-FE5DD758E0D9}" sibTransId="{1FF50BB0-F61B-4A08-9236-B6655BE89BFD}"/>
    <dgm:cxn modelId="{71277180-1138-4769-8B03-6C0F163D3184}" type="presParOf" srcId="{A5D737FA-0BDC-4528-BEDF-659F34732174}" destId="{AEA939FB-9639-455E-8AAA-68ADDF7B3028}" srcOrd="0" destOrd="0" presId="urn:microsoft.com/office/officeart/2005/8/layout/process1"/>
    <dgm:cxn modelId="{9529889B-5961-47CE-93F8-2F97BB4024B2}" type="presParOf" srcId="{A5D737FA-0BDC-4528-BEDF-659F34732174}" destId="{796AB7A5-ACB5-4EC2-8C9A-07AE062A5B88}" srcOrd="1" destOrd="0" presId="urn:microsoft.com/office/officeart/2005/8/layout/process1"/>
    <dgm:cxn modelId="{3CDCE3E8-EA4F-459B-BF5F-E1E535BDD8FF}" type="presParOf" srcId="{796AB7A5-ACB5-4EC2-8C9A-07AE062A5B88}" destId="{A821EC0C-94BC-4100-905B-335D2F96250B}" srcOrd="0" destOrd="0" presId="urn:microsoft.com/office/officeart/2005/8/layout/process1"/>
    <dgm:cxn modelId="{0D24E0B3-861A-4DF9-A313-BB0E80F613DD}" type="presParOf" srcId="{A5D737FA-0BDC-4528-BEDF-659F34732174}" destId="{118C2573-48C0-4E40-9429-761A7853F569}" srcOrd="2" destOrd="0" presId="urn:microsoft.com/office/officeart/2005/8/layout/process1"/>
    <dgm:cxn modelId="{C223C45B-0F50-4086-AAE8-64DA7D0FE54C}" type="presParOf" srcId="{A5D737FA-0BDC-4528-BEDF-659F34732174}" destId="{CCAD73D1-3F3B-44B5-92FD-FB5C8CC699EE}" srcOrd="3" destOrd="0" presId="urn:microsoft.com/office/officeart/2005/8/layout/process1"/>
    <dgm:cxn modelId="{5FEF117A-8534-4FA2-A2DA-A7B497264A99}" type="presParOf" srcId="{CCAD73D1-3F3B-44B5-92FD-FB5C8CC699EE}" destId="{5EA6E0CE-E23D-425E-8B81-055056CC4144}" srcOrd="0" destOrd="0" presId="urn:microsoft.com/office/officeart/2005/8/layout/process1"/>
    <dgm:cxn modelId="{803FEB64-2624-4E8B-A754-9168926B5D2E}" type="presParOf" srcId="{A5D737FA-0BDC-4528-BEDF-659F34732174}" destId="{12BDA978-51CD-4342-B3DB-50EEA6F20091}" srcOrd="4" destOrd="0" presId="urn:microsoft.com/office/officeart/2005/8/layout/process1"/>
    <dgm:cxn modelId="{806D633B-6B8D-4AD8-88C2-85BC4156AFC0}" type="presParOf" srcId="{A5D737FA-0BDC-4528-BEDF-659F34732174}" destId="{39E365C3-EF61-48EB-9CAF-3106C0728B0C}" srcOrd="5" destOrd="0" presId="urn:microsoft.com/office/officeart/2005/8/layout/process1"/>
    <dgm:cxn modelId="{F82A9216-B302-4CF5-AF08-F39E6E7D905E}" type="presParOf" srcId="{39E365C3-EF61-48EB-9CAF-3106C0728B0C}" destId="{859E1427-152B-408A-8295-9B7C24F3BF92}" srcOrd="0" destOrd="0" presId="urn:microsoft.com/office/officeart/2005/8/layout/process1"/>
    <dgm:cxn modelId="{92D33B18-CE5B-45DD-80C6-702DD719A639}" type="presParOf" srcId="{A5D737FA-0BDC-4528-BEDF-659F34732174}" destId="{9523F211-D72D-4F46-AE18-24C03FBBB474}"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C1E4203-2F25-469A-AD84-93C704A821F9}" type="doc">
      <dgm:prSet loTypeId="urn:microsoft.com/office/officeart/2005/8/layout/bProcess3" loCatId="process" qsTypeId="urn:microsoft.com/office/officeart/2005/8/quickstyle/simple1" qsCatId="simple" csTypeId="urn:microsoft.com/office/officeart/2005/8/colors/accent2_1" csCatId="accent2" phldr="1"/>
      <dgm:spPr/>
    </dgm:pt>
    <dgm:pt modelId="{76F5D61F-F263-4731-A52A-507C3CDB3BD1}">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Point Cloud Formation</a:t>
          </a:r>
        </a:p>
      </dgm:t>
    </dgm:pt>
    <dgm:pt modelId="{41A845F6-1092-4459-A170-D41693D9897A}" type="parTrans" cxnId="{27ADA437-719F-4AEF-A17F-B33937FF4622}">
      <dgm:prSet/>
      <dgm:spPr/>
      <dgm:t>
        <a:bodyPr/>
        <a:lstStyle/>
        <a:p>
          <a:endParaRPr lang="en-US"/>
        </a:p>
      </dgm:t>
    </dgm:pt>
    <dgm:pt modelId="{395F6CBC-9FFF-4ADE-A582-299687868278}" type="sibTrans" cxnId="{27ADA437-719F-4AEF-A17F-B33937FF4622}">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E344FC80-6928-4ACB-B12B-E4A354D77215}">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Updated Tool Path Generation</a:t>
          </a:r>
        </a:p>
      </dgm:t>
    </dgm:pt>
    <dgm:pt modelId="{2DDE8F93-58B3-4A29-8FB0-3B4CE07391DE}" type="parTrans" cxnId="{7D35FE0C-9B5E-47D9-8F1D-51B5C0818C25}">
      <dgm:prSet/>
      <dgm:spPr/>
      <dgm:t>
        <a:bodyPr/>
        <a:lstStyle/>
        <a:p>
          <a:endParaRPr lang="en-US"/>
        </a:p>
      </dgm:t>
    </dgm:pt>
    <dgm:pt modelId="{64840F78-449D-41BA-9202-C61C699FADD2}" type="sibTrans" cxnId="{7D35FE0C-9B5E-47D9-8F1D-51B5C0818C25}">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43B52AA3-6A08-4C37-A58E-FE973F9BCF28}">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G-Code</a:t>
          </a:r>
        </a:p>
      </dgm:t>
    </dgm:pt>
    <dgm:pt modelId="{07FA812C-9A84-47CA-A708-FE5DD758E0D9}" type="parTrans" cxnId="{8BE381D6-D2B5-424C-BD92-61D4DDC17B62}">
      <dgm:prSet/>
      <dgm:spPr/>
      <dgm:t>
        <a:bodyPr/>
        <a:lstStyle/>
        <a:p>
          <a:endParaRPr lang="en-US"/>
        </a:p>
      </dgm:t>
    </dgm:pt>
    <dgm:pt modelId="{1FF50BB0-F61B-4A08-9236-B6655BE89BFD}" type="sibTrans" cxnId="{8BE381D6-D2B5-424C-BD92-61D4DDC17B62}">
      <dgm:prSet/>
      <dgm:spPr/>
      <dgm:t>
        <a:bodyPr/>
        <a:lstStyle/>
        <a:p>
          <a:endParaRPr lang="en-US"/>
        </a:p>
      </dgm:t>
    </dgm:pt>
    <dgm:pt modelId="{C0F6CAE2-9BB3-44E9-ABDE-374D8458DF07}">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STL Data</a:t>
          </a:r>
        </a:p>
      </dgm:t>
    </dgm:pt>
    <dgm:pt modelId="{DC177591-FB84-4B6A-9BCD-26CCD59DD472}" type="parTrans" cxnId="{85DD3BCA-80F2-45C8-86FD-2E98B517AD5B}">
      <dgm:prSet/>
      <dgm:spPr/>
      <dgm:t>
        <a:bodyPr/>
        <a:lstStyle/>
        <a:p>
          <a:endParaRPr lang="en-US"/>
        </a:p>
      </dgm:t>
    </dgm:pt>
    <dgm:pt modelId="{F58268AD-A0A5-48AE-83C0-5DE3D09DC33D}" type="sibTrans" cxnId="{85DD3BCA-80F2-45C8-86FD-2E98B517AD5B}">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A04EF15B-8FA6-47B6-BC13-C870FFE28E64}">
      <dgm:prSet phldrT="[Text]">
        <dgm:style>
          <a:lnRef idx="1">
            <a:schemeClr val="accent6"/>
          </a:lnRef>
          <a:fillRef idx="3">
            <a:schemeClr val="accent6"/>
          </a:fillRef>
          <a:effectRef idx="2">
            <a:schemeClr val="accent6"/>
          </a:effectRef>
          <a:fontRef idx="minor">
            <a:schemeClr val="lt1"/>
          </a:fontRef>
        </dgm:style>
      </dgm:prSet>
      <dgm:spPr/>
      <dgm:t>
        <a:bodyPr/>
        <a:lstStyle/>
        <a:p>
          <a:r>
            <a:rPr lang="en-US">
              <a:solidFill>
                <a:schemeClr val="bg1"/>
              </a:solidFill>
              <a:latin typeface="+mj-lt"/>
            </a:rPr>
            <a:t>Toolpath Adjustments</a:t>
          </a:r>
          <a:endParaRPr lang="en-US" dirty="0">
            <a:solidFill>
              <a:schemeClr val="bg1"/>
            </a:solidFill>
            <a:latin typeface="+mj-lt"/>
          </a:endParaRPr>
        </a:p>
      </dgm:t>
    </dgm:pt>
    <dgm:pt modelId="{C7205564-3215-471E-83BB-3D76420CCA68}" type="parTrans" cxnId="{A88D7852-5895-447B-9F1F-75602DDD0307}">
      <dgm:prSet/>
      <dgm:spPr/>
      <dgm:t>
        <a:bodyPr/>
        <a:lstStyle/>
        <a:p>
          <a:endParaRPr lang="en-US"/>
        </a:p>
      </dgm:t>
    </dgm:pt>
    <dgm:pt modelId="{2F3F46A0-E4F2-46A2-86F8-168D245A6AD6}" type="sibTrans" cxnId="{A88D7852-5895-447B-9F1F-75602DDD0307}">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420686FC-619D-4312-A37C-137211D4D0A3}">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Points Sorting</a:t>
          </a:r>
        </a:p>
      </dgm:t>
    </dgm:pt>
    <dgm:pt modelId="{0F301568-5089-496E-AC79-264F3FF66B5F}" type="sibTrans" cxnId="{2A4F58AD-67B6-4A16-BDAA-BE50E98470CA}">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52144F16-5B1C-45F6-BB41-C459233D4460}" type="parTrans" cxnId="{2A4F58AD-67B6-4A16-BDAA-BE50E98470CA}">
      <dgm:prSet/>
      <dgm:spPr/>
      <dgm:t>
        <a:bodyPr/>
        <a:lstStyle/>
        <a:p>
          <a:endParaRPr lang="en-US"/>
        </a:p>
      </dgm:t>
    </dgm:pt>
    <dgm:pt modelId="{D14ED6C3-B1F3-42BA-9540-9BB2890E21E2}" type="pres">
      <dgm:prSet presAssocID="{DC1E4203-2F25-469A-AD84-93C704A821F9}" presName="Name0" presStyleCnt="0">
        <dgm:presLayoutVars>
          <dgm:dir/>
          <dgm:resizeHandles val="exact"/>
        </dgm:presLayoutVars>
      </dgm:prSet>
      <dgm:spPr/>
    </dgm:pt>
    <dgm:pt modelId="{FC8B91F7-21AA-404E-A706-B9B45F912C7F}" type="pres">
      <dgm:prSet presAssocID="{C0F6CAE2-9BB3-44E9-ABDE-374D8458DF07}" presName="node" presStyleLbl="node1" presStyleIdx="0" presStyleCnt="6">
        <dgm:presLayoutVars>
          <dgm:bulletEnabled val="1"/>
        </dgm:presLayoutVars>
      </dgm:prSet>
      <dgm:spPr/>
    </dgm:pt>
    <dgm:pt modelId="{D3A29717-5BE2-414A-92D1-7D92C9C1C72A}" type="pres">
      <dgm:prSet presAssocID="{F58268AD-A0A5-48AE-83C0-5DE3D09DC33D}" presName="sibTrans" presStyleLbl="sibTrans1D1" presStyleIdx="0" presStyleCnt="5"/>
      <dgm:spPr/>
    </dgm:pt>
    <dgm:pt modelId="{CCEA22BB-6BDD-480A-965B-F8AE9C4428B0}" type="pres">
      <dgm:prSet presAssocID="{F58268AD-A0A5-48AE-83C0-5DE3D09DC33D}" presName="connectorText" presStyleLbl="sibTrans1D1" presStyleIdx="0" presStyleCnt="5"/>
      <dgm:spPr/>
    </dgm:pt>
    <dgm:pt modelId="{87F619F6-A398-4757-AA1E-3E7E7ACE1340}" type="pres">
      <dgm:prSet presAssocID="{76F5D61F-F263-4731-A52A-507C3CDB3BD1}" presName="node" presStyleLbl="node1" presStyleIdx="1" presStyleCnt="6">
        <dgm:presLayoutVars>
          <dgm:bulletEnabled val="1"/>
        </dgm:presLayoutVars>
      </dgm:prSet>
      <dgm:spPr/>
    </dgm:pt>
    <dgm:pt modelId="{240D5DE1-3BA7-4122-8F0F-88FDF6CF2EE7}" type="pres">
      <dgm:prSet presAssocID="{395F6CBC-9FFF-4ADE-A582-299687868278}" presName="sibTrans" presStyleLbl="sibTrans1D1" presStyleIdx="1" presStyleCnt="5"/>
      <dgm:spPr/>
    </dgm:pt>
    <dgm:pt modelId="{504DB3C1-E57D-4B0F-BD01-6F9B8ACCF69B}" type="pres">
      <dgm:prSet presAssocID="{395F6CBC-9FFF-4ADE-A582-299687868278}" presName="connectorText" presStyleLbl="sibTrans1D1" presStyleIdx="1" presStyleCnt="5"/>
      <dgm:spPr/>
    </dgm:pt>
    <dgm:pt modelId="{258D6E65-DECE-422C-BDAA-8FFCF7776186}" type="pres">
      <dgm:prSet presAssocID="{420686FC-619D-4312-A37C-137211D4D0A3}" presName="node" presStyleLbl="node1" presStyleIdx="2" presStyleCnt="6">
        <dgm:presLayoutVars>
          <dgm:bulletEnabled val="1"/>
        </dgm:presLayoutVars>
      </dgm:prSet>
      <dgm:spPr/>
    </dgm:pt>
    <dgm:pt modelId="{BA6441FB-B331-42C0-9406-F5895833BE2D}" type="pres">
      <dgm:prSet presAssocID="{0F301568-5089-496E-AC79-264F3FF66B5F}" presName="sibTrans" presStyleLbl="sibTrans1D1" presStyleIdx="2" presStyleCnt="5"/>
      <dgm:spPr/>
    </dgm:pt>
    <dgm:pt modelId="{5413A638-1851-4459-B27C-BA4E944D3F0E}" type="pres">
      <dgm:prSet presAssocID="{0F301568-5089-496E-AC79-264F3FF66B5F}" presName="connectorText" presStyleLbl="sibTrans1D1" presStyleIdx="2" presStyleCnt="5"/>
      <dgm:spPr/>
    </dgm:pt>
    <dgm:pt modelId="{015ABD11-69A7-480E-9D14-6C127921B2F9}" type="pres">
      <dgm:prSet presAssocID="{E344FC80-6928-4ACB-B12B-E4A354D77215}" presName="node" presStyleLbl="node1" presStyleIdx="3" presStyleCnt="6">
        <dgm:presLayoutVars>
          <dgm:bulletEnabled val="1"/>
        </dgm:presLayoutVars>
      </dgm:prSet>
      <dgm:spPr/>
    </dgm:pt>
    <dgm:pt modelId="{A806F96A-F015-4ACA-9C66-270A6B217FC9}" type="pres">
      <dgm:prSet presAssocID="{64840F78-449D-41BA-9202-C61C699FADD2}" presName="sibTrans" presStyleLbl="sibTrans1D1" presStyleIdx="3" presStyleCnt="5"/>
      <dgm:spPr/>
    </dgm:pt>
    <dgm:pt modelId="{5299D12B-0457-4AE7-AA56-7BCA5CD98BE6}" type="pres">
      <dgm:prSet presAssocID="{64840F78-449D-41BA-9202-C61C699FADD2}" presName="connectorText" presStyleLbl="sibTrans1D1" presStyleIdx="3" presStyleCnt="5"/>
      <dgm:spPr/>
    </dgm:pt>
    <dgm:pt modelId="{7EF91780-ADB5-4FD8-9ED0-08B33006DB52}" type="pres">
      <dgm:prSet presAssocID="{A04EF15B-8FA6-47B6-BC13-C870FFE28E64}" presName="node" presStyleLbl="node1" presStyleIdx="4" presStyleCnt="6">
        <dgm:presLayoutVars>
          <dgm:bulletEnabled val="1"/>
        </dgm:presLayoutVars>
      </dgm:prSet>
      <dgm:spPr/>
    </dgm:pt>
    <dgm:pt modelId="{08A99B7C-1437-489A-9E5B-C784024BC799}" type="pres">
      <dgm:prSet presAssocID="{2F3F46A0-E4F2-46A2-86F8-168D245A6AD6}" presName="sibTrans" presStyleLbl="sibTrans1D1" presStyleIdx="4" presStyleCnt="5"/>
      <dgm:spPr/>
    </dgm:pt>
    <dgm:pt modelId="{CBB0F0EC-703F-4129-864E-D6AC1BD5D7BC}" type="pres">
      <dgm:prSet presAssocID="{2F3F46A0-E4F2-46A2-86F8-168D245A6AD6}" presName="connectorText" presStyleLbl="sibTrans1D1" presStyleIdx="4" presStyleCnt="5"/>
      <dgm:spPr/>
    </dgm:pt>
    <dgm:pt modelId="{D069652B-242C-495E-BACA-68EF43498BC5}" type="pres">
      <dgm:prSet presAssocID="{43B52AA3-6A08-4C37-A58E-FE973F9BCF28}" presName="node" presStyleLbl="node1" presStyleIdx="5" presStyleCnt="6">
        <dgm:presLayoutVars>
          <dgm:bulletEnabled val="1"/>
        </dgm:presLayoutVars>
      </dgm:prSet>
      <dgm:spPr/>
    </dgm:pt>
  </dgm:ptLst>
  <dgm:cxnLst>
    <dgm:cxn modelId="{E775E804-4C50-4010-8208-0EE68A40EAAE}" type="presOf" srcId="{0F301568-5089-496E-AC79-264F3FF66B5F}" destId="{BA6441FB-B331-42C0-9406-F5895833BE2D}" srcOrd="0" destOrd="0" presId="urn:microsoft.com/office/officeart/2005/8/layout/bProcess3"/>
    <dgm:cxn modelId="{D1B96907-438F-4D0A-9DC5-0B2576B49ADC}" type="presOf" srcId="{0F301568-5089-496E-AC79-264F3FF66B5F}" destId="{5413A638-1851-4459-B27C-BA4E944D3F0E}" srcOrd="1" destOrd="0" presId="urn:microsoft.com/office/officeart/2005/8/layout/bProcess3"/>
    <dgm:cxn modelId="{7D35FE0C-9B5E-47D9-8F1D-51B5C0818C25}" srcId="{DC1E4203-2F25-469A-AD84-93C704A821F9}" destId="{E344FC80-6928-4ACB-B12B-E4A354D77215}" srcOrd="3" destOrd="0" parTransId="{2DDE8F93-58B3-4A29-8FB0-3B4CE07391DE}" sibTransId="{64840F78-449D-41BA-9202-C61C699FADD2}"/>
    <dgm:cxn modelId="{DD009F18-A768-4307-ABFD-0F3D399CBABC}" type="presOf" srcId="{2F3F46A0-E4F2-46A2-86F8-168D245A6AD6}" destId="{08A99B7C-1437-489A-9E5B-C784024BC799}" srcOrd="0" destOrd="0" presId="urn:microsoft.com/office/officeart/2005/8/layout/bProcess3"/>
    <dgm:cxn modelId="{7F8D752D-3639-4E0A-BDC8-85205050218D}" type="presOf" srcId="{C0F6CAE2-9BB3-44E9-ABDE-374D8458DF07}" destId="{FC8B91F7-21AA-404E-A706-B9B45F912C7F}" srcOrd="0" destOrd="0" presId="urn:microsoft.com/office/officeart/2005/8/layout/bProcess3"/>
    <dgm:cxn modelId="{A093092E-EA30-4A0C-850E-96325E04F83B}" type="presOf" srcId="{A04EF15B-8FA6-47B6-BC13-C870FFE28E64}" destId="{7EF91780-ADB5-4FD8-9ED0-08B33006DB52}" srcOrd="0" destOrd="0" presId="urn:microsoft.com/office/officeart/2005/8/layout/bProcess3"/>
    <dgm:cxn modelId="{88E15D32-B644-4D0B-A5AA-8179891B805B}" type="presOf" srcId="{43B52AA3-6A08-4C37-A58E-FE973F9BCF28}" destId="{D069652B-242C-495E-BACA-68EF43498BC5}" srcOrd="0" destOrd="0" presId="urn:microsoft.com/office/officeart/2005/8/layout/bProcess3"/>
    <dgm:cxn modelId="{91D59135-937B-4BF0-9524-CEA061A1373E}" type="presOf" srcId="{420686FC-619D-4312-A37C-137211D4D0A3}" destId="{258D6E65-DECE-422C-BDAA-8FFCF7776186}" srcOrd="0" destOrd="0" presId="urn:microsoft.com/office/officeart/2005/8/layout/bProcess3"/>
    <dgm:cxn modelId="{27ADA437-719F-4AEF-A17F-B33937FF4622}" srcId="{DC1E4203-2F25-469A-AD84-93C704A821F9}" destId="{76F5D61F-F263-4731-A52A-507C3CDB3BD1}" srcOrd="1" destOrd="0" parTransId="{41A845F6-1092-4459-A170-D41693D9897A}" sibTransId="{395F6CBC-9FFF-4ADE-A582-299687868278}"/>
    <dgm:cxn modelId="{8801F66F-3C54-4934-8FD9-77783BC2DBA2}" type="presOf" srcId="{F58268AD-A0A5-48AE-83C0-5DE3D09DC33D}" destId="{CCEA22BB-6BDD-480A-965B-F8AE9C4428B0}" srcOrd="1" destOrd="0" presId="urn:microsoft.com/office/officeart/2005/8/layout/bProcess3"/>
    <dgm:cxn modelId="{A88D7852-5895-447B-9F1F-75602DDD0307}" srcId="{DC1E4203-2F25-469A-AD84-93C704A821F9}" destId="{A04EF15B-8FA6-47B6-BC13-C870FFE28E64}" srcOrd="4" destOrd="0" parTransId="{C7205564-3215-471E-83BB-3D76420CCA68}" sibTransId="{2F3F46A0-E4F2-46A2-86F8-168D245A6AD6}"/>
    <dgm:cxn modelId="{0C026E85-3A96-4489-AB2D-E75DEF472D4D}" type="presOf" srcId="{F58268AD-A0A5-48AE-83C0-5DE3D09DC33D}" destId="{D3A29717-5BE2-414A-92D1-7D92C9C1C72A}" srcOrd="0" destOrd="0" presId="urn:microsoft.com/office/officeart/2005/8/layout/bProcess3"/>
    <dgm:cxn modelId="{33F15286-0D71-4F70-8358-DAF0B1081FAD}" type="presOf" srcId="{395F6CBC-9FFF-4ADE-A582-299687868278}" destId="{240D5DE1-3BA7-4122-8F0F-88FDF6CF2EE7}" srcOrd="0" destOrd="0" presId="urn:microsoft.com/office/officeart/2005/8/layout/bProcess3"/>
    <dgm:cxn modelId="{E6BEBD8C-523E-4E21-B697-39BDA057BA7C}" type="presOf" srcId="{E344FC80-6928-4ACB-B12B-E4A354D77215}" destId="{015ABD11-69A7-480E-9D14-6C127921B2F9}" srcOrd="0" destOrd="0" presId="urn:microsoft.com/office/officeart/2005/8/layout/bProcess3"/>
    <dgm:cxn modelId="{20A3A8A2-0DFC-4E81-A8F3-408309C92045}" type="presOf" srcId="{DC1E4203-2F25-469A-AD84-93C704A821F9}" destId="{D14ED6C3-B1F3-42BA-9540-9BB2890E21E2}" srcOrd="0" destOrd="0" presId="urn:microsoft.com/office/officeart/2005/8/layout/bProcess3"/>
    <dgm:cxn modelId="{2A4F58AD-67B6-4A16-BDAA-BE50E98470CA}" srcId="{DC1E4203-2F25-469A-AD84-93C704A821F9}" destId="{420686FC-619D-4312-A37C-137211D4D0A3}" srcOrd="2" destOrd="0" parTransId="{52144F16-5B1C-45F6-BB41-C459233D4460}" sibTransId="{0F301568-5089-496E-AC79-264F3FF66B5F}"/>
    <dgm:cxn modelId="{85DD3BCA-80F2-45C8-86FD-2E98B517AD5B}" srcId="{DC1E4203-2F25-469A-AD84-93C704A821F9}" destId="{C0F6CAE2-9BB3-44E9-ABDE-374D8458DF07}" srcOrd="0" destOrd="0" parTransId="{DC177591-FB84-4B6A-9BCD-26CCD59DD472}" sibTransId="{F58268AD-A0A5-48AE-83C0-5DE3D09DC33D}"/>
    <dgm:cxn modelId="{6408A6CD-DE6D-4AC8-AB73-EAA5AF0CC336}" type="presOf" srcId="{64840F78-449D-41BA-9202-C61C699FADD2}" destId="{A806F96A-F015-4ACA-9C66-270A6B217FC9}" srcOrd="0" destOrd="0" presId="urn:microsoft.com/office/officeart/2005/8/layout/bProcess3"/>
    <dgm:cxn modelId="{8BE381D6-D2B5-424C-BD92-61D4DDC17B62}" srcId="{DC1E4203-2F25-469A-AD84-93C704A821F9}" destId="{43B52AA3-6A08-4C37-A58E-FE973F9BCF28}" srcOrd="5" destOrd="0" parTransId="{07FA812C-9A84-47CA-A708-FE5DD758E0D9}" sibTransId="{1FF50BB0-F61B-4A08-9236-B6655BE89BFD}"/>
    <dgm:cxn modelId="{E13E67D9-9FB3-4E01-B43A-B618D6E43F45}" type="presOf" srcId="{64840F78-449D-41BA-9202-C61C699FADD2}" destId="{5299D12B-0457-4AE7-AA56-7BCA5CD98BE6}" srcOrd="1" destOrd="0" presId="urn:microsoft.com/office/officeart/2005/8/layout/bProcess3"/>
    <dgm:cxn modelId="{F3EB71D9-A0F0-4264-89BA-53B8D986F2C8}" type="presOf" srcId="{76F5D61F-F263-4731-A52A-507C3CDB3BD1}" destId="{87F619F6-A398-4757-AA1E-3E7E7ACE1340}" srcOrd="0" destOrd="0" presId="urn:microsoft.com/office/officeart/2005/8/layout/bProcess3"/>
    <dgm:cxn modelId="{1F5AD3F1-ED9F-4011-B0A4-E5F79168DEC9}" type="presOf" srcId="{2F3F46A0-E4F2-46A2-86F8-168D245A6AD6}" destId="{CBB0F0EC-703F-4129-864E-D6AC1BD5D7BC}" srcOrd="1" destOrd="0" presId="urn:microsoft.com/office/officeart/2005/8/layout/bProcess3"/>
    <dgm:cxn modelId="{543E7CFC-D0E3-4D15-B66E-ECE8068154B4}" type="presOf" srcId="{395F6CBC-9FFF-4ADE-A582-299687868278}" destId="{504DB3C1-E57D-4B0F-BD01-6F9B8ACCF69B}" srcOrd="1" destOrd="0" presId="urn:microsoft.com/office/officeart/2005/8/layout/bProcess3"/>
    <dgm:cxn modelId="{B0F6468F-37C6-4873-ADBA-8C959CB81B96}" type="presParOf" srcId="{D14ED6C3-B1F3-42BA-9540-9BB2890E21E2}" destId="{FC8B91F7-21AA-404E-A706-B9B45F912C7F}" srcOrd="0" destOrd="0" presId="urn:microsoft.com/office/officeart/2005/8/layout/bProcess3"/>
    <dgm:cxn modelId="{9DF1AD32-0903-42CA-A9A5-4C2DBBB28C00}" type="presParOf" srcId="{D14ED6C3-B1F3-42BA-9540-9BB2890E21E2}" destId="{D3A29717-5BE2-414A-92D1-7D92C9C1C72A}" srcOrd="1" destOrd="0" presId="urn:microsoft.com/office/officeart/2005/8/layout/bProcess3"/>
    <dgm:cxn modelId="{EE8607A3-C262-4C6F-936F-32518ACDFDB9}" type="presParOf" srcId="{D3A29717-5BE2-414A-92D1-7D92C9C1C72A}" destId="{CCEA22BB-6BDD-480A-965B-F8AE9C4428B0}" srcOrd="0" destOrd="0" presId="urn:microsoft.com/office/officeart/2005/8/layout/bProcess3"/>
    <dgm:cxn modelId="{2161F294-C62E-4673-81E2-D7CA0E1C185E}" type="presParOf" srcId="{D14ED6C3-B1F3-42BA-9540-9BB2890E21E2}" destId="{87F619F6-A398-4757-AA1E-3E7E7ACE1340}" srcOrd="2" destOrd="0" presId="urn:microsoft.com/office/officeart/2005/8/layout/bProcess3"/>
    <dgm:cxn modelId="{44C464DA-F359-4ACD-9DC2-C1F54B35E24B}" type="presParOf" srcId="{D14ED6C3-B1F3-42BA-9540-9BB2890E21E2}" destId="{240D5DE1-3BA7-4122-8F0F-88FDF6CF2EE7}" srcOrd="3" destOrd="0" presId="urn:microsoft.com/office/officeart/2005/8/layout/bProcess3"/>
    <dgm:cxn modelId="{7FE321A9-B55B-43BC-A6EF-EA596DF274C8}" type="presParOf" srcId="{240D5DE1-3BA7-4122-8F0F-88FDF6CF2EE7}" destId="{504DB3C1-E57D-4B0F-BD01-6F9B8ACCF69B}" srcOrd="0" destOrd="0" presId="urn:microsoft.com/office/officeart/2005/8/layout/bProcess3"/>
    <dgm:cxn modelId="{9EA7164A-4228-4015-8E60-63F053BCCC89}" type="presParOf" srcId="{D14ED6C3-B1F3-42BA-9540-9BB2890E21E2}" destId="{258D6E65-DECE-422C-BDAA-8FFCF7776186}" srcOrd="4" destOrd="0" presId="urn:microsoft.com/office/officeart/2005/8/layout/bProcess3"/>
    <dgm:cxn modelId="{FFFE07F9-6D73-45BC-9C5A-CE0B677C2749}" type="presParOf" srcId="{D14ED6C3-B1F3-42BA-9540-9BB2890E21E2}" destId="{BA6441FB-B331-42C0-9406-F5895833BE2D}" srcOrd="5" destOrd="0" presId="urn:microsoft.com/office/officeart/2005/8/layout/bProcess3"/>
    <dgm:cxn modelId="{075FA983-DD74-40F5-8240-D9DFFB851E89}" type="presParOf" srcId="{BA6441FB-B331-42C0-9406-F5895833BE2D}" destId="{5413A638-1851-4459-B27C-BA4E944D3F0E}" srcOrd="0" destOrd="0" presId="urn:microsoft.com/office/officeart/2005/8/layout/bProcess3"/>
    <dgm:cxn modelId="{F013B8C5-6318-4B36-90E1-117370C98499}" type="presParOf" srcId="{D14ED6C3-B1F3-42BA-9540-9BB2890E21E2}" destId="{015ABD11-69A7-480E-9D14-6C127921B2F9}" srcOrd="6" destOrd="0" presId="urn:microsoft.com/office/officeart/2005/8/layout/bProcess3"/>
    <dgm:cxn modelId="{461B9211-38EE-424C-91F7-950B0D635CE5}" type="presParOf" srcId="{D14ED6C3-B1F3-42BA-9540-9BB2890E21E2}" destId="{A806F96A-F015-4ACA-9C66-270A6B217FC9}" srcOrd="7" destOrd="0" presId="urn:microsoft.com/office/officeart/2005/8/layout/bProcess3"/>
    <dgm:cxn modelId="{1B9791E1-2A42-45F2-8F76-0345F96440E5}" type="presParOf" srcId="{A806F96A-F015-4ACA-9C66-270A6B217FC9}" destId="{5299D12B-0457-4AE7-AA56-7BCA5CD98BE6}" srcOrd="0" destOrd="0" presId="urn:microsoft.com/office/officeart/2005/8/layout/bProcess3"/>
    <dgm:cxn modelId="{E9691C19-9A25-4088-B80D-AF39C0C33853}" type="presParOf" srcId="{D14ED6C3-B1F3-42BA-9540-9BB2890E21E2}" destId="{7EF91780-ADB5-4FD8-9ED0-08B33006DB52}" srcOrd="8" destOrd="0" presId="urn:microsoft.com/office/officeart/2005/8/layout/bProcess3"/>
    <dgm:cxn modelId="{1E4C6623-2DEB-412B-9A18-173FC5ADB019}" type="presParOf" srcId="{D14ED6C3-B1F3-42BA-9540-9BB2890E21E2}" destId="{08A99B7C-1437-489A-9E5B-C784024BC799}" srcOrd="9" destOrd="0" presId="urn:microsoft.com/office/officeart/2005/8/layout/bProcess3"/>
    <dgm:cxn modelId="{C48C0AE7-9477-45B5-95B1-F40A9E13891D}" type="presParOf" srcId="{08A99B7C-1437-489A-9E5B-C784024BC799}" destId="{CBB0F0EC-703F-4129-864E-D6AC1BD5D7BC}" srcOrd="0" destOrd="0" presId="urn:microsoft.com/office/officeart/2005/8/layout/bProcess3"/>
    <dgm:cxn modelId="{F658E612-5E42-4855-ACDD-C8CB75A6DD09}" type="presParOf" srcId="{D14ED6C3-B1F3-42BA-9540-9BB2890E21E2}" destId="{D069652B-242C-495E-BACA-68EF43498BC5}"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939FB-9639-455E-8AAA-68ADDF7B3028}">
      <dsp:nvSpPr>
        <dsp:cNvPr id="0" name=""/>
        <dsp:cNvSpPr/>
      </dsp:nvSpPr>
      <dsp:spPr>
        <a:xfrm>
          <a:off x="8479"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STL Data</a:t>
          </a:r>
        </a:p>
      </dsp:txBody>
      <dsp:txXfrm>
        <a:off x="43661" y="1653130"/>
        <a:ext cx="1684836" cy="1130851"/>
      </dsp:txXfrm>
    </dsp:sp>
    <dsp:sp modelId="{796AB7A5-ACB5-4EC2-8C9A-07AE062A5B88}">
      <dsp:nvSpPr>
        <dsp:cNvPr id="0" name=""/>
        <dsp:cNvSpPr/>
      </dsp:nvSpPr>
      <dsp:spPr>
        <a:xfrm>
          <a:off x="1939199" y="2000911"/>
          <a:ext cx="372102" cy="435289"/>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939199" y="2087969"/>
        <a:ext cx="260471" cy="261173"/>
      </dsp:txXfrm>
    </dsp:sp>
    <dsp:sp modelId="{118C2573-48C0-4E40-9429-761A7853F569}">
      <dsp:nvSpPr>
        <dsp:cNvPr id="0" name=""/>
        <dsp:cNvSpPr/>
      </dsp:nvSpPr>
      <dsp:spPr>
        <a:xfrm>
          <a:off x="2465759"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Point Cloud Formation</a:t>
          </a:r>
        </a:p>
      </dsp:txBody>
      <dsp:txXfrm>
        <a:off x="2500941" y="1653130"/>
        <a:ext cx="1684836" cy="1130851"/>
      </dsp:txXfrm>
    </dsp:sp>
    <dsp:sp modelId="{CCAD73D1-3F3B-44B5-92FD-FB5C8CC699EE}">
      <dsp:nvSpPr>
        <dsp:cNvPr id="0" name=""/>
        <dsp:cNvSpPr/>
      </dsp:nvSpPr>
      <dsp:spPr>
        <a:xfrm>
          <a:off x="4396479" y="2000911"/>
          <a:ext cx="372102" cy="435289"/>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396479" y="2087969"/>
        <a:ext cx="260471" cy="261173"/>
      </dsp:txXfrm>
    </dsp:sp>
    <dsp:sp modelId="{12BDA978-51CD-4342-B3DB-50EEA6F20091}">
      <dsp:nvSpPr>
        <dsp:cNvPr id="0" name=""/>
        <dsp:cNvSpPr/>
      </dsp:nvSpPr>
      <dsp:spPr>
        <a:xfrm>
          <a:off x="4923040"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Tool Path Generation</a:t>
          </a:r>
        </a:p>
      </dsp:txBody>
      <dsp:txXfrm>
        <a:off x="4958222" y="1653130"/>
        <a:ext cx="1684836" cy="1130851"/>
      </dsp:txXfrm>
    </dsp:sp>
    <dsp:sp modelId="{39E365C3-EF61-48EB-9CAF-3106C0728B0C}">
      <dsp:nvSpPr>
        <dsp:cNvPr id="0" name=""/>
        <dsp:cNvSpPr/>
      </dsp:nvSpPr>
      <dsp:spPr>
        <a:xfrm>
          <a:off x="6853760" y="2000911"/>
          <a:ext cx="372102" cy="435289"/>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6853760" y="2087969"/>
        <a:ext cx="260471" cy="261173"/>
      </dsp:txXfrm>
    </dsp:sp>
    <dsp:sp modelId="{9523F211-D72D-4F46-AE18-24C03FBBB474}">
      <dsp:nvSpPr>
        <dsp:cNvPr id="0" name=""/>
        <dsp:cNvSpPr/>
      </dsp:nvSpPr>
      <dsp:spPr>
        <a:xfrm>
          <a:off x="7380320"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G-Code</a:t>
          </a:r>
        </a:p>
      </dsp:txBody>
      <dsp:txXfrm>
        <a:off x="7415502" y="1653130"/>
        <a:ext cx="1684836" cy="11308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A29717-5BE2-414A-92D1-7D92C9C1C72A}">
      <dsp:nvSpPr>
        <dsp:cNvPr id="0" name=""/>
        <dsp:cNvSpPr/>
      </dsp:nvSpPr>
      <dsp:spPr>
        <a:xfrm>
          <a:off x="2829714" y="671967"/>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74891" y="714946"/>
        <a:ext cx="27418" cy="5483"/>
      </dsp:txXfrm>
    </dsp:sp>
    <dsp:sp modelId="{FC8B91F7-21AA-404E-A706-B9B45F912C7F}">
      <dsp:nvSpPr>
        <dsp:cNvPr id="0" name=""/>
        <dsp:cNvSpPr/>
      </dsp:nvSpPr>
      <dsp:spPr>
        <a:xfrm>
          <a:off x="447288" y="2420"/>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STL Data</a:t>
          </a:r>
        </a:p>
      </dsp:txBody>
      <dsp:txXfrm>
        <a:off x="447288" y="2420"/>
        <a:ext cx="2384226" cy="1430535"/>
      </dsp:txXfrm>
    </dsp:sp>
    <dsp:sp modelId="{240D5DE1-3BA7-4122-8F0F-88FDF6CF2EE7}">
      <dsp:nvSpPr>
        <dsp:cNvPr id="0" name=""/>
        <dsp:cNvSpPr/>
      </dsp:nvSpPr>
      <dsp:spPr>
        <a:xfrm>
          <a:off x="5762313" y="671967"/>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07490" y="714946"/>
        <a:ext cx="27418" cy="5483"/>
      </dsp:txXfrm>
    </dsp:sp>
    <dsp:sp modelId="{87F619F6-A398-4757-AA1E-3E7E7ACE1340}">
      <dsp:nvSpPr>
        <dsp:cNvPr id="0" name=""/>
        <dsp:cNvSpPr/>
      </dsp:nvSpPr>
      <dsp:spPr>
        <a:xfrm>
          <a:off x="3379886" y="2420"/>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Point Cloud Formation</a:t>
          </a:r>
        </a:p>
      </dsp:txBody>
      <dsp:txXfrm>
        <a:off x="3379886" y="2420"/>
        <a:ext cx="2384226" cy="1430535"/>
      </dsp:txXfrm>
    </dsp:sp>
    <dsp:sp modelId="{BA6441FB-B331-42C0-9406-F5895833BE2D}">
      <dsp:nvSpPr>
        <dsp:cNvPr id="0" name=""/>
        <dsp:cNvSpPr/>
      </dsp:nvSpPr>
      <dsp:spPr>
        <a:xfrm>
          <a:off x="1639401" y="1431155"/>
          <a:ext cx="5865197" cy="517772"/>
        </a:xfrm>
        <a:custGeom>
          <a:avLst/>
          <a:gdLst/>
          <a:ahLst/>
          <a:cxnLst/>
          <a:rect l="0" t="0" r="0" b="0"/>
          <a:pathLst>
            <a:path>
              <a:moveTo>
                <a:pt x="5865197" y="0"/>
              </a:moveTo>
              <a:lnTo>
                <a:pt x="5865197" y="275986"/>
              </a:lnTo>
              <a:lnTo>
                <a:pt x="0" y="275986"/>
              </a:lnTo>
              <a:lnTo>
                <a:pt x="0" y="517772"/>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24730" y="1687300"/>
        <a:ext cx="294538" cy="5483"/>
      </dsp:txXfrm>
    </dsp:sp>
    <dsp:sp modelId="{258D6E65-DECE-422C-BDAA-8FFCF7776186}">
      <dsp:nvSpPr>
        <dsp:cNvPr id="0" name=""/>
        <dsp:cNvSpPr/>
      </dsp:nvSpPr>
      <dsp:spPr>
        <a:xfrm>
          <a:off x="6312485" y="2420"/>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Points Sorting</a:t>
          </a:r>
        </a:p>
      </dsp:txBody>
      <dsp:txXfrm>
        <a:off x="6312485" y="2420"/>
        <a:ext cx="2384226" cy="1430535"/>
      </dsp:txXfrm>
    </dsp:sp>
    <dsp:sp modelId="{A806F96A-F015-4ACA-9C66-270A6B217FC9}">
      <dsp:nvSpPr>
        <dsp:cNvPr id="0" name=""/>
        <dsp:cNvSpPr/>
      </dsp:nvSpPr>
      <dsp:spPr>
        <a:xfrm>
          <a:off x="2829714" y="2650876"/>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74891" y="2693854"/>
        <a:ext cx="27418" cy="5483"/>
      </dsp:txXfrm>
    </dsp:sp>
    <dsp:sp modelId="{015ABD11-69A7-480E-9D14-6C127921B2F9}">
      <dsp:nvSpPr>
        <dsp:cNvPr id="0" name=""/>
        <dsp:cNvSpPr/>
      </dsp:nvSpPr>
      <dsp:spPr>
        <a:xfrm>
          <a:off x="447288" y="1981328"/>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Updated Tool Path Generation</a:t>
          </a:r>
        </a:p>
      </dsp:txBody>
      <dsp:txXfrm>
        <a:off x="447288" y="1981328"/>
        <a:ext cx="2384226" cy="1430535"/>
      </dsp:txXfrm>
    </dsp:sp>
    <dsp:sp modelId="{08A99B7C-1437-489A-9E5B-C784024BC799}">
      <dsp:nvSpPr>
        <dsp:cNvPr id="0" name=""/>
        <dsp:cNvSpPr/>
      </dsp:nvSpPr>
      <dsp:spPr>
        <a:xfrm>
          <a:off x="5762313" y="2650876"/>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07490" y="2693854"/>
        <a:ext cx="27418" cy="5483"/>
      </dsp:txXfrm>
    </dsp:sp>
    <dsp:sp modelId="{7EF91780-ADB5-4FD8-9ED0-08B33006DB52}">
      <dsp:nvSpPr>
        <dsp:cNvPr id="0" name=""/>
        <dsp:cNvSpPr/>
      </dsp:nvSpPr>
      <dsp:spPr>
        <a:xfrm>
          <a:off x="3379886" y="1981328"/>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a:solidFill>
                <a:schemeClr val="bg1"/>
              </a:solidFill>
              <a:latin typeface="+mj-lt"/>
            </a:rPr>
            <a:t>Toolpath Adjustments</a:t>
          </a:r>
          <a:endParaRPr lang="en-US" sz="2600" kern="1200" dirty="0">
            <a:solidFill>
              <a:schemeClr val="bg1"/>
            </a:solidFill>
            <a:latin typeface="+mj-lt"/>
          </a:endParaRPr>
        </a:p>
      </dsp:txBody>
      <dsp:txXfrm>
        <a:off x="3379886" y="1981328"/>
        <a:ext cx="2384226" cy="1430535"/>
      </dsp:txXfrm>
    </dsp:sp>
    <dsp:sp modelId="{D069652B-242C-495E-BACA-68EF43498BC5}">
      <dsp:nvSpPr>
        <dsp:cNvPr id="0" name=""/>
        <dsp:cNvSpPr/>
      </dsp:nvSpPr>
      <dsp:spPr>
        <a:xfrm>
          <a:off x="6312485" y="1981328"/>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G-Code</a:t>
          </a:r>
        </a:p>
      </dsp:txBody>
      <dsp:txXfrm>
        <a:off x="6312485" y="1981328"/>
        <a:ext cx="2384226" cy="14305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3F53F75-C1DA-0512-6C82-F64B6AEB10EE}"/>
              </a:ext>
            </a:extLst>
          </p:cNvPr>
          <p:cNvSpPr>
            <a:spLocks noGrp="1" noChangeArrowheads="1"/>
          </p:cNvSpPr>
          <p:nvPr>
            <p:ph type="hdr" sz="quarter"/>
          </p:nvPr>
        </p:nvSpPr>
        <p:spPr bwMode="auto">
          <a:xfrm>
            <a:off x="0" y="0"/>
            <a:ext cx="2944813"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3" name="Rectangle 3">
            <a:extLst>
              <a:ext uri="{FF2B5EF4-FFF2-40B4-BE49-F238E27FC236}">
                <a16:creationId xmlns:a16="http://schemas.microsoft.com/office/drawing/2014/main" id="{E6BB8024-D372-9976-4B19-2D8852E146B9}"/>
              </a:ext>
            </a:extLst>
          </p:cNvPr>
          <p:cNvSpPr>
            <a:spLocks noGrp="1" noChangeArrowheads="1"/>
          </p:cNvSpPr>
          <p:nvPr>
            <p:ph type="dt" sz="quarter" idx="1"/>
          </p:nvPr>
        </p:nvSpPr>
        <p:spPr bwMode="auto">
          <a:xfrm>
            <a:off x="3852863" y="0"/>
            <a:ext cx="2944812"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4" name="Rectangle 4">
            <a:extLst>
              <a:ext uri="{FF2B5EF4-FFF2-40B4-BE49-F238E27FC236}">
                <a16:creationId xmlns:a16="http://schemas.microsoft.com/office/drawing/2014/main" id="{A1C3BE65-FFAD-209A-6BDD-7A277F692CFD}"/>
              </a:ext>
            </a:extLst>
          </p:cNvPr>
          <p:cNvSpPr>
            <a:spLocks noGrp="1" noChangeArrowheads="1"/>
          </p:cNvSpPr>
          <p:nvPr>
            <p:ph type="ftr" sz="quarter" idx="2"/>
          </p:nvPr>
        </p:nvSpPr>
        <p:spPr bwMode="auto">
          <a:xfrm>
            <a:off x="0" y="9432925"/>
            <a:ext cx="2944813"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5" name="Rectangle 5">
            <a:extLst>
              <a:ext uri="{FF2B5EF4-FFF2-40B4-BE49-F238E27FC236}">
                <a16:creationId xmlns:a16="http://schemas.microsoft.com/office/drawing/2014/main" id="{C24D4990-80C3-608D-8DAC-6F670764E213}"/>
              </a:ext>
            </a:extLst>
          </p:cNvPr>
          <p:cNvSpPr>
            <a:spLocks noGrp="1" noChangeArrowheads="1"/>
          </p:cNvSpPr>
          <p:nvPr>
            <p:ph type="sldNum" sz="quarter" idx="3"/>
          </p:nvPr>
        </p:nvSpPr>
        <p:spPr bwMode="auto">
          <a:xfrm>
            <a:off x="3852863" y="9432925"/>
            <a:ext cx="2944812"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28C1B10-77F8-448B-B9A2-FDFE01719F35}"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DC3044C-ACCD-DC32-BDB3-F037F674950F}"/>
              </a:ext>
            </a:extLst>
          </p:cNvPr>
          <p:cNvSpPr>
            <a:spLocks noGrp="1" noChangeArrowheads="1"/>
          </p:cNvSpPr>
          <p:nvPr>
            <p:ph type="hdr" sz="quarter"/>
          </p:nvPr>
        </p:nvSpPr>
        <p:spPr bwMode="auto">
          <a:xfrm>
            <a:off x="0" y="0"/>
            <a:ext cx="2938463"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3" name="Rectangle 3">
            <a:extLst>
              <a:ext uri="{FF2B5EF4-FFF2-40B4-BE49-F238E27FC236}">
                <a16:creationId xmlns:a16="http://schemas.microsoft.com/office/drawing/2014/main" id="{01852A72-5817-7912-0E6A-3EE26BE79D58}"/>
              </a:ext>
            </a:extLst>
          </p:cNvPr>
          <p:cNvSpPr>
            <a:spLocks noGrp="1" noChangeArrowheads="1"/>
          </p:cNvSpPr>
          <p:nvPr>
            <p:ph type="dt" idx="1"/>
          </p:nvPr>
        </p:nvSpPr>
        <p:spPr bwMode="auto">
          <a:xfrm>
            <a:off x="3833813" y="0"/>
            <a:ext cx="2938462"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2052" name="Rectangle 4">
            <a:extLst>
              <a:ext uri="{FF2B5EF4-FFF2-40B4-BE49-F238E27FC236}">
                <a16:creationId xmlns:a16="http://schemas.microsoft.com/office/drawing/2014/main" id="{D820BA7F-624C-AF88-275E-B8986ABD4F82}"/>
              </a:ext>
            </a:extLst>
          </p:cNvPr>
          <p:cNvSpPr>
            <a:spLocks noGrp="1" noRot="1" noChangeAspect="1" noChangeArrowheads="1" noTextEdit="1"/>
          </p:cNvSpPr>
          <p:nvPr>
            <p:ph type="sldImg" idx="2"/>
          </p:nvPr>
        </p:nvSpPr>
        <p:spPr bwMode="auto">
          <a:xfrm>
            <a:off x="955675" y="784225"/>
            <a:ext cx="4916488" cy="36893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5" name="Rectangle 5">
            <a:extLst>
              <a:ext uri="{FF2B5EF4-FFF2-40B4-BE49-F238E27FC236}">
                <a16:creationId xmlns:a16="http://schemas.microsoft.com/office/drawing/2014/main" id="{74155B95-63B6-E502-630B-F5DAF8A89EE2}"/>
              </a:ext>
            </a:extLst>
          </p:cNvPr>
          <p:cNvSpPr>
            <a:spLocks noGrp="1" noChangeArrowheads="1"/>
          </p:cNvSpPr>
          <p:nvPr>
            <p:ph type="body" sz="quarter" idx="3"/>
          </p:nvPr>
        </p:nvSpPr>
        <p:spPr bwMode="auto">
          <a:xfrm>
            <a:off x="895350" y="4700588"/>
            <a:ext cx="4983163" cy="4476750"/>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6326" name="Rectangle 6">
            <a:extLst>
              <a:ext uri="{FF2B5EF4-FFF2-40B4-BE49-F238E27FC236}">
                <a16:creationId xmlns:a16="http://schemas.microsoft.com/office/drawing/2014/main" id="{E3096649-36E5-7BFE-FAFE-F0ED2FE6451B}"/>
              </a:ext>
            </a:extLst>
          </p:cNvPr>
          <p:cNvSpPr>
            <a:spLocks noGrp="1" noChangeArrowheads="1"/>
          </p:cNvSpPr>
          <p:nvPr>
            <p:ph type="ftr" sz="quarter" idx="4"/>
          </p:nvPr>
        </p:nvSpPr>
        <p:spPr bwMode="auto">
          <a:xfrm>
            <a:off x="0" y="9402763"/>
            <a:ext cx="2938463"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7" name="Rectangle 7">
            <a:extLst>
              <a:ext uri="{FF2B5EF4-FFF2-40B4-BE49-F238E27FC236}">
                <a16:creationId xmlns:a16="http://schemas.microsoft.com/office/drawing/2014/main" id="{A20E5BC9-436C-73B6-2CA4-86732798CA68}"/>
              </a:ext>
            </a:extLst>
          </p:cNvPr>
          <p:cNvSpPr>
            <a:spLocks noGrp="1" noChangeArrowheads="1"/>
          </p:cNvSpPr>
          <p:nvPr>
            <p:ph type="sldNum" sz="quarter" idx="5"/>
          </p:nvPr>
        </p:nvSpPr>
        <p:spPr bwMode="auto">
          <a:xfrm>
            <a:off x="3833813" y="9402763"/>
            <a:ext cx="2938462"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64FDCDA-5C8E-4E20-BEC5-4BA3DAEABBE8}"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282E2B2D-1E16-B7A8-E965-9DC1AB1826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0</a:t>
            </a:fld>
            <a:endParaRPr lang="en-US" altLang="ja-JP" sz="1200" b="0" dirty="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FA138C78-6632-6580-74AD-7C4AA1AFA6EB}"/>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753CAD00-980D-EB4B-1EA7-B28EA3F3AD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Hello. My name is Karter Wong, and I will present my research topic: the Development of CAM systems for the Incremental Forming of CFRTP from 3D CAD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 イメージ プレースホルダー 1">
            <a:extLst>
              <a:ext uri="{FF2B5EF4-FFF2-40B4-BE49-F238E27FC236}">
                <a16:creationId xmlns:a16="http://schemas.microsoft.com/office/drawing/2014/main" id="{4D243014-28A5-8A7E-EFE9-67DB99393F93}"/>
              </a:ext>
            </a:extLst>
          </p:cNvPr>
          <p:cNvSpPr>
            <a:spLocks noGrp="1" noRot="1" noChangeAspect="1" noTextEdit="1"/>
          </p:cNvSpPr>
          <p:nvPr>
            <p:ph type="sldImg"/>
          </p:nvPr>
        </p:nvSpPr>
        <p:spPr>
          <a:ln/>
        </p:spPr>
      </p:sp>
      <p:sp>
        <p:nvSpPr>
          <p:cNvPr id="9219" name="ノート プレースホルダー 2">
            <a:extLst>
              <a:ext uri="{FF2B5EF4-FFF2-40B4-BE49-F238E27FC236}">
                <a16:creationId xmlns:a16="http://schemas.microsoft.com/office/drawing/2014/main" id="{927E7AAD-04EE-EDDC-404E-8F71464D7A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Today, I will briefly review some background information, then previous research on this topic, the progress I have made since the last presentation, and the plan for the remaining part of the semester.</a:t>
            </a:r>
          </a:p>
        </p:txBody>
      </p:sp>
      <p:sp>
        <p:nvSpPr>
          <p:cNvPr id="9220" name="スライド番号プレースホルダー 3">
            <a:extLst>
              <a:ext uri="{FF2B5EF4-FFF2-40B4-BE49-F238E27FC236}">
                <a16:creationId xmlns:a16="http://schemas.microsoft.com/office/drawing/2014/main" id="{C384925D-D166-5D94-E1C7-9D32F140C2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051BA3E1-8B04-44E3-94CD-35294639971C}" type="slidenum">
              <a:rPr lang="en-US" altLang="ja-JP" sz="1200" b="0">
                <a:solidFill>
                  <a:schemeClr val="tx1"/>
                </a:solidFill>
                <a:latin typeface="Times New Roman" panose="02020603050405020304" pitchFamily="18" charset="0"/>
              </a:rPr>
              <a:pPr/>
              <a:t>1</a:t>
            </a:fld>
            <a:endParaRPr lang="en-US" altLang="ja-JP" sz="1200" b="0" dirty="0">
              <a:solidFill>
                <a:schemeClr val="tx1"/>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Incremental forming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Incremental forming is a flexible forming process that can shape sheets of various materials using plastic deformation of the sheet with a tool into the desired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Unlike traditional manufacturing processes, it does not require dies or molds, making it ideal for low-volume production, prototyping, or custom parts. The tool follows a programmed path to manufacture thin shell shapes, offering reduced setup and production costs.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It also allows production of various products in small quantities, where mold creation would be too expensive.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a:t>
            </a:fld>
            <a:endParaRPr lang="en-US" altLang="ja-JP" dirty="0"/>
          </a:p>
        </p:txBody>
      </p:sp>
    </p:spTree>
    <p:extLst>
      <p:ext uri="{BB962C8B-B14F-4D97-AF65-F5344CB8AC3E}">
        <p14:creationId xmlns:p14="http://schemas.microsoft.com/office/powerpoint/2010/main" val="328390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BB3F6-8B56-F9AC-80E8-190D8C889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8EEE8-930D-463A-2A74-50E838753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BA1F6-C61E-880D-6E92-9703A67D5544}"/>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An example of Incremental forming in use today is by car manufacturers like Ford, Nissan, and Lexus. These manufacturers use incremental forming to prototype new vehicle designs and add minor customizations to vehicles, as seen on the Lexus LS edge, as shown in the red circle of the figure on the right. </a:t>
            </a:r>
          </a:p>
        </p:txBody>
      </p:sp>
      <p:sp>
        <p:nvSpPr>
          <p:cNvPr id="4" name="Slide Number Placeholder 3">
            <a:extLst>
              <a:ext uri="{FF2B5EF4-FFF2-40B4-BE49-F238E27FC236}">
                <a16:creationId xmlns:a16="http://schemas.microsoft.com/office/drawing/2014/main" id="{330EC824-0504-FD55-81C0-CCF0F8FC49A8}"/>
              </a:ext>
            </a:extLst>
          </p:cNvPr>
          <p:cNvSpPr>
            <a:spLocks noGrp="1"/>
          </p:cNvSpPr>
          <p:nvPr>
            <p:ph type="sldNum" sz="quarter" idx="5"/>
          </p:nvPr>
        </p:nvSpPr>
        <p:spPr/>
        <p:txBody>
          <a:bodyPr/>
          <a:lstStyle/>
          <a:p>
            <a:fld id="{164FDCDA-5C8E-4E20-BEC5-4BA3DAEABBE8}" type="slidenum">
              <a:rPr lang="en-US" altLang="ja-JP" smtClean="0"/>
              <a:pPr/>
              <a:t>3</a:t>
            </a:fld>
            <a:endParaRPr lang="en-US" altLang="ja-JP" dirty="0"/>
          </a:p>
        </p:txBody>
      </p:sp>
    </p:spTree>
    <p:extLst>
      <p:ext uri="{BB962C8B-B14F-4D97-AF65-F5344CB8AC3E}">
        <p14:creationId xmlns:p14="http://schemas.microsoft.com/office/powerpoint/2010/main" val="539569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Previous research on this topic developed a simple CAM system to generate a tool path and conducted experiments to test the tool path. The experimental conditions of the experiments will be described later.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CAM system developed during the previous research using Python can be described in four steps: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First, STL data from the 3D CAD data is converted into a point cloud, a collection of points from the triangles given by the STL file.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Next, the point cloud's points are grouped into layers defined by the Z coordinate. During this process, the program looks for the points on the outermost part of the figure so that the toolpath does not go in the middle of the forming shape.</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third step is to construct the toolpath, which is done by calculating the distances from the tool's current position to the other points on the layer and moving to the point with the shortest distance. This process is repeated for all the points on a layer and each layer.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final step is to convert the X, Y, and Z coordinates into G-code so that the machine can read the generated tool path. </a:t>
            </a:r>
          </a:p>
          <a:p>
            <a:r>
              <a:rPr kumimoji="1" lang="en-US" sz="1200" kern="1200" dirty="0">
                <a:solidFill>
                  <a:schemeClr val="tx1"/>
                </a:solidFill>
                <a:effectLst/>
                <a:latin typeface="Times New Roman" pitchFamily="18" charset="0"/>
                <a:ea typeface="ＭＳ Ｐ明朝" charset="-128"/>
                <a:cs typeface="+mn-cs"/>
              </a:rPr>
              <a:t> </a:t>
            </a:r>
          </a:p>
          <a:p>
            <a:br>
              <a:rPr kumimoji="1" lang="en-US" sz="1200" b="1" u="sng" kern="1200" dirty="0">
                <a:solidFill>
                  <a:schemeClr val="tx1"/>
                </a:solidFill>
                <a:effectLst/>
                <a:latin typeface="Times New Roman" pitchFamily="18" charset="0"/>
                <a:ea typeface="ＭＳ Ｐ明朝" charset="-128"/>
                <a:cs typeface="+mn-cs"/>
              </a:rPr>
            </a:br>
            <a:r>
              <a:rPr kumimoji="1" lang="en-US" sz="1200" b="1" u="none" strike="noStrike" kern="1200" dirty="0">
                <a:solidFill>
                  <a:schemeClr val="tx1"/>
                </a:solidFill>
                <a:effectLst/>
                <a:latin typeface="Times New Roman" pitchFamily="18" charset="0"/>
                <a:ea typeface="ＭＳ Ｐ明朝" charset="-128"/>
                <a:cs typeface="+mn-cs"/>
              </a:rPr>
              <a:t> </a:t>
            </a:r>
            <a:endParaRPr kumimoji="1" lang="en-US" sz="1200" kern="1200" dirty="0">
              <a:solidFill>
                <a:schemeClr val="tx1"/>
              </a:solidFill>
              <a:effectLst/>
              <a:latin typeface="Times New Roman" pitchFamily="18" charset="0"/>
              <a:ea typeface="ＭＳ Ｐ明朝" charset="-128"/>
              <a:cs typeface="+mn-cs"/>
            </a:endParaRP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4</a:t>
            </a:fld>
            <a:endParaRPr lang="en-US" altLang="ja-JP" dirty="0"/>
          </a:p>
        </p:txBody>
      </p:sp>
    </p:spTree>
    <p:extLst>
      <p:ext uri="{BB962C8B-B14F-4D97-AF65-F5344CB8AC3E}">
        <p14:creationId xmlns:p14="http://schemas.microsoft.com/office/powerpoint/2010/main" val="3501955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Using the previous research as a base, I have added some changes to the CAM system to work with complex shapes. These include the initial and ending commands needed for every toolpath, Convex hull, reverse offset, and other smaller features to make the program's transition from designing to machining smoother.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In the updated CAM system, instead of just loading the STL file as it is and forming the point cloud, the CAM system rounds all the Z coordinates to the nearest whole number. It then forms the point cloud but also sets a uniform layer distance of 1 mm and, like the other program, goes from the highest layer to the lowest.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Next, the CAM system finds the outer boundary of points using the convex hull library while removing layers with less than 5 points. Then, the points are filtered to remove points within a certain radius of the current point. Then, the CAM system sorts the points again so that the toolpath is smooth and the points are all "visited" by the tool once. Then, the program closes the layer by connecting the last point to the first point.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After generating the toolpath, the X, Y, and Z coordinates are rounded to increase the accuracy of the tool paths. The reverse offset is applied, shrinking the toolpath by the diameter of the tool.</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Finally, the coordinates are converted to G-code by adding the proper syntax, initial setup commands like the spindle speed, feed rate, etc., and the program's termination sequence, which moves the toolpath to a safe height and stops the machine.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These changes allow the CAM system to generate a smooth toolpath for complex shapes, optimize the generation process, and allow the operator to start machining immediately after the toolpath is generated without any adjustments.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5</a:t>
            </a:fld>
            <a:endParaRPr lang="en-US" altLang="ja-JP" dirty="0"/>
          </a:p>
        </p:txBody>
      </p:sp>
    </p:spTree>
    <p:extLst>
      <p:ext uri="{BB962C8B-B14F-4D97-AF65-F5344CB8AC3E}">
        <p14:creationId xmlns:p14="http://schemas.microsoft.com/office/powerpoint/2010/main" val="246052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CD256-CE2F-49F1-5B7B-B92897286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1AD22-61BF-753C-0A69-5D628922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6FA3D-4392-013B-0887-3C1B5C1EB64F}"/>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Here is a comparison of the CAM system used in previous research and the updated CAM system for the current test shape, which is more complex than the previous research test shape, which was a truncated cone.</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updated CAM system produces a simplified tool path, as seen in the figure on the left. The Previous CAM system processed all the points from the point cloud, taking over an hour and a half to generate the toolpath versus the updated system's 2 seconds.</a:t>
            </a:r>
          </a:p>
        </p:txBody>
      </p:sp>
      <p:sp>
        <p:nvSpPr>
          <p:cNvPr id="4" name="Slide Number Placeholder 3">
            <a:extLst>
              <a:ext uri="{FF2B5EF4-FFF2-40B4-BE49-F238E27FC236}">
                <a16:creationId xmlns:a16="http://schemas.microsoft.com/office/drawing/2014/main" id="{38E701A5-E9E9-6D91-4C4D-FD0D92303C36}"/>
              </a:ext>
            </a:extLst>
          </p:cNvPr>
          <p:cNvSpPr>
            <a:spLocks noGrp="1"/>
          </p:cNvSpPr>
          <p:nvPr>
            <p:ph type="sldNum" sz="quarter" idx="5"/>
          </p:nvPr>
        </p:nvSpPr>
        <p:spPr/>
        <p:txBody>
          <a:bodyPr/>
          <a:lstStyle/>
          <a:p>
            <a:fld id="{164FDCDA-5C8E-4E20-BEC5-4BA3DAEABBE8}" type="slidenum">
              <a:rPr lang="en-US" altLang="ja-JP" smtClean="0"/>
              <a:pPr/>
              <a:t>6</a:t>
            </a:fld>
            <a:endParaRPr lang="en-US" altLang="ja-JP"/>
          </a:p>
        </p:txBody>
      </p:sp>
    </p:spTree>
    <p:extLst>
      <p:ext uri="{BB962C8B-B14F-4D97-AF65-F5344CB8AC3E}">
        <p14:creationId xmlns:p14="http://schemas.microsoft.com/office/powerpoint/2010/main" val="1233769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To test the capabilities of the CAM system, a more complex test shape was used instead of the previous research’s truncated cone.</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updated shape is a rectangular prism with chamfered and rounded edges; the dimensions of the current test shape are 30 mm x 30 mm x 9.9 mm. These dimensions of the figure were chosen to ensure the figure would not have any 90-degree angles while adding some complexity. </a:t>
            </a:r>
            <a:br>
              <a:rPr kumimoji="1" lang="en-US" sz="1200" kern="1200" dirty="0">
                <a:solidFill>
                  <a:schemeClr val="tx1"/>
                </a:solidFill>
                <a:effectLst/>
                <a:latin typeface="Times New Roman" pitchFamily="18" charset="0"/>
                <a:ea typeface="ＭＳ Ｐ明朝" charset="-128"/>
                <a:cs typeface="+mn-cs"/>
              </a:rPr>
            </a:br>
            <a:br>
              <a:rPr kumimoji="1" lang="en-US" sz="1200" kern="1200" dirty="0">
                <a:solidFill>
                  <a:schemeClr val="tx1"/>
                </a:solidFill>
                <a:effectLst/>
                <a:latin typeface="Times New Roman" pitchFamily="18" charset="0"/>
                <a:ea typeface="ＭＳ Ｐ明朝" charset="-128"/>
                <a:cs typeface="+mn-cs"/>
              </a:rPr>
            </a:br>
            <a:br>
              <a:rPr kumimoji="1" lang="en-US" sz="1200" kern="1200" dirty="0">
                <a:solidFill>
                  <a:schemeClr val="tx1"/>
                </a:solidFill>
                <a:effectLst/>
                <a:latin typeface="Times New Roman" pitchFamily="18" charset="0"/>
                <a:ea typeface="ＭＳ Ｐ明朝" charset="-128"/>
                <a:cs typeface="+mn-cs"/>
              </a:rPr>
            </a:br>
            <a:endParaRPr kumimoji="1" lang="en-US" sz="1200" kern="1200" dirty="0">
              <a:solidFill>
                <a:schemeClr val="tx1"/>
              </a:solidFill>
              <a:effectLst/>
              <a:latin typeface="Times New Roman" pitchFamily="18" charset="0"/>
              <a:ea typeface="ＭＳ Ｐ明朝" charset="-128"/>
              <a:cs typeface="+mn-cs"/>
            </a:endParaRP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7</a:t>
            </a:fld>
            <a:endParaRPr lang="en-US" altLang="ja-JP"/>
          </a:p>
        </p:txBody>
      </p:sp>
    </p:spTree>
    <p:extLst>
      <p:ext uri="{BB962C8B-B14F-4D97-AF65-F5344CB8AC3E}">
        <p14:creationId xmlns:p14="http://schemas.microsoft.com/office/powerpoint/2010/main" val="1279333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6E278-FDE2-7F2F-C968-C88E81B85EAA}"/>
            </a:ext>
          </a:extLst>
        </p:cNvPr>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E0319B3-98DC-7951-9030-913A0487E1AE}"/>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C4367C15-550C-6756-63A5-F249587790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To conduct the experiments, I used an MC430L machining center on nylon sheets that were about 110 mm x 110 mm x 1mm, with a mold of 89.92 mm x 89.92 mm x 20 mm of my test shape, which is 30 mm x 30 mm x 9.9 mm. The tool that was used is a 5 mm diameter rod as seen on the left hand side of the screen. </a:t>
            </a:r>
          </a:p>
        </p:txBody>
      </p:sp>
      <p:sp>
        <p:nvSpPr>
          <p:cNvPr id="13316" name="スライド番号プレースホルダー 3">
            <a:extLst>
              <a:ext uri="{FF2B5EF4-FFF2-40B4-BE49-F238E27FC236}">
                <a16:creationId xmlns:a16="http://schemas.microsoft.com/office/drawing/2014/main" id="{BFB33728-5464-2E61-D106-DB3DD110E5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8</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89371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6A19-C645-78EE-5C31-435F108D3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3D499-22BB-077C-A9D2-A7E11DF9D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560A2-D317-49A9-EA6D-B165D5ACE20D}"/>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Since the last presentation, I have done four experiments with CFRTP with the experimental conditions and results as shown on the slide. The tests at 120 degrees Celsius both had defects and rough surfaces due to being taken out of the oil bath prematurely. The tests at 150 degrees C were both successful in forming the test shape and reached depths that were near the target depth. Due to issues with the 3D scanner, I could not accurately analyze the results from these tests. </a:t>
            </a:r>
          </a:p>
        </p:txBody>
      </p:sp>
      <p:sp>
        <p:nvSpPr>
          <p:cNvPr id="4" name="Slide Number Placeholder 3">
            <a:extLst>
              <a:ext uri="{FF2B5EF4-FFF2-40B4-BE49-F238E27FC236}">
                <a16:creationId xmlns:a16="http://schemas.microsoft.com/office/drawing/2014/main" id="{E8A1219E-F8A4-19DA-EB9F-1F326590E527}"/>
              </a:ext>
            </a:extLst>
          </p:cNvPr>
          <p:cNvSpPr>
            <a:spLocks noGrp="1"/>
          </p:cNvSpPr>
          <p:nvPr>
            <p:ph type="sldNum" sz="quarter" idx="5"/>
          </p:nvPr>
        </p:nvSpPr>
        <p:spPr/>
        <p:txBody>
          <a:bodyPr/>
          <a:lstStyle/>
          <a:p>
            <a:fld id="{164FDCDA-5C8E-4E20-BEC5-4BA3DAEABBE8}" type="slidenum">
              <a:rPr lang="en-US" altLang="ja-JP" smtClean="0"/>
              <a:pPr/>
              <a:t>9</a:t>
            </a:fld>
            <a:endParaRPr lang="en-US" altLang="ja-JP"/>
          </a:p>
        </p:txBody>
      </p:sp>
    </p:spTree>
    <p:extLst>
      <p:ext uri="{BB962C8B-B14F-4D97-AF65-F5344CB8AC3E}">
        <p14:creationId xmlns:p14="http://schemas.microsoft.com/office/powerpoint/2010/main" val="3521991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5C9AA-D105-750A-3710-495F23AB8131}"/>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F44C9E83-03E3-85D6-53B5-A29B7CCAE787}"/>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A2B74FE2-972A-5EF9-943E-163FB91748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This study successfully improved the previous CAM system for static incremental forming of discontinuous CFRTP. The updated system addressed several limitations the prior CAM system had, solving three issues: generating precise, error-free toolpaths for complex geometries, significantly reducing toolpath generation time for complex geometries, and streamlining the design-to-manufacturing process.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However, there is still room for improvement with the CAM system and the way we conduct incremental forming with the oil bath.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First, further optimizations and user friendly features can be added to further streamline the process for first time users. Things like a way for the CAM system to Implement automatic detection of workpiece origin so that the setup process can be sped up. Currently, manual origin setting for machine and jig slows experiment cycles.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 change that could be made to the overall process of the experiments is to research methods to cool the oil bath down quicker so that multiple tests could be conducted in one day. </a:t>
            </a:r>
          </a:p>
          <a:p>
            <a:endParaRPr kumimoji="1" lang="en-US" sz="1200" kern="1200" dirty="0">
              <a:solidFill>
                <a:schemeClr val="tx1"/>
              </a:solidFill>
              <a:effectLst/>
              <a:latin typeface="Times New Roman" pitchFamily="18" charset="0"/>
              <a:ea typeface="ＭＳ Ｐ明朝" charset="-128"/>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effectLst/>
                <a:latin typeface="Times New Roman" pitchFamily="18" charset="0"/>
                <a:ea typeface="ＭＳ Ｐ明朝" charset="-128"/>
                <a:cs typeface="+mn-cs"/>
              </a:rPr>
              <a:t>Also finding a 3D scanner that would be able to accurately scan the formed workpiece so that better analysis on the effects of the CAM system can be done. </a:t>
            </a:r>
            <a:endParaRPr kumimoji="1" lang="en-US" sz="1200" b="0" i="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p:txBody>
      </p:sp>
      <p:sp>
        <p:nvSpPr>
          <p:cNvPr id="16388" name="スライド番号プレースホルダ 3">
            <a:extLst>
              <a:ext uri="{FF2B5EF4-FFF2-40B4-BE49-F238E27FC236}">
                <a16:creationId xmlns:a16="http://schemas.microsoft.com/office/drawing/2014/main" id="{3B9F021E-89DB-D7FF-BD02-9CD7C294AF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10</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384398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F9AF-F12E-A749-9BAE-AE0BB280B989}"/>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E3D15706-BDAD-5CFA-A6C4-C4FE8FC64A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11</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2EC6394D-1331-EBFA-7C75-8A0289E944B8}"/>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DBEB1D49-6A98-37B7-8329-F685383B8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Thank you for listening. Do you have any questions?</a:t>
            </a:r>
          </a:p>
        </p:txBody>
      </p:sp>
    </p:spTree>
    <p:extLst>
      <p:ext uri="{BB962C8B-B14F-4D97-AF65-F5344CB8AC3E}">
        <p14:creationId xmlns:p14="http://schemas.microsoft.com/office/powerpoint/2010/main" val="47918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Carbon Fiber Reinforced Thermoplastic (CFRTP) is a composite material that combines carbon fiber with a thermoplastic matrix, offering a high strength-to-weight ratio, durability, and recyclability compared to thermoset composites. It can be easily reshaped when heated, simplifying manufacturing and facilitating repairs, making it an ideal material for various industries where weight reduction, material strength and high upkeep is necessary. In industries like the automotive industry with the Lamborghini Aventador where carbon fiber is used in the frame of the vehicle, the aerospace industry where planes like the Airbus A380 uses CFRTP for various parts like the wings and the vertical tail wing. Trek's Madone bike frames leverage CFRTP for stiffness and reduced weight for sports equipment.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13</a:t>
            </a:fld>
            <a:endParaRPr lang="en-US" altLang="ja-JP"/>
          </a:p>
        </p:txBody>
      </p:sp>
    </p:spTree>
    <p:extLst>
      <p:ext uri="{BB962C8B-B14F-4D97-AF65-F5344CB8AC3E}">
        <p14:creationId xmlns:p14="http://schemas.microsoft.com/office/powerpoint/2010/main" val="1435418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1347318-EDA7-03DA-A7A4-3660588E9983}"/>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272364DD-A87F-2E7C-225D-E74B3CC93C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dirty="0">
              <a:solidFill>
                <a:schemeClr val="tx1"/>
              </a:solidFill>
              <a:effectLst/>
              <a:latin typeface="Times New Roman" pitchFamily="18" charset="0"/>
              <a:ea typeface="ＭＳ Ｐ明朝" charset="-128"/>
              <a:cs typeface="+mn-cs"/>
            </a:endParaRPr>
          </a:p>
        </p:txBody>
      </p:sp>
      <p:sp>
        <p:nvSpPr>
          <p:cNvPr id="13316" name="スライド番号プレースホルダー 3">
            <a:extLst>
              <a:ext uri="{FF2B5EF4-FFF2-40B4-BE49-F238E27FC236}">
                <a16:creationId xmlns:a16="http://schemas.microsoft.com/office/drawing/2014/main" id="{DF1A66F7-DD91-1EE9-A158-4FE667928E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15</a:t>
            </a:fld>
            <a:endParaRPr lang="en-US" altLang="ja-JP" sz="1200" b="0">
              <a:solidFill>
                <a:schemeClr val="tx1"/>
              </a:solidFill>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839AB-E297-0C5C-7F4D-0E11A17E5B4C}"/>
            </a:ext>
          </a:extLst>
        </p:cNvPr>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45EB18A1-298D-46CE-D721-EF0C0C82E33B}"/>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5B5E64DC-7E51-9696-C02D-A2A1A8C6DE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dirty="0">
              <a:solidFill>
                <a:schemeClr val="tx1"/>
              </a:solidFill>
              <a:effectLst/>
              <a:latin typeface="Times New Roman" pitchFamily="18" charset="0"/>
              <a:ea typeface="ＭＳ Ｐ明朝" charset="-128"/>
              <a:cs typeface="+mn-cs"/>
            </a:endParaRPr>
          </a:p>
        </p:txBody>
      </p:sp>
      <p:sp>
        <p:nvSpPr>
          <p:cNvPr id="13316" name="スライド番号プレースホルダー 3">
            <a:extLst>
              <a:ext uri="{FF2B5EF4-FFF2-40B4-BE49-F238E27FC236}">
                <a16:creationId xmlns:a16="http://schemas.microsoft.com/office/drawing/2014/main" id="{DAB61529-92FD-6A16-1977-583040974B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16</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511399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17</a:t>
            </a:fld>
            <a:endParaRPr lang="en-US" altLang="ja-JP"/>
          </a:p>
        </p:txBody>
      </p:sp>
    </p:spTree>
    <p:extLst>
      <p:ext uri="{BB962C8B-B14F-4D97-AF65-F5344CB8AC3E}">
        <p14:creationId xmlns:p14="http://schemas.microsoft.com/office/powerpoint/2010/main" val="1868935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What are CAD and CAM systems?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CAD and CAM systems are different technologies used for product design and manufacturing.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CAD software creates, modifies, analyzes, and optimizes 2D or 3D digital models of physical objects. Engineers and designers can visualize designs, perform simulations, and generate precise technical drawings. Some examples of CAD software are Creo and Fusion 360.</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CAM systems are software that uses CAD models to control and automate manufacturing processes, such as CNC machining, and 3D printing. The software generates tool paths and instructions for machines to produce parts efficiently and precisely. </a:t>
            </a:r>
          </a:p>
          <a:p>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(Computer Numerical Control)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18</a:t>
            </a:fld>
            <a:endParaRPr lang="en-US" altLang="ja-JP" dirty="0"/>
          </a:p>
        </p:txBody>
      </p:sp>
    </p:spTree>
    <p:extLst>
      <p:ext uri="{BB962C8B-B14F-4D97-AF65-F5344CB8AC3E}">
        <p14:creationId xmlns:p14="http://schemas.microsoft.com/office/powerpoint/2010/main" val="2913099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Between now and the next presentation, my goal is to conduct experiments with CRTP in an oil bath with and without the mold. I will also learn how to use the 3D scanner to analyze the results, as right now, it is hard to determine accurately if the test piece was formed to the correct specifications.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After this, I will attempt to improve the formability of the test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experimental equipment will be the same as that used in previous research. The T -22H oil bath and silicon oil will be used to heat the CFRTP for forming.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test piece will be a sheet of CFRTP that is 110 mm × 110 mm thick and 1 mm thick.</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19</a:t>
            </a:fld>
            <a:endParaRPr lang="en-US" altLang="ja-JP"/>
          </a:p>
        </p:txBody>
      </p:sp>
    </p:spTree>
    <p:extLst>
      <p:ext uri="{BB962C8B-B14F-4D97-AF65-F5344CB8AC3E}">
        <p14:creationId xmlns:p14="http://schemas.microsoft.com/office/powerpoint/2010/main" val="2470048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76E9-9F72-D7F3-B201-02E1566DE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60068-73DD-C390-3516-BFFC3024C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0C8F5-1C1A-D11B-8F52-2826950DBC56}"/>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The experimental conditions used for the oil testing will be based on the previous research's experimental conditions for the experiment that had the best results, as shown in the table on the right. The feed rate, spindle rotation, pitch, and temperature will be the same, while the other conditions will differ as the test shape is different. </a:t>
            </a:r>
          </a:p>
        </p:txBody>
      </p:sp>
      <p:sp>
        <p:nvSpPr>
          <p:cNvPr id="4" name="Slide Number Placeholder 3">
            <a:extLst>
              <a:ext uri="{FF2B5EF4-FFF2-40B4-BE49-F238E27FC236}">
                <a16:creationId xmlns:a16="http://schemas.microsoft.com/office/drawing/2014/main" id="{547002EB-7664-7DD8-EC55-C6D2CF48761B}"/>
              </a:ext>
            </a:extLst>
          </p:cNvPr>
          <p:cNvSpPr>
            <a:spLocks noGrp="1"/>
          </p:cNvSpPr>
          <p:nvPr>
            <p:ph type="sldNum" sz="quarter" idx="5"/>
          </p:nvPr>
        </p:nvSpPr>
        <p:spPr/>
        <p:txBody>
          <a:bodyPr/>
          <a:lstStyle/>
          <a:p>
            <a:fld id="{164FDCDA-5C8E-4E20-BEC5-4BA3DAEABBE8}" type="slidenum">
              <a:rPr lang="en-US" altLang="ja-JP" smtClean="0"/>
              <a:pPr/>
              <a:t>20</a:t>
            </a:fld>
            <a:endParaRPr lang="en-US" altLang="ja-JP"/>
          </a:p>
        </p:txBody>
      </p:sp>
    </p:spTree>
    <p:extLst>
      <p:ext uri="{BB962C8B-B14F-4D97-AF65-F5344CB8AC3E}">
        <p14:creationId xmlns:p14="http://schemas.microsoft.com/office/powerpoint/2010/main" val="3272932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CA439828-FEC1-DB8F-BF5D-AE3DD4BF8EC6}"/>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7C445BA2-7927-1D9D-5EDA-F7DDEB50DC5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90560E98-DB61-CCEA-B3D0-7DEE748FBC04}"/>
              </a:ext>
            </a:extLst>
          </p:cNvPr>
          <p:cNvSpPr>
            <a:spLocks noGrp="1" noChangeArrowheads="1"/>
          </p:cNvSpPr>
          <p:nvPr>
            <p:ph type="sldNum" sz="quarter" idx="12"/>
          </p:nvPr>
        </p:nvSpPr>
        <p:spPr>
          <a:ln/>
        </p:spPr>
        <p:txBody>
          <a:bodyPr/>
          <a:lstStyle>
            <a:lvl1pPr>
              <a:defRPr/>
            </a:lvl1pPr>
          </a:lstStyle>
          <a:p>
            <a:r>
              <a:rPr lang="en-US" altLang="ja-JP"/>
              <a:t>No.</a:t>
            </a:r>
            <a:fld id="{C234E099-0AB4-450A-BF20-F5388E2789CD}" type="slidenum">
              <a:rPr lang="en-US" altLang="ja-JP"/>
              <a:pPr/>
              <a:t>‹#›</a:t>
            </a:fld>
            <a:endParaRPr lang="en-US" altLang="ja-JP"/>
          </a:p>
        </p:txBody>
      </p:sp>
    </p:spTree>
    <p:extLst>
      <p:ext uri="{BB962C8B-B14F-4D97-AF65-F5344CB8AC3E}">
        <p14:creationId xmlns:p14="http://schemas.microsoft.com/office/powerpoint/2010/main" val="3415164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C2517CDC-B0BF-EA32-11CE-81E7390B467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C5DDEC57-DF00-BAFC-AE48-FE0FC211B86F}"/>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F074E127-3ACF-3BAE-3B9D-1C10B1BB5B63}"/>
              </a:ext>
            </a:extLst>
          </p:cNvPr>
          <p:cNvSpPr>
            <a:spLocks noGrp="1" noChangeArrowheads="1"/>
          </p:cNvSpPr>
          <p:nvPr>
            <p:ph type="sldNum" sz="quarter" idx="12"/>
          </p:nvPr>
        </p:nvSpPr>
        <p:spPr>
          <a:ln/>
        </p:spPr>
        <p:txBody>
          <a:bodyPr/>
          <a:lstStyle>
            <a:lvl1pPr>
              <a:defRPr/>
            </a:lvl1pPr>
          </a:lstStyle>
          <a:p>
            <a:r>
              <a:rPr lang="en-US" altLang="ja-JP"/>
              <a:t>No.</a:t>
            </a:r>
            <a:fld id="{5C1FA935-C3F5-4DDE-9F4C-C9BD4960D2A8}" type="slidenum">
              <a:rPr lang="en-US" altLang="ja-JP"/>
              <a:pPr/>
              <a:t>‹#›</a:t>
            </a:fld>
            <a:endParaRPr lang="en-US" altLang="ja-JP"/>
          </a:p>
        </p:txBody>
      </p:sp>
    </p:spTree>
    <p:extLst>
      <p:ext uri="{BB962C8B-B14F-4D97-AF65-F5344CB8AC3E}">
        <p14:creationId xmlns:p14="http://schemas.microsoft.com/office/powerpoint/2010/main" val="215189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D64ABED1-AD63-3326-C1B6-401BD102E34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A08D9ADC-D2A2-21E7-B65F-1C14FD138A2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6BC327E4-71F1-ADE1-4778-AEB67B4DECF8}"/>
              </a:ext>
            </a:extLst>
          </p:cNvPr>
          <p:cNvSpPr>
            <a:spLocks noGrp="1" noChangeArrowheads="1"/>
          </p:cNvSpPr>
          <p:nvPr>
            <p:ph type="sldNum" sz="quarter" idx="12"/>
          </p:nvPr>
        </p:nvSpPr>
        <p:spPr>
          <a:ln/>
        </p:spPr>
        <p:txBody>
          <a:bodyPr/>
          <a:lstStyle>
            <a:lvl1pPr>
              <a:defRPr/>
            </a:lvl1pPr>
          </a:lstStyle>
          <a:p>
            <a:r>
              <a:rPr lang="en-US" altLang="ja-JP"/>
              <a:t>No.</a:t>
            </a:r>
            <a:fld id="{2BED7F2E-8CDF-4546-8FE4-E96D4D70E0A2}" type="slidenum">
              <a:rPr lang="en-US" altLang="ja-JP"/>
              <a:pPr/>
              <a:t>‹#›</a:t>
            </a:fld>
            <a:endParaRPr lang="en-US" altLang="ja-JP"/>
          </a:p>
        </p:txBody>
      </p:sp>
    </p:spTree>
    <p:extLst>
      <p:ext uri="{BB962C8B-B14F-4D97-AF65-F5344CB8AC3E}">
        <p14:creationId xmlns:p14="http://schemas.microsoft.com/office/powerpoint/2010/main" val="838844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a:extLst>
              <a:ext uri="{FF2B5EF4-FFF2-40B4-BE49-F238E27FC236}">
                <a16:creationId xmlns:a16="http://schemas.microsoft.com/office/drawing/2014/main" id="{636E4818-9261-F9A4-58FD-26A968994A1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F88D7C35-0049-B037-5BE0-C474BF5FE5F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27B3EF4A-AAFA-1B09-AFB9-E6B1C3755D26}"/>
              </a:ext>
            </a:extLst>
          </p:cNvPr>
          <p:cNvSpPr>
            <a:spLocks noGrp="1" noChangeArrowheads="1"/>
          </p:cNvSpPr>
          <p:nvPr>
            <p:ph type="sldNum" sz="quarter" idx="12"/>
          </p:nvPr>
        </p:nvSpPr>
        <p:spPr>
          <a:ln/>
        </p:spPr>
        <p:txBody>
          <a:bodyPr/>
          <a:lstStyle>
            <a:lvl1pPr>
              <a:defRPr/>
            </a:lvl1pPr>
          </a:lstStyle>
          <a:p>
            <a:r>
              <a:rPr lang="en-US" altLang="ja-JP"/>
              <a:t>No.</a:t>
            </a:r>
            <a:fld id="{B6E47E99-21BC-423E-A334-1D83724BAAD2}" type="slidenum">
              <a:rPr lang="en-US" altLang="ja-JP"/>
              <a:pPr/>
              <a:t>‹#›</a:t>
            </a:fld>
            <a:endParaRPr lang="en-US" altLang="ja-JP"/>
          </a:p>
        </p:txBody>
      </p:sp>
    </p:spTree>
    <p:extLst>
      <p:ext uri="{BB962C8B-B14F-4D97-AF65-F5344CB8AC3E}">
        <p14:creationId xmlns:p14="http://schemas.microsoft.com/office/powerpoint/2010/main" val="1605166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32B7C4FB-DBC0-E85C-6B1E-05447BA47F8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B75D162F-8466-52C2-2A42-00A629480A7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764B8D93-9546-B295-1040-2270F90B3101}"/>
              </a:ext>
            </a:extLst>
          </p:cNvPr>
          <p:cNvSpPr>
            <a:spLocks noGrp="1" noChangeArrowheads="1"/>
          </p:cNvSpPr>
          <p:nvPr>
            <p:ph type="sldNum" sz="quarter" idx="12"/>
          </p:nvPr>
        </p:nvSpPr>
        <p:spPr>
          <a:ln/>
        </p:spPr>
        <p:txBody>
          <a:bodyPr/>
          <a:lstStyle>
            <a:lvl1pPr>
              <a:defRPr/>
            </a:lvl1pPr>
          </a:lstStyle>
          <a:p>
            <a:r>
              <a:rPr lang="en-US" altLang="ja-JP"/>
              <a:t>No.</a:t>
            </a:r>
            <a:fld id="{F838018D-4D2A-4F32-A906-7A867FDB62ED}" type="slidenum">
              <a:rPr lang="en-US" altLang="ja-JP"/>
              <a:pPr/>
              <a:t>‹#›</a:t>
            </a:fld>
            <a:endParaRPr lang="en-US" altLang="ja-JP"/>
          </a:p>
        </p:txBody>
      </p:sp>
    </p:spTree>
    <p:extLst>
      <p:ext uri="{BB962C8B-B14F-4D97-AF65-F5344CB8AC3E}">
        <p14:creationId xmlns:p14="http://schemas.microsoft.com/office/powerpoint/2010/main" val="1617064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F7FE116E-00A1-3C00-352B-6F8B6BAC303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EE11FFCC-CC5A-16A5-D10C-E5FD33BC7C55}"/>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F9AD60C9-B096-BAC8-F831-CF38BCED6611}"/>
              </a:ext>
            </a:extLst>
          </p:cNvPr>
          <p:cNvSpPr>
            <a:spLocks noGrp="1" noChangeArrowheads="1"/>
          </p:cNvSpPr>
          <p:nvPr>
            <p:ph type="sldNum" sz="quarter" idx="12"/>
          </p:nvPr>
        </p:nvSpPr>
        <p:spPr>
          <a:ln/>
        </p:spPr>
        <p:txBody>
          <a:bodyPr/>
          <a:lstStyle>
            <a:lvl1pPr>
              <a:defRPr/>
            </a:lvl1pPr>
          </a:lstStyle>
          <a:p>
            <a:r>
              <a:rPr lang="en-US" altLang="ja-JP"/>
              <a:t>No.</a:t>
            </a:r>
            <a:fld id="{72F3C475-34C3-4F14-BD11-B93CF9B7AA4D}" type="slidenum">
              <a:rPr lang="en-US" altLang="ja-JP"/>
              <a:pPr/>
              <a:t>‹#›</a:t>
            </a:fld>
            <a:endParaRPr lang="en-US" altLang="ja-JP"/>
          </a:p>
        </p:txBody>
      </p:sp>
    </p:spTree>
    <p:extLst>
      <p:ext uri="{BB962C8B-B14F-4D97-AF65-F5344CB8AC3E}">
        <p14:creationId xmlns:p14="http://schemas.microsoft.com/office/powerpoint/2010/main" val="312166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CF3EA1-F9B0-9095-D9FB-6A7FAD529A0D}"/>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D0416357-7694-70D1-CCFF-4FFEEB4B619E}"/>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A600F669-22E1-C040-E288-91D5F15A8201}"/>
              </a:ext>
            </a:extLst>
          </p:cNvPr>
          <p:cNvSpPr>
            <a:spLocks noGrp="1" noChangeArrowheads="1"/>
          </p:cNvSpPr>
          <p:nvPr>
            <p:ph type="sldNum" sz="quarter" idx="12"/>
          </p:nvPr>
        </p:nvSpPr>
        <p:spPr>
          <a:ln/>
        </p:spPr>
        <p:txBody>
          <a:bodyPr/>
          <a:lstStyle>
            <a:lvl1pPr>
              <a:defRPr/>
            </a:lvl1pPr>
          </a:lstStyle>
          <a:p>
            <a:r>
              <a:rPr lang="en-US" altLang="ja-JP"/>
              <a:t>No.</a:t>
            </a:r>
            <a:fld id="{721ED71F-7F3A-4A9C-A5EC-5516A79DC590}" type="slidenum">
              <a:rPr lang="en-US" altLang="ja-JP"/>
              <a:pPr/>
              <a:t>‹#›</a:t>
            </a:fld>
            <a:endParaRPr lang="en-US" altLang="ja-JP"/>
          </a:p>
        </p:txBody>
      </p:sp>
    </p:spTree>
    <p:extLst>
      <p:ext uri="{BB962C8B-B14F-4D97-AF65-F5344CB8AC3E}">
        <p14:creationId xmlns:p14="http://schemas.microsoft.com/office/powerpoint/2010/main" val="515519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F326F20B-4E43-5EC2-29C9-2BA66CFF42B1}"/>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A3B130D8-AB0F-1052-0915-E76FB7ADF391}"/>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3BF0CF05-0529-97B7-BB21-6F188350EFBA}"/>
              </a:ext>
            </a:extLst>
          </p:cNvPr>
          <p:cNvSpPr>
            <a:spLocks noGrp="1" noChangeArrowheads="1"/>
          </p:cNvSpPr>
          <p:nvPr>
            <p:ph type="sldNum" sz="quarter" idx="12"/>
          </p:nvPr>
        </p:nvSpPr>
        <p:spPr>
          <a:ln/>
        </p:spPr>
        <p:txBody>
          <a:bodyPr/>
          <a:lstStyle>
            <a:lvl1pPr>
              <a:defRPr/>
            </a:lvl1pPr>
          </a:lstStyle>
          <a:p>
            <a:r>
              <a:rPr lang="en-US" altLang="ja-JP"/>
              <a:t>No.</a:t>
            </a:r>
            <a:fld id="{78BBCC93-411C-4960-9903-0D85BF460A1D}" type="slidenum">
              <a:rPr lang="en-US" altLang="ja-JP"/>
              <a:pPr/>
              <a:t>‹#›</a:t>
            </a:fld>
            <a:endParaRPr lang="en-US" altLang="ja-JP"/>
          </a:p>
        </p:txBody>
      </p:sp>
    </p:spTree>
    <p:extLst>
      <p:ext uri="{BB962C8B-B14F-4D97-AF65-F5344CB8AC3E}">
        <p14:creationId xmlns:p14="http://schemas.microsoft.com/office/powerpoint/2010/main" val="2472526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4723E8EE-0067-2C05-F668-660A04774B67}"/>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178C1DEC-D50C-9BED-E56A-F05A6D4FE9C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DE5F3C81-D971-AAA4-1177-11086DD211D1}"/>
              </a:ext>
            </a:extLst>
          </p:cNvPr>
          <p:cNvSpPr>
            <a:spLocks noGrp="1" noChangeArrowheads="1"/>
          </p:cNvSpPr>
          <p:nvPr>
            <p:ph type="sldNum" sz="quarter" idx="12"/>
          </p:nvPr>
        </p:nvSpPr>
        <p:spPr>
          <a:ln/>
        </p:spPr>
        <p:txBody>
          <a:bodyPr/>
          <a:lstStyle>
            <a:lvl1pPr>
              <a:defRPr/>
            </a:lvl1pPr>
          </a:lstStyle>
          <a:p>
            <a:r>
              <a:rPr lang="en-US" altLang="ja-JP"/>
              <a:t>No.</a:t>
            </a:r>
            <a:fld id="{4998BFCA-0B2A-4D3A-AE72-57C462D69A69}" type="slidenum">
              <a:rPr lang="en-US" altLang="ja-JP"/>
              <a:pPr/>
              <a:t>‹#›</a:t>
            </a:fld>
            <a:endParaRPr lang="en-US" altLang="ja-JP"/>
          </a:p>
        </p:txBody>
      </p:sp>
    </p:spTree>
    <p:extLst>
      <p:ext uri="{BB962C8B-B14F-4D97-AF65-F5344CB8AC3E}">
        <p14:creationId xmlns:p14="http://schemas.microsoft.com/office/powerpoint/2010/main" val="1265463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B03113D3-AF69-3D4D-C23B-D3F5AAD5C47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2D967ABB-70C7-A4E7-ADFE-FC89EDE0824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726D63DD-651B-C59F-A573-0FE7AE340E92}"/>
              </a:ext>
            </a:extLst>
          </p:cNvPr>
          <p:cNvSpPr>
            <a:spLocks noGrp="1" noChangeArrowheads="1"/>
          </p:cNvSpPr>
          <p:nvPr>
            <p:ph type="sldNum" sz="quarter" idx="12"/>
          </p:nvPr>
        </p:nvSpPr>
        <p:spPr>
          <a:ln/>
        </p:spPr>
        <p:txBody>
          <a:bodyPr/>
          <a:lstStyle>
            <a:lvl1pPr>
              <a:defRPr/>
            </a:lvl1pPr>
          </a:lstStyle>
          <a:p>
            <a:r>
              <a:rPr lang="en-US" altLang="ja-JP"/>
              <a:t>No.</a:t>
            </a:r>
            <a:fld id="{661C0C93-C27B-47B4-ACD1-5C5B57329E48}" type="slidenum">
              <a:rPr lang="en-US" altLang="ja-JP"/>
              <a:pPr/>
              <a:t>‹#›</a:t>
            </a:fld>
            <a:endParaRPr lang="en-US" altLang="ja-JP"/>
          </a:p>
        </p:txBody>
      </p:sp>
    </p:spTree>
    <p:extLst>
      <p:ext uri="{BB962C8B-B14F-4D97-AF65-F5344CB8AC3E}">
        <p14:creationId xmlns:p14="http://schemas.microsoft.com/office/powerpoint/2010/main" val="3745904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819900" y="76200"/>
            <a:ext cx="2095500" cy="60198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533400" y="76200"/>
            <a:ext cx="6134100" cy="60198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21CEDA5E-12C4-8923-C27F-F318965B8CD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B9F916B7-1EBB-9833-B093-CFC7CE8AD6F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BED542B0-22FE-5E6B-CE37-98207E948F13}"/>
              </a:ext>
            </a:extLst>
          </p:cNvPr>
          <p:cNvSpPr>
            <a:spLocks noGrp="1" noChangeArrowheads="1"/>
          </p:cNvSpPr>
          <p:nvPr>
            <p:ph type="sldNum" sz="quarter" idx="12"/>
          </p:nvPr>
        </p:nvSpPr>
        <p:spPr>
          <a:ln/>
        </p:spPr>
        <p:txBody>
          <a:bodyPr/>
          <a:lstStyle>
            <a:lvl1pPr>
              <a:defRPr/>
            </a:lvl1pPr>
          </a:lstStyle>
          <a:p>
            <a:r>
              <a:rPr lang="en-US" altLang="ja-JP"/>
              <a:t>No.</a:t>
            </a:r>
            <a:fld id="{6F3F576B-8B7C-428E-816B-FB9924D4D13E}" type="slidenum">
              <a:rPr lang="en-US" altLang="ja-JP"/>
              <a:pPr/>
              <a:t>‹#›</a:t>
            </a:fld>
            <a:endParaRPr lang="en-US" altLang="ja-JP"/>
          </a:p>
        </p:txBody>
      </p:sp>
    </p:spTree>
    <p:extLst>
      <p:ext uri="{BB962C8B-B14F-4D97-AF65-F5344CB8AC3E}">
        <p14:creationId xmlns:p14="http://schemas.microsoft.com/office/powerpoint/2010/main" val="3171152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slide枠">
            <a:extLst>
              <a:ext uri="{FF2B5EF4-FFF2-40B4-BE49-F238E27FC236}">
                <a16:creationId xmlns:a16="http://schemas.microsoft.com/office/drawing/2014/main" id="{8193C91A-08EF-3D09-FE07-D26BA7E8CDC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363" y="134938"/>
            <a:ext cx="8677275" cy="658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689B19C3-4BB0-54AA-BC68-B86867A87219}"/>
              </a:ext>
            </a:extLst>
          </p:cNvPr>
          <p:cNvSpPr>
            <a:spLocks noGrp="1" noChangeArrowheads="1"/>
          </p:cNvSpPr>
          <p:nvPr>
            <p:ph type="title"/>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
            <a:extLst>
              <a:ext uri="{FF2B5EF4-FFF2-40B4-BE49-F238E27FC236}">
                <a16:creationId xmlns:a16="http://schemas.microsoft.com/office/drawing/2014/main" id="{4EFC3D10-475D-5B50-BDC1-E1A2D7FB144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 name="Rectangle 4">
            <a:extLst>
              <a:ext uri="{FF2B5EF4-FFF2-40B4-BE49-F238E27FC236}">
                <a16:creationId xmlns:a16="http://schemas.microsoft.com/office/drawing/2014/main" id="{0B7A7F49-D441-8EA1-A76B-E0F9DF41DC5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solidFill>
                  <a:schemeClr val="tx1"/>
                </a:solidFill>
                <a:latin typeface="+mn-lt"/>
                <a:ea typeface="+mn-ea"/>
              </a:defRPr>
            </a:lvl1pPr>
          </a:lstStyle>
          <a:p>
            <a:pPr>
              <a:defRPr/>
            </a:pPr>
            <a:endParaRPr lang="en-US" altLang="ja-JP"/>
          </a:p>
        </p:txBody>
      </p:sp>
      <p:sp>
        <p:nvSpPr>
          <p:cNvPr id="1029" name="Rectangle 5">
            <a:extLst>
              <a:ext uri="{FF2B5EF4-FFF2-40B4-BE49-F238E27FC236}">
                <a16:creationId xmlns:a16="http://schemas.microsoft.com/office/drawing/2014/main" id="{39C0041A-F90D-C92A-29A6-72CA76F70D0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solidFill>
                  <a:schemeClr val="tx1"/>
                </a:solidFill>
                <a:latin typeface="+mn-lt"/>
                <a:ea typeface="+mn-ea"/>
              </a:defRPr>
            </a:lvl1pPr>
          </a:lstStyle>
          <a:p>
            <a:pPr>
              <a:defRPr/>
            </a:pPr>
            <a:endParaRPr lang="en-US" altLang="ja-JP"/>
          </a:p>
        </p:txBody>
      </p:sp>
      <p:sp>
        <p:nvSpPr>
          <p:cNvPr id="1030" name="Rectangle 6">
            <a:extLst>
              <a:ext uri="{FF2B5EF4-FFF2-40B4-BE49-F238E27FC236}">
                <a16:creationId xmlns:a16="http://schemas.microsoft.com/office/drawing/2014/main" id="{3C551E17-7904-21F8-D79D-6518F0D02EF0}"/>
              </a:ext>
            </a:extLst>
          </p:cNvPr>
          <p:cNvSpPr>
            <a:spLocks noGrp="1" noChangeArrowheads="1"/>
          </p:cNvSpPr>
          <p:nvPr>
            <p:ph type="sldNum" sz="quarter" idx="4"/>
          </p:nvPr>
        </p:nvSpPr>
        <p:spPr bwMode="auto">
          <a:xfrm>
            <a:off x="7010400" y="152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anose="02020603050405020304" pitchFamily="18" charset="0"/>
              </a:defRPr>
            </a:lvl1pPr>
          </a:lstStyle>
          <a:p>
            <a:r>
              <a:rPr lang="en-US" altLang="ja-JP"/>
              <a:t>No.</a:t>
            </a:r>
            <a:fld id="{FC41ACF0-AC3B-477D-9B95-465ECFF9A039}" type="slidenum">
              <a:rPr lang="en-US" altLang="ja-JP"/>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5.jpg"/></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4">
            <a:extLst>
              <a:ext uri="{FF2B5EF4-FFF2-40B4-BE49-F238E27FC236}">
                <a16:creationId xmlns:a16="http://schemas.microsoft.com/office/drawing/2014/main" id="{5DBD9CB9-BD98-8FE8-F1FC-2CB17A8D7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3">
            <a:extLst>
              <a:ext uri="{FF2B5EF4-FFF2-40B4-BE49-F238E27FC236}">
                <a16:creationId xmlns:a16="http://schemas.microsoft.com/office/drawing/2014/main" id="{1CC227A7-F3E8-6F8F-0D53-311E27A95BB9}"/>
              </a:ext>
            </a:extLst>
          </p:cNvPr>
          <p:cNvSpPr txBox="1">
            <a:spLocks noChangeArrowheads="1"/>
          </p:cNvSpPr>
          <p:nvPr/>
        </p:nvSpPr>
        <p:spPr bwMode="auto">
          <a:xfrm>
            <a:off x="179388" y="1916113"/>
            <a:ext cx="8604250"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sz="3600" dirty="0">
                <a:latin typeface="+mj-lt"/>
              </a:rPr>
              <a:t>Development of CAM systems for the Incremental Forming of CFRTP from 3D CAD data</a:t>
            </a:r>
            <a:endParaRPr lang="en-US" altLang="ja-JP" sz="3600" dirty="0">
              <a:latin typeface="+mj-lt"/>
              <a:ea typeface="ＭＳ ゴシック" panose="020B0609070205080204" pitchFamily="49" charset="-128"/>
            </a:endParaRPr>
          </a:p>
        </p:txBody>
      </p:sp>
      <p:sp>
        <p:nvSpPr>
          <p:cNvPr id="2054" name="Text Box 14">
            <a:extLst>
              <a:ext uri="{FF2B5EF4-FFF2-40B4-BE49-F238E27FC236}">
                <a16:creationId xmlns:a16="http://schemas.microsoft.com/office/drawing/2014/main" id="{ACE641F1-5D1F-3706-FD84-E3B8318385EA}"/>
              </a:ext>
            </a:extLst>
          </p:cNvPr>
          <p:cNvSpPr txBox="1">
            <a:spLocks noChangeArrowheads="1"/>
          </p:cNvSpPr>
          <p:nvPr/>
        </p:nvSpPr>
        <p:spPr bwMode="auto">
          <a:xfrm>
            <a:off x="1907704" y="4076700"/>
            <a:ext cx="6948959" cy="1846659"/>
          </a:xfrm>
          <a:prstGeom prst="rect">
            <a:avLst/>
          </a:prstGeom>
          <a:noFill/>
          <a:ln w="9525">
            <a:noFill/>
            <a:miter lim="800000"/>
            <a:headEnd/>
            <a:tailEnd/>
          </a:ln>
        </p:spPr>
        <p:txBody>
          <a:bodyPr wrap="square" lIns="0" tIns="0" rIns="0" bIns="0">
            <a:spAutoFit/>
          </a:bodyPr>
          <a:lstStyle/>
          <a:p>
            <a:pPr algn="r" eaLnBrk="1" hangingPunct="1">
              <a:spcBef>
                <a:spcPct val="50000"/>
              </a:spcBef>
              <a:defRPr/>
            </a:pPr>
            <a:r>
              <a:rPr lang="en-US" altLang="ja-JP" sz="2400" dirty="0">
                <a:solidFill>
                  <a:schemeClr val="tx1"/>
                </a:solidFill>
                <a:latin typeface="Arial (Headings)"/>
                <a:ea typeface="+mj-ea"/>
              </a:rPr>
              <a:t>Sophia University, Faculty of Science and Technology, Green Engineering Program</a:t>
            </a:r>
          </a:p>
          <a:p>
            <a:pPr algn="r" eaLnBrk="1" hangingPunct="1">
              <a:spcBef>
                <a:spcPct val="50000"/>
              </a:spcBef>
              <a:defRPr/>
            </a:pPr>
            <a:r>
              <a:rPr lang="en-US" altLang="ja-JP" sz="2400" dirty="0">
                <a:solidFill>
                  <a:schemeClr val="tx1"/>
                </a:solidFill>
                <a:latin typeface="Arial (Headings)"/>
                <a:ea typeface="+mj-ea"/>
              </a:rPr>
              <a:t>Precision Engineering Laboratory</a:t>
            </a:r>
          </a:p>
          <a:p>
            <a:pPr algn="r" eaLnBrk="1" hangingPunct="1">
              <a:spcBef>
                <a:spcPct val="50000"/>
              </a:spcBef>
              <a:defRPr/>
            </a:pPr>
            <a:r>
              <a:rPr lang="en-US" altLang="ja-JP" sz="2400" dirty="0">
                <a:solidFill>
                  <a:schemeClr val="tx1"/>
                </a:solidFill>
                <a:latin typeface="Arial (Headings)"/>
                <a:ea typeface="+mj-ea"/>
              </a:rPr>
              <a:t>A2177802 Karter Wong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スライド番号プレースホルダ 1">
            <a:extLst>
              <a:ext uri="{FF2B5EF4-FFF2-40B4-BE49-F238E27FC236}">
                <a16:creationId xmlns:a16="http://schemas.microsoft.com/office/drawing/2014/main" id="{7C6EE3EA-58E0-DBC2-1C35-F84C4EA6B2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a:t>
            </a:r>
            <a:fld id="{4E743043-C325-4860-B4D7-407FF6919FEB}" type="slidenum">
              <a:rPr lang="en-US" altLang="ja-JP" sz="1400"/>
              <a:pPr>
                <a:spcBef>
                  <a:spcPct val="0"/>
                </a:spcBef>
                <a:buFontTx/>
                <a:buNone/>
              </a:pPr>
              <a:t>1</a:t>
            </a:fld>
            <a:endParaRPr lang="en-US" altLang="ja-JP" sz="1400" dirty="0"/>
          </a:p>
        </p:txBody>
      </p:sp>
      <p:sp>
        <p:nvSpPr>
          <p:cNvPr id="8202" name="タイトル 12">
            <a:extLst>
              <a:ext uri="{FF2B5EF4-FFF2-40B4-BE49-F238E27FC236}">
                <a16:creationId xmlns:a16="http://schemas.microsoft.com/office/drawing/2014/main" id="{BFB981AB-7ECB-A2AE-8B75-F4D10BE0001A}"/>
              </a:ext>
            </a:extLst>
          </p:cNvPr>
          <p:cNvSpPr>
            <a:spLocks noGrp="1"/>
          </p:cNvSpPr>
          <p:nvPr>
            <p:ph type="title" idx="4294967295"/>
          </p:nvPr>
        </p:nvSpPr>
        <p:spPr/>
        <p:txBody>
          <a:bodyPr/>
          <a:lstStyle/>
          <a:p>
            <a:r>
              <a:rPr lang="en-US" altLang="ja-JP" sz="2800" b="1" dirty="0">
                <a:solidFill>
                  <a:schemeClr val="tx1"/>
                </a:solidFill>
              </a:rPr>
              <a:t>Presentation</a:t>
            </a:r>
            <a:r>
              <a:rPr lang="en-US" altLang="ja-JP" b="1" dirty="0">
                <a:solidFill>
                  <a:schemeClr val="tx1"/>
                </a:solidFill>
              </a:rPr>
              <a:t> </a:t>
            </a:r>
            <a:r>
              <a:rPr lang="en-US" altLang="ja-JP" sz="2800" b="1" dirty="0">
                <a:solidFill>
                  <a:schemeClr val="tx1"/>
                </a:solidFill>
              </a:rPr>
              <a:t>content</a:t>
            </a:r>
            <a:endParaRPr lang="ja-JP" altLang="en-US" sz="2800" b="1" dirty="0">
              <a:solidFill>
                <a:schemeClr val="tx1"/>
              </a:solidFill>
            </a:endParaRPr>
          </a:p>
        </p:txBody>
      </p:sp>
      <p:sp>
        <p:nvSpPr>
          <p:cNvPr id="22" name="TextBox 21">
            <a:extLst>
              <a:ext uri="{FF2B5EF4-FFF2-40B4-BE49-F238E27FC236}">
                <a16:creationId xmlns:a16="http://schemas.microsoft.com/office/drawing/2014/main" id="{778E2D99-7598-5612-5184-CB7A0F8E6A03}"/>
              </a:ext>
            </a:extLst>
          </p:cNvPr>
          <p:cNvSpPr txBox="1"/>
          <p:nvPr/>
        </p:nvSpPr>
        <p:spPr>
          <a:xfrm>
            <a:off x="323528" y="764704"/>
            <a:ext cx="8496944" cy="5256584"/>
          </a:xfrm>
          <a:prstGeom prst="rect">
            <a:avLst/>
          </a:prstGeom>
          <a:noFill/>
        </p:spPr>
        <p:txBody>
          <a:bodyPr wrap="square" rtlCol="0">
            <a:spAutoFit/>
          </a:bodyPr>
          <a:lstStyle/>
          <a:p>
            <a:endParaRPr lang="en-US" dirty="0"/>
          </a:p>
        </p:txBody>
      </p:sp>
      <p:sp>
        <p:nvSpPr>
          <p:cNvPr id="23" name="TextBox 22">
            <a:extLst>
              <a:ext uri="{FF2B5EF4-FFF2-40B4-BE49-F238E27FC236}">
                <a16:creationId xmlns:a16="http://schemas.microsoft.com/office/drawing/2014/main" id="{4CCBC938-FE93-89F6-3192-7194E4DEAB77}"/>
              </a:ext>
            </a:extLst>
          </p:cNvPr>
          <p:cNvSpPr txBox="1"/>
          <p:nvPr/>
        </p:nvSpPr>
        <p:spPr>
          <a:xfrm>
            <a:off x="428464" y="2485055"/>
            <a:ext cx="8287072" cy="2246769"/>
          </a:xfrm>
          <a:prstGeom prst="rect">
            <a:avLst/>
          </a:prstGeom>
          <a:noFill/>
        </p:spPr>
        <p:txBody>
          <a:bodyPr wrap="square" rtlCol="0">
            <a:spAutoFit/>
          </a:bodyPr>
          <a:lstStyle/>
          <a:p>
            <a:pPr marL="457200" indent="-457200">
              <a:buFont typeface="Arial" panose="020B0604020202020204" pitchFamily="34" charset="0"/>
              <a:buChar char="•"/>
            </a:pPr>
            <a:r>
              <a:rPr lang="en-US" dirty="0">
                <a:solidFill>
                  <a:schemeClr val="tx1"/>
                </a:solidFill>
              </a:rPr>
              <a:t>Background Information</a:t>
            </a:r>
          </a:p>
          <a:p>
            <a:pPr marL="457200" indent="-457200">
              <a:buFont typeface="Arial" panose="020B0604020202020204" pitchFamily="34" charset="0"/>
              <a:buChar char="•"/>
            </a:pPr>
            <a:r>
              <a:rPr lang="en-US" dirty="0">
                <a:solidFill>
                  <a:schemeClr val="tx1"/>
                </a:solidFill>
              </a:rPr>
              <a:t>Previous Research</a:t>
            </a:r>
          </a:p>
          <a:p>
            <a:pPr marL="457200" indent="-457200">
              <a:buFont typeface="Arial" panose="020B0604020202020204" pitchFamily="34" charset="0"/>
              <a:buChar char="•"/>
            </a:pPr>
            <a:r>
              <a:rPr lang="en-US" dirty="0">
                <a:solidFill>
                  <a:schemeClr val="tx1"/>
                </a:solidFill>
              </a:rPr>
              <a:t>CAM System Changes</a:t>
            </a:r>
          </a:p>
          <a:p>
            <a:pPr marL="457200" indent="-457200">
              <a:buFont typeface="Arial" panose="020B0604020202020204" pitchFamily="34" charset="0"/>
              <a:buChar char="•"/>
            </a:pPr>
            <a:r>
              <a:rPr lang="en-US" dirty="0">
                <a:solidFill>
                  <a:schemeClr val="tx1"/>
                </a:solidFill>
              </a:rPr>
              <a:t>Research Progress</a:t>
            </a:r>
          </a:p>
          <a:p>
            <a:pPr marL="457200" indent="-457200">
              <a:buFont typeface="Arial" panose="020B0604020202020204" pitchFamily="34" charset="0"/>
              <a:buChar char="•"/>
            </a:pPr>
            <a:r>
              <a:rPr lang="en-US" dirty="0">
                <a:solidFill>
                  <a:schemeClr val="tx1"/>
                </a:solidFill>
              </a:rPr>
              <a:t>Future 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D4D4-6774-6EBB-1031-E911B342465D}"/>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86E928D2-8315-BB88-958A-9EA0420FAC1A}"/>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No.2</a:t>
            </a:r>
          </a:p>
        </p:txBody>
      </p:sp>
      <p:grpSp>
        <p:nvGrpSpPr>
          <p:cNvPr id="7" name="Group 6">
            <a:extLst>
              <a:ext uri="{FF2B5EF4-FFF2-40B4-BE49-F238E27FC236}">
                <a16:creationId xmlns:a16="http://schemas.microsoft.com/office/drawing/2014/main" id="{F0BC27A0-AABB-0556-5F0A-2C7CF24FC040}"/>
              </a:ext>
            </a:extLst>
          </p:cNvPr>
          <p:cNvGrpSpPr/>
          <p:nvPr/>
        </p:nvGrpSpPr>
        <p:grpSpPr>
          <a:xfrm>
            <a:off x="63158" y="900917"/>
            <a:ext cx="3744416" cy="2609933"/>
            <a:chOff x="-1903297" y="-1244762"/>
            <a:chExt cx="6268277" cy="4811507"/>
          </a:xfrm>
        </p:grpSpPr>
        <p:sp>
          <p:nvSpPr>
            <p:cNvPr id="8" name="TextBox 7">
              <a:extLst>
                <a:ext uri="{FF2B5EF4-FFF2-40B4-BE49-F238E27FC236}">
                  <a16:creationId xmlns:a16="http://schemas.microsoft.com/office/drawing/2014/main" id="{696C8FEF-BD2C-99ED-F1D2-8D5E60DB632F}"/>
                </a:ext>
              </a:extLst>
            </p:cNvPr>
            <p:cNvSpPr txBox="1"/>
            <p:nvPr/>
          </p:nvSpPr>
          <p:spPr>
            <a:xfrm>
              <a:off x="267116" y="2602170"/>
              <a:ext cx="1853816" cy="964575"/>
            </a:xfrm>
            <a:prstGeom prst="rect">
              <a:avLst/>
            </a:prstGeom>
            <a:noFill/>
          </p:spPr>
          <p:txBody>
            <a:bodyPr wrap="square" rtlCol="0">
              <a:spAutoFit/>
            </a:bodyPr>
            <a:lstStyle/>
            <a:p>
              <a:pPr algn="ctr"/>
              <a:r>
                <a:rPr lang="en-US" dirty="0">
                  <a:solidFill>
                    <a:schemeClr val="tx1"/>
                  </a:solidFill>
                </a:rPr>
                <a:t>CAD</a:t>
              </a:r>
            </a:p>
          </p:txBody>
        </p:sp>
        <p:pic>
          <p:nvPicPr>
            <p:cNvPr id="3" name="Picture 2" descr="A computer screen shot of a grey object&#10;&#10;AI-generated content may be incorrect.">
              <a:extLst>
                <a:ext uri="{FF2B5EF4-FFF2-40B4-BE49-F238E27FC236}">
                  <a16:creationId xmlns:a16="http://schemas.microsoft.com/office/drawing/2014/main" id="{80CC4932-E8DC-5700-825E-F3BD606216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297" y="-1244762"/>
              <a:ext cx="6268277" cy="3811536"/>
            </a:xfrm>
            <a:prstGeom prst="rect">
              <a:avLst/>
            </a:prstGeom>
          </p:spPr>
        </p:pic>
      </p:grpSp>
      <p:grpSp>
        <p:nvGrpSpPr>
          <p:cNvPr id="19" name="Group 18">
            <a:extLst>
              <a:ext uri="{FF2B5EF4-FFF2-40B4-BE49-F238E27FC236}">
                <a16:creationId xmlns:a16="http://schemas.microsoft.com/office/drawing/2014/main" id="{D83E73C5-312D-08D7-1B1C-6A1C116FCD3B}"/>
              </a:ext>
            </a:extLst>
          </p:cNvPr>
          <p:cNvGrpSpPr/>
          <p:nvPr/>
        </p:nvGrpSpPr>
        <p:grpSpPr>
          <a:xfrm>
            <a:off x="5629774" y="900917"/>
            <a:ext cx="3465580" cy="2541700"/>
            <a:chOff x="5758554" y="3667417"/>
            <a:chExt cx="3465580" cy="2541700"/>
          </a:xfrm>
        </p:grpSpPr>
        <p:sp>
          <p:nvSpPr>
            <p:cNvPr id="14" name="TextBox 13">
              <a:extLst>
                <a:ext uri="{FF2B5EF4-FFF2-40B4-BE49-F238E27FC236}">
                  <a16:creationId xmlns:a16="http://schemas.microsoft.com/office/drawing/2014/main" id="{F60318DA-2039-B681-21CF-305FDDFB62A0}"/>
                </a:ext>
              </a:extLst>
            </p:cNvPr>
            <p:cNvSpPr txBox="1"/>
            <p:nvPr/>
          </p:nvSpPr>
          <p:spPr>
            <a:xfrm>
              <a:off x="6564436" y="5685897"/>
              <a:ext cx="1853816" cy="523220"/>
            </a:xfrm>
            <a:prstGeom prst="rect">
              <a:avLst/>
            </a:prstGeom>
            <a:noFill/>
          </p:spPr>
          <p:txBody>
            <a:bodyPr wrap="square" rtlCol="0">
              <a:spAutoFit/>
            </a:bodyPr>
            <a:lstStyle/>
            <a:p>
              <a:pPr algn="ctr"/>
              <a:r>
                <a:rPr lang="en-US" dirty="0">
                  <a:solidFill>
                    <a:schemeClr val="tx1"/>
                  </a:solidFill>
                </a:rPr>
                <a:t>Forming</a:t>
              </a:r>
            </a:p>
          </p:txBody>
        </p:sp>
        <p:pic>
          <p:nvPicPr>
            <p:cNvPr id="11" name="Picture 10" descr="Close-up of a machine with a square piece of metal&#10;&#10;AI-generated content may be incorrect.">
              <a:extLst>
                <a:ext uri="{FF2B5EF4-FFF2-40B4-BE49-F238E27FC236}">
                  <a16:creationId xmlns:a16="http://schemas.microsoft.com/office/drawing/2014/main" id="{50930E5E-532B-D44A-2640-DAF7EA1E1D21}"/>
                </a:ext>
              </a:extLst>
            </p:cNvPr>
            <p:cNvPicPr>
              <a:picLocks noChangeAspect="1"/>
            </p:cNvPicPr>
            <p:nvPr/>
          </p:nvPicPr>
          <p:blipFill>
            <a:blip r:embed="rId4">
              <a:extLst>
                <a:ext uri="{28A0092B-C50C-407E-A947-70E740481C1C}">
                  <a14:useLocalDpi xmlns:a14="http://schemas.microsoft.com/office/drawing/2010/main" val="0"/>
                </a:ext>
              </a:extLst>
            </a:blip>
            <a:srcRect l="1252" t="3594" r="-1936" b="17959"/>
            <a:stretch>
              <a:fillRect/>
            </a:stretch>
          </p:blipFill>
          <p:spPr>
            <a:xfrm>
              <a:off x="5758554" y="3667417"/>
              <a:ext cx="3465580" cy="2025175"/>
            </a:xfrm>
            <a:prstGeom prst="rect">
              <a:avLst/>
            </a:prstGeom>
          </p:spPr>
        </p:pic>
      </p:grpSp>
      <p:grpSp>
        <p:nvGrpSpPr>
          <p:cNvPr id="18" name="Group 17">
            <a:extLst>
              <a:ext uri="{FF2B5EF4-FFF2-40B4-BE49-F238E27FC236}">
                <a16:creationId xmlns:a16="http://schemas.microsoft.com/office/drawing/2014/main" id="{2EF5DD86-F741-2255-A6F9-E9A2D4A9747F}"/>
              </a:ext>
            </a:extLst>
          </p:cNvPr>
          <p:cNvGrpSpPr/>
          <p:nvPr/>
        </p:nvGrpSpPr>
        <p:grpSpPr>
          <a:xfrm>
            <a:off x="3095836" y="3540318"/>
            <a:ext cx="2952328" cy="2742547"/>
            <a:chOff x="2778112" y="3428980"/>
            <a:chExt cx="2952328" cy="2742547"/>
          </a:xfrm>
        </p:grpSpPr>
        <p:sp>
          <p:nvSpPr>
            <p:cNvPr id="12" name="TextBox 11">
              <a:extLst>
                <a:ext uri="{FF2B5EF4-FFF2-40B4-BE49-F238E27FC236}">
                  <a16:creationId xmlns:a16="http://schemas.microsoft.com/office/drawing/2014/main" id="{E5B00660-565F-50B1-5BD2-3B77FD4C1C0A}"/>
                </a:ext>
              </a:extLst>
            </p:cNvPr>
            <p:cNvSpPr txBox="1"/>
            <p:nvPr/>
          </p:nvSpPr>
          <p:spPr>
            <a:xfrm>
              <a:off x="3327368" y="5648307"/>
              <a:ext cx="1853816" cy="523220"/>
            </a:xfrm>
            <a:prstGeom prst="rect">
              <a:avLst/>
            </a:prstGeom>
            <a:noFill/>
          </p:spPr>
          <p:txBody>
            <a:bodyPr wrap="square" rtlCol="0">
              <a:spAutoFit/>
            </a:bodyPr>
            <a:lstStyle/>
            <a:p>
              <a:pPr algn="ctr"/>
              <a:r>
                <a:rPr lang="en-US" dirty="0">
                  <a:solidFill>
                    <a:schemeClr val="tx1"/>
                  </a:solidFill>
                </a:rPr>
                <a:t>Tool Path</a:t>
              </a:r>
            </a:p>
          </p:txBody>
        </p:sp>
        <p:pic>
          <p:nvPicPr>
            <p:cNvPr id="17" name="Picture 16" descr="A blue square with a square in the middle&#10;&#10;AI-generated content may be incorrect.">
              <a:extLst>
                <a:ext uri="{FF2B5EF4-FFF2-40B4-BE49-F238E27FC236}">
                  <a16:creationId xmlns:a16="http://schemas.microsoft.com/office/drawing/2014/main" id="{D5C1CA26-40FA-D71F-44B7-145AFE7D11C2}"/>
                </a:ext>
              </a:extLst>
            </p:cNvPr>
            <p:cNvPicPr>
              <a:picLocks noChangeAspect="1"/>
            </p:cNvPicPr>
            <p:nvPr/>
          </p:nvPicPr>
          <p:blipFill>
            <a:blip r:embed="rId5">
              <a:extLst>
                <a:ext uri="{28A0092B-C50C-407E-A947-70E740481C1C}">
                  <a14:useLocalDpi xmlns:a14="http://schemas.microsoft.com/office/drawing/2010/main" val="0"/>
                </a:ext>
              </a:extLst>
            </a:blip>
            <a:srcRect l="9506" t="5215" r="9295"/>
            <a:stretch>
              <a:fillRect/>
            </a:stretch>
          </p:blipFill>
          <p:spPr>
            <a:xfrm flipH="1">
              <a:off x="2778112" y="3428980"/>
              <a:ext cx="2952328" cy="2265348"/>
            </a:xfrm>
            <a:prstGeom prst="rect">
              <a:avLst/>
            </a:prstGeom>
          </p:spPr>
        </p:pic>
      </p:grpSp>
      <p:sp>
        <p:nvSpPr>
          <p:cNvPr id="6" name="タイトル 14">
            <a:extLst>
              <a:ext uri="{FF2B5EF4-FFF2-40B4-BE49-F238E27FC236}">
                <a16:creationId xmlns:a16="http://schemas.microsoft.com/office/drawing/2014/main" id="{161839BB-48EF-53A1-EF8B-35A6428115E6}"/>
              </a:ext>
            </a:extLst>
          </p:cNvPr>
          <p:cNvSpPr txBox="1">
            <a:spLocks/>
          </p:cNvSpPr>
          <p:nvPr/>
        </p:nvSpPr>
        <p:spPr bwMode="auto">
          <a:xfrm>
            <a:off x="467544" y="24893"/>
            <a:ext cx="770485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Background Information </a:t>
            </a:r>
            <a:r>
              <a:rPr lang="en-US" sz="2000" dirty="0">
                <a:solidFill>
                  <a:schemeClr val="tx1"/>
                </a:solidFill>
              </a:rPr>
              <a:t>Incremental Forming</a:t>
            </a:r>
          </a:p>
        </p:txBody>
      </p:sp>
      <p:sp>
        <p:nvSpPr>
          <p:cNvPr id="4" name="Arrow: Down 3">
            <a:extLst>
              <a:ext uri="{FF2B5EF4-FFF2-40B4-BE49-F238E27FC236}">
                <a16:creationId xmlns:a16="http://schemas.microsoft.com/office/drawing/2014/main" id="{EC4D4084-B841-4151-E505-1CC217F4B3CB}"/>
              </a:ext>
            </a:extLst>
          </p:cNvPr>
          <p:cNvSpPr/>
          <p:nvPr/>
        </p:nvSpPr>
        <p:spPr bwMode="auto">
          <a:xfrm rot="19820980" flipH="1">
            <a:off x="2322134" y="3550407"/>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5" name="Arrow: Down 4">
            <a:extLst>
              <a:ext uri="{FF2B5EF4-FFF2-40B4-BE49-F238E27FC236}">
                <a16:creationId xmlns:a16="http://schemas.microsoft.com/office/drawing/2014/main" id="{394F4476-02B9-18EA-C8FF-CB6DE5D144C1}"/>
              </a:ext>
            </a:extLst>
          </p:cNvPr>
          <p:cNvSpPr/>
          <p:nvPr/>
        </p:nvSpPr>
        <p:spPr bwMode="auto">
          <a:xfrm rot="12943375" flipH="1">
            <a:off x="6786007" y="3404859"/>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140047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48E1-860A-9599-D37C-BCB1C6585D57}"/>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00D77160-451F-48D8-EDA1-92C4E1C039E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No.3</a:t>
            </a:r>
          </a:p>
        </p:txBody>
      </p:sp>
      <p:sp>
        <p:nvSpPr>
          <p:cNvPr id="4" name="タイトル 14">
            <a:extLst>
              <a:ext uri="{FF2B5EF4-FFF2-40B4-BE49-F238E27FC236}">
                <a16:creationId xmlns:a16="http://schemas.microsoft.com/office/drawing/2014/main" id="{17C1BF62-63DB-D834-28F0-A7D86F0B1B01}"/>
              </a:ext>
            </a:extLst>
          </p:cNvPr>
          <p:cNvSpPr txBox="1">
            <a:spLocks/>
          </p:cNvSpPr>
          <p:nvPr/>
        </p:nvSpPr>
        <p:spPr bwMode="auto">
          <a:xfrm>
            <a:off x="467544" y="24893"/>
            <a:ext cx="727280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Background Information </a:t>
            </a:r>
            <a:r>
              <a:rPr lang="en-US" sz="2000" dirty="0">
                <a:solidFill>
                  <a:schemeClr val="tx1"/>
                </a:solidFill>
              </a:rPr>
              <a:t>Incremental Forming</a:t>
            </a:r>
          </a:p>
        </p:txBody>
      </p:sp>
      <p:pic>
        <p:nvPicPr>
          <p:cNvPr id="8" name="Picture 7" descr="A white sports car on a road&#10;&#10;AI-generated content may be incorrect.">
            <a:extLst>
              <a:ext uri="{FF2B5EF4-FFF2-40B4-BE49-F238E27FC236}">
                <a16:creationId xmlns:a16="http://schemas.microsoft.com/office/drawing/2014/main" id="{46A8759A-11B7-40C0-B7C2-AD195F21CD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96" y="1904444"/>
            <a:ext cx="4123730" cy="2886611"/>
          </a:xfrm>
          <a:prstGeom prst="rect">
            <a:avLst/>
          </a:prstGeom>
        </p:spPr>
      </p:pic>
      <p:sp>
        <p:nvSpPr>
          <p:cNvPr id="9" name="Oval 8">
            <a:extLst>
              <a:ext uri="{FF2B5EF4-FFF2-40B4-BE49-F238E27FC236}">
                <a16:creationId xmlns:a16="http://schemas.microsoft.com/office/drawing/2014/main" id="{15BD4E23-5345-2031-F2F4-8DD5D07DFC8D}"/>
              </a:ext>
            </a:extLst>
          </p:cNvPr>
          <p:cNvSpPr/>
          <p:nvPr/>
        </p:nvSpPr>
        <p:spPr bwMode="auto">
          <a:xfrm>
            <a:off x="2485296" y="3598192"/>
            <a:ext cx="432048" cy="504056"/>
          </a:xfrm>
          <a:prstGeom prst="ellipse">
            <a:avLst/>
          </a:prstGeom>
          <a:noFill/>
          <a:ln w="9525" cap="flat" cmpd="sng" algn="ctr">
            <a:solidFill>
              <a:srgbClr val="FF0000"/>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dirty="0">
              <a:ln>
                <a:noFill/>
              </a:ln>
              <a:solidFill>
                <a:srgbClr val="000099"/>
              </a:solidFill>
              <a:effectLst/>
              <a:latin typeface="Arial" charset="0"/>
              <a:ea typeface="ＭＳ ゴシック" pitchFamily="49" charset="-128"/>
            </a:endParaRPr>
          </a:p>
        </p:txBody>
      </p:sp>
      <p:sp>
        <p:nvSpPr>
          <p:cNvPr id="3" name="TextBox 2">
            <a:extLst>
              <a:ext uri="{FF2B5EF4-FFF2-40B4-BE49-F238E27FC236}">
                <a16:creationId xmlns:a16="http://schemas.microsoft.com/office/drawing/2014/main" id="{23DAE6F8-8C06-8B05-F522-8566F69D1617}"/>
              </a:ext>
            </a:extLst>
          </p:cNvPr>
          <p:cNvSpPr txBox="1"/>
          <p:nvPr/>
        </p:nvSpPr>
        <p:spPr>
          <a:xfrm>
            <a:off x="-1476672" y="4835809"/>
            <a:ext cx="7570866" cy="523220"/>
          </a:xfrm>
          <a:prstGeom prst="rect">
            <a:avLst/>
          </a:prstGeom>
          <a:noFill/>
        </p:spPr>
        <p:txBody>
          <a:bodyPr wrap="square" rtlCol="0">
            <a:spAutoFit/>
          </a:bodyPr>
          <a:lstStyle/>
          <a:p>
            <a:pPr algn="ctr"/>
            <a:r>
              <a:rPr lang="en-US" dirty="0">
                <a:solidFill>
                  <a:schemeClr val="tx1"/>
                </a:solidFill>
              </a:rPr>
              <a:t>Lexus LS Edge </a:t>
            </a:r>
          </a:p>
        </p:txBody>
      </p:sp>
      <p:grpSp>
        <p:nvGrpSpPr>
          <p:cNvPr id="15" name="Group 14">
            <a:extLst>
              <a:ext uri="{FF2B5EF4-FFF2-40B4-BE49-F238E27FC236}">
                <a16:creationId xmlns:a16="http://schemas.microsoft.com/office/drawing/2014/main" id="{055E48F3-891B-54BA-EEEE-6FC96ECAF185}"/>
              </a:ext>
            </a:extLst>
          </p:cNvPr>
          <p:cNvGrpSpPr/>
          <p:nvPr/>
        </p:nvGrpSpPr>
        <p:grpSpPr>
          <a:xfrm>
            <a:off x="2990083" y="1906438"/>
            <a:ext cx="7570866" cy="3838724"/>
            <a:chOff x="3072126" y="2220272"/>
            <a:chExt cx="7570866" cy="3838724"/>
          </a:xfrm>
        </p:grpSpPr>
        <p:pic>
          <p:nvPicPr>
            <p:cNvPr id="11" name="Picture 10">
              <a:extLst>
                <a:ext uri="{FF2B5EF4-FFF2-40B4-BE49-F238E27FC236}">
                  <a16:creationId xmlns:a16="http://schemas.microsoft.com/office/drawing/2014/main" id="{D6AAD1B6-7D2C-5300-36B6-16D46811A697}"/>
                </a:ext>
              </a:extLst>
            </p:cNvPr>
            <p:cNvPicPr>
              <a:picLocks noChangeAspect="1"/>
            </p:cNvPicPr>
            <p:nvPr/>
          </p:nvPicPr>
          <p:blipFill>
            <a:blip r:embed="rId4">
              <a:extLst>
                <a:ext uri="{28A0092B-C50C-407E-A947-70E740481C1C}">
                  <a14:useLocalDpi xmlns:a14="http://schemas.microsoft.com/office/drawing/2010/main" val="0"/>
                </a:ext>
              </a:extLst>
            </a:blip>
            <a:srcRect r="19724"/>
            <a:stretch>
              <a:fillRect/>
            </a:stretch>
          </p:blipFill>
          <p:spPr>
            <a:xfrm>
              <a:off x="4795694" y="2220272"/>
              <a:ext cx="4123730" cy="2889504"/>
            </a:xfrm>
            <a:prstGeom prst="rect">
              <a:avLst/>
            </a:prstGeom>
          </p:spPr>
        </p:pic>
        <p:sp>
          <p:nvSpPr>
            <p:cNvPr id="14" name="TextBox 13">
              <a:extLst>
                <a:ext uri="{FF2B5EF4-FFF2-40B4-BE49-F238E27FC236}">
                  <a16:creationId xmlns:a16="http://schemas.microsoft.com/office/drawing/2014/main" id="{4F9DD91C-B276-6BBF-BB3D-8A83034B85CF}"/>
                </a:ext>
              </a:extLst>
            </p:cNvPr>
            <p:cNvSpPr txBox="1"/>
            <p:nvPr/>
          </p:nvSpPr>
          <p:spPr>
            <a:xfrm>
              <a:off x="3072126" y="5104889"/>
              <a:ext cx="7570866" cy="954107"/>
            </a:xfrm>
            <a:prstGeom prst="rect">
              <a:avLst/>
            </a:prstGeom>
            <a:noFill/>
          </p:spPr>
          <p:txBody>
            <a:bodyPr wrap="square" rtlCol="0">
              <a:spAutoFit/>
            </a:bodyPr>
            <a:lstStyle/>
            <a:p>
              <a:pPr algn="ctr"/>
              <a:r>
                <a:rPr lang="en-US" dirty="0">
                  <a:solidFill>
                    <a:schemeClr val="tx1"/>
                  </a:solidFill>
                </a:rPr>
                <a:t>Nissan’s Incremental</a:t>
              </a:r>
            </a:p>
            <a:p>
              <a:pPr algn="ctr"/>
              <a:r>
                <a:rPr lang="en-US" dirty="0">
                  <a:solidFill>
                    <a:schemeClr val="tx1"/>
                  </a:solidFill>
                </a:rPr>
                <a:t>Forming Showcase</a:t>
              </a:r>
            </a:p>
          </p:txBody>
        </p:sp>
      </p:grpSp>
    </p:spTree>
    <p:extLst>
      <p:ext uri="{BB962C8B-B14F-4D97-AF65-F5344CB8AC3E}">
        <p14:creationId xmlns:p14="http://schemas.microsoft.com/office/powerpoint/2010/main" val="331761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D4FA-F23B-C657-2297-4836C1614F3F}"/>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A8BAFAE9-5DF2-9DA8-76D5-FC3837AEB92C}"/>
              </a:ext>
            </a:extLst>
          </p:cNvPr>
          <p:cNvSpPr>
            <a:spLocks noGrp="1"/>
          </p:cNvSpPr>
          <p:nvPr>
            <p:ph type="title" idx="4294967295"/>
          </p:nvPr>
        </p:nvSpPr>
        <p:spPr/>
        <p:txBody>
          <a:bodyPr/>
          <a:lstStyle/>
          <a:p>
            <a:r>
              <a:rPr lang="en-US" altLang="ja-JP" sz="2800" b="1" dirty="0">
                <a:solidFill>
                  <a:schemeClr val="tx1"/>
                </a:solidFill>
              </a:rPr>
              <a:t>Previous Research</a:t>
            </a:r>
            <a:endParaRPr lang="ja-JP" altLang="en-US" sz="2800" b="1" dirty="0">
              <a:solidFill>
                <a:schemeClr val="tx1"/>
              </a:solidFill>
            </a:endParaRPr>
          </a:p>
        </p:txBody>
      </p:sp>
      <p:sp>
        <p:nvSpPr>
          <p:cNvPr id="2" name="スライド番号プレースホルダ 1">
            <a:extLst>
              <a:ext uri="{FF2B5EF4-FFF2-40B4-BE49-F238E27FC236}">
                <a16:creationId xmlns:a16="http://schemas.microsoft.com/office/drawing/2014/main" id="{E26E204C-E71C-863D-D347-4A7EDE00B1C8}"/>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No.4</a:t>
            </a:r>
          </a:p>
        </p:txBody>
      </p:sp>
      <p:graphicFrame>
        <p:nvGraphicFramePr>
          <p:cNvPr id="10" name="Diagram 9">
            <a:extLst>
              <a:ext uri="{FF2B5EF4-FFF2-40B4-BE49-F238E27FC236}">
                <a16:creationId xmlns:a16="http://schemas.microsoft.com/office/drawing/2014/main" id="{B476849C-E4A0-3220-2CBB-3547448CE619}"/>
              </a:ext>
            </a:extLst>
          </p:cNvPr>
          <p:cNvGraphicFramePr/>
          <p:nvPr>
            <p:extLst>
              <p:ext uri="{D42A27DB-BD31-4B8C-83A1-F6EECF244321}">
                <p14:modId xmlns:p14="http://schemas.microsoft.com/office/powerpoint/2010/main" val="3204508454"/>
              </p:ext>
            </p:extLst>
          </p:nvPr>
        </p:nvGraphicFramePr>
        <p:xfrm>
          <a:off x="0" y="-675456"/>
          <a:ext cx="9144000" cy="4437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D05CDFD2-34BF-1C9B-A9E5-BEF323439499}"/>
              </a:ext>
            </a:extLst>
          </p:cNvPr>
          <p:cNvPicPr>
            <a:picLocks noChangeAspect="1"/>
          </p:cNvPicPr>
          <p:nvPr/>
        </p:nvPicPr>
        <p:blipFill>
          <a:blip r:embed="rId8"/>
          <a:stretch>
            <a:fillRect/>
          </a:stretch>
        </p:blipFill>
        <p:spPr>
          <a:xfrm>
            <a:off x="4724400" y="3022744"/>
            <a:ext cx="4037839" cy="2981136"/>
          </a:xfrm>
          <a:prstGeom prst="rect">
            <a:avLst/>
          </a:prstGeom>
        </p:spPr>
      </p:pic>
      <p:pic>
        <p:nvPicPr>
          <p:cNvPr id="5" name="Picture 4">
            <a:extLst>
              <a:ext uri="{FF2B5EF4-FFF2-40B4-BE49-F238E27FC236}">
                <a16:creationId xmlns:a16="http://schemas.microsoft.com/office/drawing/2014/main" id="{C0115E2A-ADFD-7AEF-A791-DDFA181D9858}"/>
              </a:ext>
            </a:extLst>
          </p:cNvPr>
          <p:cNvPicPr>
            <a:picLocks noChangeAspect="1"/>
          </p:cNvPicPr>
          <p:nvPr/>
        </p:nvPicPr>
        <p:blipFill>
          <a:blip r:embed="rId9"/>
          <a:stretch>
            <a:fillRect/>
          </a:stretch>
        </p:blipFill>
        <p:spPr>
          <a:xfrm flipH="1" flipV="1">
            <a:off x="179512" y="3022744"/>
            <a:ext cx="3936715" cy="2981136"/>
          </a:xfrm>
          <a:prstGeom prst="rect">
            <a:avLst/>
          </a:prstGeom>
        </p:spPr>
      </p:pic>
      <p:sp>
        <p:nvSpPr>
          <p:cNvPr id="8" name="Arrow: Down 7">
            <a:extLst>
              <a:ext uri="{FF2B5EF4-FFF2-40B4-BE49-F238E27FC236}">
                <a16:creationId xmlns:a16="http://schemas.microsoft.com/office/drawing/2014/main" id="{60A3C896-F55F-F1C7-38D1-7B4C9DD69303}"/>
              </a:ext>
            </a:extLst>
          </p:cNvPr>
          <p:cNvSpPr/>
          <p:nvPr/>
        </p:nvSpPr>
        <p:spPr bwMode="auto">
          <a:xfrm rot="1779020">
            <a:off x="2985597" y="2071590"/>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9" name="Arrow: Down 8">
            <a:extLst>
              <a:ext uri="{FF2B5EF4-FFF2-40B4-BE49-F238E27FC236}">
                <a16:creationId xmlns:a16="http://schemas.microsoft.com/office/drawing/2014/main" id="{14F7C2F3-3F0C-EA9D-5614-B9B44A115AB8}"/>
              </a:ext>
            </a:extLst>
          </p:cNvPr>
          <p:cNvSpPr/>
          <p:nvPr/>
        </p:nvSpPr>
        <p:spPr bwMode="auto">
          <a:xfrm rot="19820980" flipH="1">
            <a:off x="6081194" y="2071589"/>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297726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0F6199C8-1128-33F3-87A7-325CEE4BA2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No.5</a:t>
            </a:r>
          </a:p>
        </p:txBody>
      </p:sp>
      <p:sp>
        <p:nvSpPr>
          <p:cNvPr id="4" name="タイトル 4">
            <a:extLst>
              <a:ext uri="{FF2B5EF4-FFF2-40B4-BE49-F238E27FC236}">
                <a16:creationId xmlns:a16="http://schemas.microsoft.com/office/drawing/2014/main" id="{3980B27C-31FE-5FF0-F9E8-13822A83080A}"/>
              </a:ext>
            </a:extLst>
          </p:cNvPr>
          <p:cNvSpPr txBox="1">
            <a:spLocks/>
          </p:cNvSpPr>
          <p:nvPr/>
        </p:nvSpPr>
        <p:spPr bwMode="auto">
          <a:xfrm>
            <a:off x="533400" y="762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CAM System</a:t>
            </a:r>
            <a:endParaRPr lang="ja-JP" altLang="en-US" sz="2800" b="1" kern="0" dirty="0">
              <a:solidFill>
                <a:schemeClr val="tx1"/>
              </a:solidFill>
            </a:endParaRPr>
          </a:p>
        </p:txBody>
      </p:sp>
      <p:graphicFrame>
        <p:nvGraphicFramePr>
          <p:cNvPr id="33" name="Diagram 32">
            <a:extLst>
              <a:ext uri="{FF2B5EF4-FFF2-40B4-BE49-F238E27FC236}">
                <a16:creationId xmlns:a16="http://schemas.microsoft.com/office/drawing/2014/main" id="{C57B20DF-B0FE-D8EA-4C1A-14B999B5C353}"/>
              </a:ext>
            </a:extLst>
          </p:cNvPr>
          <p:cNvGraphicFramePr/>
          <p:nvPr>
            <p:extLst>
              <p:ext uri="{D42A27DB-BD31-4B8C-83A1-F6EECF244321}">
                <p14:modId xmlns:p14="http://schemas.microsoft.com/office/powerpoint/2010/main" val="2084266244"/>
              </p:ext>
            </p:extLst>
          </p:nvPr>
        </p:nvGraphicFramePr>
        <p:xfrm>
          <a:off x="0" y="1721858"/>
          <a:ext cx="9144000" cy="3414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AD3D-C9D3-C1A7-0D58-F070B3029284}"/>
            </a:ext>
          </a:extLst>
        </p:cNvPr>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0FEF3C9E-5E59-2FFB-9D5D-D3974B9ADB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No.6</a:t>
            </a:r>
          </a:p>
        </p:txBody>
      </p:sp>
      <p:sp>
        <p:nvSpPr>
          <p:cNvPr id="4" name="タイトル 4">
            <a:extLst>
              <a:ext uri="{FF2B5EF4-FFF2-40B4-BE49-F238E27FC236}">
                <a16:creationId xmlns:a16="http://schemas.microsoft.com/office/drawing/2014/main" id="{30DDBB21-6F51-009B-0FA4-6E70436DA73C}"/>
              </a:ext>
            </a:extLst>
          </p:cNvPr>
          <p:cNvSpPr txBox="1">
            <a:spLocks/>
          </p:cNvSpPr>
          <p:nvPr/>
        </p:nvSpPr>
        <p:spPr bwMode="auto">
          <a:xfrm>
            <a:off x="533400" y="76200"/>
            <a:ext cx="757086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CAM System Comparison</a:t>
            </a:r>
            <a:endParaRPr lang="ja-JP" altLang="en-US" sz="2800" b="1" kern="0" dirty="0">
              <a:solidFill>
                <a:schemeClr val="tx1"/>
              </a:solidFill>
            </a:endParaRPr>
          </a:p>
        </p:txBody>
      </p:sp>
      <p:pic>
        <p:nvPicPr>
          <p:cNvPr id="3" name="Picture 2">
            <a:extLst>
              <a:ext uri="{FF2B5EF4-FFF2-40B4-BE49-F238E27FC236}">
                <a16:creationId xmlns:a16="http://schemas.microsoft.com/office/drawing/2014/main" id="{D78A3BA8-CB74-870F-C163-54A1F0BCEF76}"/>
              </a:ext>
            </a:extLst>
          </p:cNvPr>
          <p:cNvPicPr>
            <a:picLocks noChangeAspect="1"/>
          </p:cNvPicPr>
          <p:nvPr/>
        </p:nvPicPr>
        <p:blipFill>
          <a:blip r:embed="rId3"/>
          <a:stretch>
            <a:fillRect/>
          </a:stretch>
        </p:blipFill>
        <p:spPr>
          <a:xfrm>
            <a:off x="5737453" y="924696"/>
            <a:ext cx="2780589" cy="4376512"/>
          </a:xfrm>
          <a:prstGeom prst="rect">
            <a:avLst/>
          </a:prstGeom>
        </p:spPr>
      </p:pic>
      <p:sp>
        <p:nvSpPr>
          <p:cNvPr id="5" name="TextBox 4">
            <a:extLst>
              <a:ext uri="{FF2B5EF4-FFF2-40B4-BE49-F238E27FC236}">
                <a16:creationId xmlns:a16="http://schemas.microsoft.com/office/drawing/2014/main" id="{308B8985-C56D-C6B1-3D76-E7A30161AE75}"/>
              </a:ext>
            </a:extLst>
          </p:cNvPr>
          <p:cNvSpPr txBox="1"/>
          <p:nvPr/>
        </p:nvSpPr>
        <p:spPr>
          <a:xfrm>
            <a:off x="3683679" y="5392827"/>
            <a:ext cx="6653442" cy="523220"/>
          </a:xfrm>
          <a:prstGeom prst="rect">
            <a:avLst/>
          </a:prstGeom>
          <a:noFill/>
        </p:spPr>
        <p:txBody>
          <a:bodyPr wrap="square" rtlCol="0">
            <a:spAutoFit/>
          </a:bodyPr>
          <a:lstStyle/>
          <a:p>
            <a:pPr algn="ctr"/>
            <a:r>
              <a:rPr lang="en-US" dirty="0">
                <a:solidFill>
                  <a:schemeClr val="tx1"/>
                </a:solidFill>
              </a:rPr>
              <a:t>Updated CAM System</a:t>
            </a:r>
          </a:p>
        </p:txBody>
      </p:sp>
      <p:sp>
        <p:nvSpPr>
          <p:cNvPr id="6" name="TextBox 5">
            <a:extLst>
              <a:ext uri="{FF2B5EF4-FFF2-40B4-BE49-F238E27FC236}">
                <a16:creationId xmlns:a16="http://schemas.microsoft.com/office/drawing/2014/main" id="{CC0E6758-DF2A-451C-3948-FCA9E7BD6100}"/>
              </a:ext>
            </a:extLst>
          </p:cNvPr>
          <p:cNvSpPr txBox="1"/>
          <p:nvPr/>
        </p:nvSpPr>
        <p:spPr>
          <a:xfrm>
            <a:off x="-1301665" y="5177384"/>
            <a:ext cx="7570866" cy="954107"/>
          </a:xfrm>
          <a:prstGeom prst="rect">
            <a:avLst/>
          </a:prstGeom>
          <a:noFill/>
        </p:spPr>
        <p:txBody>
          <a:bodyPr wrap="square" rtlCol="0">
            <a:spAutoFit/>
          </a:bodyPr>
          <a:lstStyle/>
          <a:p>
            <a:pPr algn="ctr"/>
            <a:r>
              <a:rPr lang="en-US" dirty="0">
                <a:solidFill>
                  <a:schemeClr val="tx1"/>
                </a:solidFill>
              </a:rPr>
              <a:t>Previous Research </a:t>
            </a:r>
          </a:p>
          <a:p>
            <a:pPr algn="ctr"/>
            <a:r>
              <a:rPr lang="en-US" dirty="0">
                <a:solidFill>
                  <a:schemeClr val="tx1"/>
                </a:solidFill>
              </a:rPr>
              <a:t>CAM System</a:t>
            </a:r>
          </a:p>
        </p:txBody>
      </p:sp>
      <p:pic>
        <p:nvPicPr>
          <p:cNvPr id="7" name="Picture 6">
            <a:extLst>
              <a:ext uri="{FF2B5EF4-FFF2-40B4-BE49-F238E27FC236}">
                <a16:creationId xmlns:a16="http://schemas.microsoft.com/office/drawing/2014/main" id="{05005BB9-796A-0292-2488-67C90F2C7D37}"/>
              </a:ext>
            </a:extLst>
          </p:cNvPr>
          <p:cNvPicPr>
            <a:picLocks noChangeAspect="1"/>
          </p:cNvPicPr>
          <p:nvPr/>
        </p:nvPicPr>
        <p:blipFill>
          <a:blip r:embed="rId4"/>
          <a:stretch>
            <a:fillRect/>
          </a:stretch>
        </p:blipFill>
        <p:spPr>
          <a:xfrm>
            <a:off x="533400" y="2148052"/>
            <a:ext cx="4392488" cy="2813888"/>
          </a:xfrm>
          <a:prstGeom prst="rect">
            <a:avLst/>
          </a:prstGeom>
        </p:spPr>
      </p:pic>
    </p:spTree>
    <p:extLst>
      <p:ext uri="{BB962C8B-B14F-4D97-AF65-F5344CB8AC3E}">
        <p14:creationId xmlns:p14="http://schemas.microsoft.com/office/powerpoint/2010/main" val="2281730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1">
            <a:extLst>
              <a:ext uri="{FF2B5EF4-FFF2-40B4-BE49-F238E27FC236}">
                <a16:creationId xmlns:a16="http://schemas.microsoft.com/office/drawing/2014/main" id="{9C92B7AA-60EA-5D84-C27C-2209030816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No.7</a:t>
            </a:r>
          </a:p>
        </p:txBody>
      </p:sp>
      <p:sp>
        <p:nvSpPr>
          <p:cNvPr id="2" name="タイトル 4">
            <a:extLst>
              <a:ext uri="{FF2B5EF4-FFF2-40B4-BE49-F238E27FC236}">
                <a16:creationId xmlns:a16="http://schemas.microsoft.com/office/drawing/2014/main" id="{2F39D4E6-B9AD-D08C-4B34-4D765D75E6CD}"/>
              </a:ext>
            </a:extLst>
          </p:cNvPr>
          <p:cNvSpPr>
            <a:spLocks noGrp="1"/>
          </p:cNvSpPr>
          <p:nvPr>
            <p:ph type="title" idx="4294967295"/>
          </p:nvPr>
        </p:nvSpPr>
        <p:spPr>
          <a:xfrm>
            <a:off x="533400" y="76200"/>
            <a:ext cx="7278960" cy="457200"/>
          </a:xfrm>
        </p:spPr>
        <p:txBody>
          <a:bodyPr/>
          <a:lstStyle/>
          <a:p>
            <a:r>
              <a:rPr lang="en-US" altLang="ja-JP" sz="2800" b="1" dirty="0">
                <a:solidFill>
                  <a:schemeClr val="tx1"/>
                </a:solidFill>
              </a:rPr>
              <a:t>Research Progress </a:t>
            </a:r>
            <a:r>
              <a:rPr lang="en-US" altLang="ja-JP" sz="2000" b="1" dirty="0">
                <a:solidFill>
                  <a:schemeClr val="tx1"/>
                </a:solidFill>
              </a:rPr>
              <a:t>Test Shape Change</a:t>
            </a:r>
            <a:endParaRPr lang="ja-JP" altLang="en-US" sz="2800" b="1" dirty="0">
              <a:solidFill>
                <a:schemeClr val="tx1"/>
              </a:solidFill>
            </a:endParaRPr>
          </a:p>
        </p:txBody>
      </p:sp>
      <p:sp>
        <p:nvSpPr>
          <p:cNvPr id="3" name="TextBox 2">
            <a:extLst>
              <a:ext uri="{FF2B5EF4-FFF2-40B4-BE49-F238E27FC236}">
                <a16:creationId xmlns:a16="http://schemas.microsoft.com/office/drawing/2014/main" id="{AE079F54-83D7-542D-0D32-9A05E5ABC411}"/>
              </a:ext>
            </a:extLst>
          </p:cNvPr>
          <p:cNvSpPr txBox="1"/>
          <p:nvPr/>
        </p:nvSpPr>
        <p:spPr>
          <a:xfrm>
            <a:off x="2916185" y="4969245"/>
            <a:ext cx="7704856" cy="523220"/>
          </a:xfrm>
          <a:prstGeom prst="rect">
            <a:avLst/>
          </a:prstGeom>
          <a:noFill/>
        </p:spPr>
        <p:txBody>
          <a:bodyPr wrap="square" rtlCol="0">
            <a:spAutoFit/>
          </a:bodyPr>
          <a:lstStyle/>
          <a:p>
            <a:pPr algn="ctr"/>
            <a:r>
              <a:rPr lang="en-US" dirty="0">
                <a:solidFill>
                  <a:schemeClr val="tx1"/>
                </a:solidFill>
              </a:rPr>
              <a:t>Current Test Shape</a:t>
            </a:r>
          </a:p>
        </p:txBody>
      </p:sp>
      <p:pic>
        <p:nvPicPr>
          <p:cNvPr id="6" name="Picture 5">
            <a:extLst>
              <a:ext uri="{FF2B5EF4-FFF2-40B4-BE49-F238E27FC236}">
                <a16:creationId xmlns:a16="http://schemas.microsoft.com/office/drawing/2014/main" id="{60D12FB6-6885-8349-3487-F05CFEA7A8CA}"/>
              </a:ext>
            </a:extLst>
          </p:cNvPr>
          <p:cNvPicPr>
            <a:picLocks noChangeAspect="1"/>
          </p:cNvPicPr>
          <p:nvPr/>
        </p:nvPicPr>
        <p:blipFill>
          <a:blip r:embed="rId3"/>
          <a:srcRect t="6107"/>
          <a:stretch>
            <a:fillRect/>
          </a:stretch>
        </p:blipFill>
        <p:spPr>
          <a:xfrm>
            <a:off x="4860035" y="1919216"/>
            <a:ext cx="3817156" cy="2453981"/>
          </a:xfrm>
          <a:prstGeom prst="rect">
            <a:avLst/>
          </a:prstGeom>
        </p:spPr>
      </p:pic>
      <p:sp>
        <p:nvSpPr>
          <p:cNvPr id="7" name="TextBox 6">
            <a:extLst>
              <a:ext uri="{FF2B5EF4-FFF2-40B4-BE49-F238E27FC236}">
                <a16:creationId xmlns:a16="http://schemas.microsoft.com/office/drawing/2014/main" id="{AD648E0F-F7BA-FC29-3DA1-F0DB173A56F1}"/>
              </a:ext>
            </a:extLst>
          </p:cNvPr>
          <p:cNvSpPr txBox="1"/>
          <p:nvPr/>
        </p:nvSpPr>
        <p:spPr>
          <a:xfrm>
            <a:off x="-1306599" y="4969245"/>
            <a:ext cx="7704856" cy="954107"/>
          </a:xfrm>
          <a:prstGeom prst="rect">
            <a:avLst/>
          </a:prstGeom>
          <a:noFill/>
        </p:spPr>
        <p:txBody>
          <a:bodyPr wrap="square" rtlCol="0">
            <a:spAutoFit/>
          </a:bodyPr>
          <a:lstStyle/>
          <a:p>
            <a:pPr algn="ctr"/>
            <a:r>
              <a:rPr lang="en-US" dirty="0">
                <a:solidFill>
                  <a:schemeClr val="tx1"/>
                </a:solidFill>
              </a:rPr>
              <a:t>Previous Research’s</a:t>
            </a:r>
          </a:p>
          <a:p>
            <a:pPr algn="ctr"/>
            <a:r>
              <a:rPr lang="en-US" dirty="0">
                <a:solidFill>
                  <a:schemeClr val="tx1"/>
                </a:solidFill>
              </a:rPr>
              <a:t> Test Shape</a:t>
            </a:r>
          </a:p>
        </p:txBody>
      </p:sp>
      <p:pic>
        <p:nvPicPr>
          <p:cNvPr id="10" name="Picture 9">
            <a:extLst>
              <a:ext uri="{FF2B5EF4-FFF2-40B4-BE49-F238E27FC236}">
                <a16:creationId xmlns:a16="http://schemas.microsoft.com/office/drawing/2014/main" id="{0AE8F5C8-7922-A1F6-8F02-A7C04FCE02AF}"/>
              </a:ext>
            </a:extLst>
          </p:cNvPr>
          <p:cNvPicPr>
            <a:picLocks noChangeAspect="1"/>
          </p:cNvPicPr>
          <p:nvPr/>
        </p:nvPicPr>
        <p:blipFill>
          <a:blip r:embed="rId4"/>
          <a:stretch>
            <a:fillRect/>
          </a:stretch>
        </p:blipFill>
        <p:spPr>
          <a:xfrm>
            <a:off x="807694" y="1554298"/>
            <a:ext cx="3476271" cy="2818899"/>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C556-8E46-1C01-48D5-30068236EA60}"/>
            </a:ext>
          </a:extLst>
        </p:cNvPr>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17A48D73-E9B0-2A71-24D7-A194BC769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No.8</a:t>
            </a:r>
          </a:p>
        </p:txBody>
      </p:sp>
      <p:sp>
        <p:nvSpPr>
          <p:cNvPr id="12297" name="タイトル 12">
            <a:extLst>
              <a:ext uri="{FF2B5EF4-FFF2-40B4-BE49-F238E27FC236}">
                <a16:creationId xmlns:a16="http://schemas.microsoft.com/office/drawing/2014/main" id="{7F231780-6812-B8A1-C9A7-7D1AC8E2C6E9}"/>
              </a:ext>
            </a:extLst>
          </p:cNvPr>
          <p:cNvSpPr>
            <a:spLocks noGrp="1"/>
          </p:cNvSpPr>
          <p:nvPr>
            <p:ph type="title" idx="4294967295"/>
          </p:nvPr>
        </p:nvSpPr>
        <p:spPr/>
        <p:txBody>
          <a:bodyPr/>
          <a:lstStyle/>
          <a:p>
            <a:r>
              <a:rPr lang="en-US" altLang="ja-JP" sz="2800" b="1" dirty="0">
                <a:solidFill>
                  <a:schemeClr val="tx1"/>
                </a:solidFill>
              </a:rPr>
              <a:t>Experimental Equipment</a:t>
            </a:r>
            <a:endParaRPr lang="ja-JP" altLang="en-US" sz="2800" b="1" dirty="0">
              <a:solidFill>
                <a:schemeClr val="tx1"/>
              </a:solidFill>
            </a:endParaRPr>
          </a:p>
        </p:txBody>
      </p:sp>
      <p:pic>
        <p:nvPicPr>
          <p:cNvPr id="3" name="Picture 2" descr="A metal square with screws on a metal surface&#10;&#10;AI-generated content may be incorrect.">
            <a:extLst>
              <a:ext uri="{FF2B5EF4-FFF2-40B4-BE49-F238E27FC236}">
                <a16:creationId xmlns:a16="http://schemas.microsoft.com/office/drawing/2014/main" id="{3B0FC9AA-DF27-8199-8F0E-EA50C658F121}"/>
              </a:ext>
            </a:extLst>
          </p:cNvPr>
          <p:cNvPicPr>
            <a:picLocks noChangeAspect="1"/>
          </p:cNvPicPr>
          <p:nvPr/>
        </p:nvPicPr>
        <p:blipFill>
          <a:blip r:embed="rId3">
            <a:extLst>
              <a:ext uri="{28A0092B-C50C-407E-A947-70E740481C1C}">
                <a14:useLocalDpi xmlns:a14="http://schemas.microsoft.com/office/drawing/2010/main" val="0"/>
              </a:ext>
            </a:extLst>
          </a:blip>
          <a:srcRect l="13903" t="16324" r="18839"/>
          <a:stretch>
            <a:fillRect/>
          </a:stretch>
        </p:blipFill>
        <p:spPr>
          <a:xfrm>
            <a:off x="251520" y="695712"/>
            <a:ext cx="2939944" cy="2743200"/>
          </a:xfrm>
          <a:prstGeom prst="rect">
            <a:avLst/>
          </a:prstGeom>
        </p:spPr>
      </p:pic>
      <p:pic>
        <p:nvPicPr>
          <p:cNvPr id="11" name="Picture 10" descr="A blue square with white circles and red lines&#10;&#10;AI-generated content may be incorrect.">
            <a:extLst>
              <a:ext uri="{FF2B5EF4-FFF2-40B4-BE49-F238E27FC236}">
                <a16:creationId xmlns:a16="http://schemas.microsoft.com/office/drawing/2014/main" id="{991AF726-09CD-5010-0809-CC2F680F8C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3240" y="1302370"/>
            <a:ext cx="4317487" cy="3832872"/>
          </a:xfrm>
          <a:prstGeom prst="rect">
            <a:avLst/>
          </a:prstGeom>
        </p:spPr>
      </p:pic>
      <p:pic>
        <p:nvPicPr>
          <p:cNvPr id="4" name="Picture 3" descr="A metal square object with a glass top&#10;&#10;AI-generated content may be incorrect.">
            <a:extLst>
              <a:ext uri="{FF2B5EF4-FFF2-40B4-BE49-F238E27FC236}">
                <a16:creationId xmlns:a16="http://schemas.microsoft.com/office/drawing/2014/main" id="{CA1C8D78-629C-606E-DF88-35CF8A832C26}"/>
              </a:ext>
            </a:extLst>
          </p:cNvPr>
          <p:cNvPicPr>
            <a:picLocks noChangeAspect="1"/>
          </p:cNvPicPr>
          <p:nvPr/>
        </p:nvPicPr>
        <p:blipFill>
          <a:blip r:embed="rId5">
            <a:extLst>
              <a:ext uri="{28A0092B-C50C-407E-A947-70E740481C1C}">
                <a14:useLocalDpi xmlns:a14="http://schemas.microsoft.com/office/drawing/2010/main" val="0"/>
              </a:ext>
            </a:extLst>
          </a:blip>
          <a:srcRect l="10193" t="-5393" r="9430" b="5395"/>
          <a:stretch>
            <a:fillRect/>
          </a:stretch>
        </p:blipFill>
        <p:spPr>
          <a:xfrm>
            <a:off x="251521" y="3381118"/>
            <a:ext cx="2939943" cy="2743200"/>
          </a:xfrm>
          <a:prstGeom prst="rect">
            <a:avLst/>
          </a:prstGeom>
        </p:spPr>
      </p:pic>
      <p:sp>
        <p:nvSpPr>
          <p:cNvPr id="6" name="TextBox 5">
            <a:extLst>
              <a:ext uri="{FF2B5EF4-FFF2-40B4-BE49-F238E27FC236}">
                <a16:creationId xmlns:a16="http://schemas.microsoft.com/office/drawing/2014/main" id="{4CAD99C3-8D98-F5AC-42D4-FC4A533C8EC4}"/>
              </a:ext>
            </a:extLst>
          </p:cNvPr>
          <p:cNvSpPr txBox="1"/>
          <p:nvPr/>
        </p:nvSpPr>
        <p:spPr>
          <a:xfrm>
            <a:off x="1217016" y="5008655"/>
            <a:ext cx="7704856" cy="523220"/>
          </a:xfrm>
          <a:prstGeom prst="rect">
            <a:avLst/>
          </a:prstGeom>
          <a:noFill/>
        </p:spPr>
        <p:txBody>
          <a:bodyPr wrap="square" rtlCol="0">
            <a:spAutoFit/>
          </a:bodyPr>
          <a:lstStyle/>
          <a:p>
            <a:pPr algn="ctr"/>
            <a:r>
              <a:rPr lang="en-US" dirty="0">
                <a:solidFill>
                  <a:schemeClr val="tx1"/>
                </a:solidFill>
              </a:rPr>
              <a:t>Jig Dimensions</a:t>
            </a:r>
          </a:p>
        </p:txBody>
      </p:sp>
      <p:pic>
        <p:nvPicPr>
          <p:cNvPr id="5" name="Picture 4" descr="A pair of metal objects on a table&#10;&#10;AI-generated content may be incorrect.">
            <a:extLst>
              <a:ext uri="{FF2B5EF4-FFF2-40B4-BE49-F238E27FC236}">
                <a16:creationId xmlns:a16="http://schemas.microsoft.com/office/drawing/2014/main" id="{B8758786-8EEC-8A78-A6B1-615892392DD1}"/>
              </a:ext>
            </a:extLst>
          </p:cNvPr>
          <p:cNvPicPr>
            <a:picLocks noChangeAspect="1"/>
          </p:cNvPicPr>
          <p:nvPr/>
        </p:nvPicPr>
        <p:blipFill>
          <a:blip r:embed="rId6">
            <a:extLst>
              <a:ext uri="{28A0092B-C50C-407E-A947-70E740481C1C}">
                <a14:useLocalDpi xmlns:a14="http://schemas.microsoft.com/office/drawing/2010/main" val="0"/>
              </a:ext>
            </a:extLst>
          </a:blip>
          <a:srcRect l="47553" t="31720" r="34865" b="20402"/>
          <a:stretch>
            <a:fillRect/>
          </a:stretch>
        </p:blipFill>
        <p:spPr>
          <a:xfrm>
            <a:off x="7432512" y="1542128"/>
            <a:ext cx="1607576" cy="3283405"/>
          </a:xfrm>
          <a:prstGeom prst="rect">
            <a:avLst/>
          </a:prstGeom>
        </p:spPr>
      </p:pic>
    </p:spTree>
    <p:extLst>
      <p:ext uri="{BB962C8B-B14F-4D97-AF65-F5344CB8AC3E}">
        <p14:creationId xmlns:p14="http://schemas.microsoft.com/office/powerpoint/2010/main" val="1783979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B0C5-A5E4-09E9-278B-645164B739F9}"/>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5FFD3DD1-0A04-8B6E-E23D-2788342162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No.11</a:t>
            </a:r>
            <a:endParaRPr lang="en-US" altLang="ja-JP" sz="1400" dirty="0"/>
          </a:p>
        </p:txBody>
      </p:sp>
      <p:sp>
        <p:nvSpPr>
          <p:cNvPr id="17413" name="タイトル 11">
            <a:extLst>
              <a:ext uri="{FF2B5EF4-FFF2-40B4-BE49-F238E27FC236}">
                <a16:creationId xmlns:a16="http://schemas.microsoft.com/office/drawing/2014/main" id="{BE1F337A-432E-5189-C6A7-693D84664EE0}"/>
              </a:ext>
            </a:extLst>
          </p:cNvPr>
          <p:cNvSpPr>
            <a:spLocks noGrp="1"/>
          </p:cNvSpPr>
          <p:nvPr>
            <p:ph type="title" idx="4294967295"/>
          </p:nvPr>
        </p:nvSpPr>
        <p:spPr/>
        <p:txBody>
          <a:bodyPr/>
          <a:lstStyle/>
          <a:p>
            <a:r>
              <a:rPr lang="en-US" altLang="ja-JP" sz="2000" b="1" dirty="0">
                <a:solidFill>
                  <a:schemeClr val="tx1"/>
                </a:solidFill>
              </a:rPr>
              <a:t>Experimental Results CFRTP Tests</a:t>
            </a:r>
            <a:endParaRPr lang="ja-JP" altLang="en-US" sz="2000" b="1" dirty="0">
              <a:solidFill>
                <a:schemeClr val="tx1"/>
              </a:solidFill>
            </a:endParaRPr>
          </a:p>
        </p:txBody>
      </p:sp>
      <p:graphicFrame>
        <p:nvGraphicFramePr>
          <p:cNvPr id="8" name="Table 7">
            <a:extLst>
              <a:ext uri="{FF2B5EF4-FFF2-40B4-BE49-F238E27FC236}">
                <a16:creationId xmlns:a16="http://schemas.microsoft.com/office/drawing/2014/main" id="{E723A1C3-E234-F251-5E30-7CF2BF3CD6AC}"/>
              </a:ext>
            </a:extLst>
          </p:cNvPr>
          <p:cNvGraphicFramePr>
            <a:graphicFrameLocks noGrp="1"/>
          </p:cNvGraphicFramePr>
          <p:nvPr>
            <p:extLst>
              <p:ext uri="{D42A27DB-BD31-4B8C-83A1-F6EECF244321}">
                <p14:modId xmlns:p14="http://schemas.microsoft.com/office/powerpoint/2010/main" val="156257719"/>
              </p:ext>
            </p:extLst>
          </p:nvPr>
        </p:nvGraphicFramePr>
        <p:xfrm>
          <a:off x="467545" y="980728"/>
          <a:ext cx="8064895" cy="162120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dirty="0">
                          <a:solidFill>
                            <a:schemeClr val="bg1"/>
                          </a:solidFill>
                          <a:latin typeface="+mj-lt"/>
                        </a:rPr>
                        <a:t>Tests Without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dirty="0">
                        <a:solidFill>
                          <a:schemeClr val="tx1"/>
                        </a:solidFill>
                      </a:endParaRPr>
                    </a:p>
                  </a:txBody>
                  <a:tcPr>
                    <a:solidFill>
                      <a:schemeClr val="accent6">
                        <a:lumMod val="60000"/>
                        <a:lumOff val="40000"/>
                      </a:schemeClr>
                    </a:solidFill>
                  </a:tcPr>
                </a:tc>
                <a:tc hMerge="1">
                  <a:txBody>
                    <a:bodyPr/>
                    <a:lstStyle/>
                    <a:p>
                      <a:pPr algn="ct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Test Number</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Feed Rate (mm/min)</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Spindle Speed (RPM)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Temperature (Degrees C)</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Forming depth (mm)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9.85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bl>
          </a:graphicData>
        </a:graphic>
      </p:graphicFrame>
      <p:graphicFrame>
        <p:nvGraphicFramePr>
          <p:cNvPr id="11" name="Table 10">
            <a:extLst>
              <a:ext uri="{FF2B5EF4-FFF2-40B4-BE49-F238E27FC236}">
                <a16:creationId xmlns:a16="http://schemas.microsoft.com/office/drawing/2014/main" id="{8CCDA124-4973-F49E-317F-AA8F6866530C}"/>
              </a:ext>
            </a:extLst>
          </p:cNvPr>
          <p:cNvGraphicFramePr>
            <a:graphicFrameLocks noGrp="1"/>
          </p:cNvGraphicFramePr>
          <p:nvPr>
            <p:extLst>
              <p:ext uri="{D42A27DB-BD31-4B8C-83A1-F6EECF244321}">
                <p14:modId xmlns:p14="http://schemas.microsoft.com/office/powerpoint/2010/main" val="3692456487"/>
              </p:ext>
            </p:extLst>
          </p:nvPr>
        </p:nvGraphicFramePr>
        <p:xfrm>
          <a:off x="467545" y="3068567"/>
          <a:ext cx="8064895" cy="244039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dirty="0">
                          <a:solidFill>
                            <a:schemeClr val="bg1"/>
                          </a:solidFill>
                          <a:latin typeface="+mj-lt"/>
                        </a:rPr>
                        <a:t>Tests With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dirty="0">
                        <a:solidFill>
                          <a:schemeClr val="tx1"/>
                        </a:solidFill>
                      </a:endParaRPr>
                    </a:p>
                  </a:txBody>
                  <a:tcPr>
                    <a:solidFill>
                      <a:schemeClr val="accent6">
                        <a:lumMod val="60000"/>
                        <a:lumOff val="40000"/>
                      </a:schemeClr>
                    </a:solidFill>
                  </a:tcPr>
                </a:tc>
                <a:tc hMerge="1">
                  <a:txBody>
                    <a:bodyPr/>
                    <a:lstStyle/>
                    <a:p>
                      <a:pPr algn="ct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Test Number</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Feed Rate (mm/min)</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Spindle Speed (RPM)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Temperature (Degrees C)</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n-lt"/>
                          <a:ea typeface="+mn-ea"/>
                          <a:cs typeface="+mn-cs"/>
                        </a:rPr>
                        <a:t>Forming depth (mm)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9.96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8.75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90821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mj-lt"/>
                        </a:rPr>
                        <a:t>10.80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066318310"/>
                  </a:ext>
                </a:extLst>
              </a:tr>
            </a:tbl>
          </a:graphicData>
        </a:graphic>
      </p:graphicFrame>
    </p:spTree>
    <p:extLst>
      <p:ext uri="{BB962C8B-B14F-4D97-AF65-F5344CB8AC3E}">
        <p14:creationId xmlns:p14="http://schemas.microsoft.com/office/powerpoint/2010/main" val="489792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E3EB8-7128-02D1-E79D-246866BCA50F}"/>
            </a:ext>
          </a:extLst>
        </p:cNvPr>
        <p:cNvGrpSpPr/>
        <p:nvPr/>
      </p:nvGrpSpPr>
      <p:grpSpPr>
        <a:xfrm>
          <a:off x="0" y="0"/>
          <a:ext cx="0" cy="0"/>
          <a:chOff x="0" y="0"/>
          <a:chExt cx="0" cy="0"/>
        </a:xfrm>
      </p:grpSpPr>
      <p:sp>
        <p:nvSpPr>
          <p:cNvPr id="15367" name="スライド番号プレースホルダ 3">
            <a:extLst>
              <a:ext uri="{FF2B5EF4-FFF2-40B4-BE49-F238E27FC236}">
                <a16:creationId xmlns:a16="http://schemas.microsoft.com/office/drawing/2014/main" id="{3E0140CB-BFF4-BF7C-5DD6-7CCF5CD882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No.9</a:t>
            </a:r>
          </a:p>
        </p:txBody>
      </p:sp>
      <p:sp>
        <p:nvSpPr>
          <p:cNvPr id="15368" name="タイトル 11">
            <a:extLst>
              <a:ext uri="{FF2B5EF4-FFF2-40B4-BE49-F238E27FC236}">
                <a16:creationId xmlns:a16="http://schemas.microsoft.com/office/drawing/2014/main" id="{872B57E3-D9D4-57E0-E7D7-5F05C184F8E8}"/>
              </a:ext>
            </a:extLst>
          </p:cNvPr>
          <p:cNvSpPr>
            <a:spLocks noGrp="1"/>
          </p:cNvSpPr>
          <p:nvPr>
            <p:ph type="title" idx="4294967295"/>
          </p:nvPr>
        </p:nvSpPr>
        <p:spPr/>
        <p:txBody>
          <a:bodyPr/>
          <a:lstStyle/>
          <a:p>
            <a:r>
              <a:rPr lang="en-US" altLang="ja-JP" sz="2800" b="1" dirty="0">
                <a:solidFill>
                  <a:schemeClr val="tx1"/>
                </a:solidFill>
              </a:rPr>
              <a:t>Conclusion and Next Steps</a:t>
            </a:r>
            <a:endParaRPr lang="ja-JP" altLang="en-US" sz="2000" b="1" dirty="0">
              <a:solidFill>
                <a:schemeClr val="tx1"/>
              </a:solidFill>
            </a:endParaRPr>
          </a:p>
        </p:txBody>
      </p:sp>
      <p:sp>
        <p:nvSpPr>
          <p:cNvPr id="3" name="TextBox 2">
            <a:extLst>
              <a:ext uri="{FF2B5EF4-FFF2-40B4-BE49-F238E27FC236}">
                <a16:creationId xmlns:a16="http://schemas.microsoft.com/office/drawing/2014/main" id="{8AE1F0C9-C8D5-9D6E-65FD-C962657B62FF}"/>
              </a:ext>
            </a:extLst>
          </p:cNvPr>
          <p:cNvSpPr txBox="1"/>
          <p:nvPr/>
        </p:nvSpPr>
        <p:spPr>
          <a:xfrm>
            <a:off x="1979712" y="2305615"/>
            <a:ext cx="5184576" cy="2246769"/>
          </a:xfrm>
          <a:prstGeom prst="rect">
            <a:avLst/>
          </a:prstGeom>
          <a:noFill/>
        </p:spPr>
        <p:txBody>
          <a:bodyPr wrap="square">
            <a:spAutoFit/>
          </a:bodyPr>
          <a:lstStyle/>
          <a:p>
            <a:r>
              <a:rPr lang="en-US" dirty="0">
                <a:solidFill>
                  <a:schemeClr val="tx1"/>
                </a:solidFill>
              </a:rPr>
              <a:t>Potential Improvements:</a:t>
            </a:r>
          </a:p>
          <a:p>
            <a:pPr marL="342900" indent="-342900">
              <a:buFont typeface="Arial" panose="020B0604020202020204" pitchFamily="34" charset="0"/>
              <a:buChar char="•"/>
            </a:pPr>
            <a:r>
              <a:rPr lang="en-US" dirty="0">
                <a:solidFill>
                  <a:schemeClr val="tx1"/>
                </a:solidFill>
              </a:rPr>
              <a:t>CAM System Optimization </a:t>
            </a:r>
          </a:p>
          <a:p>
            <a:pPr marL="342900" indent="-342900">
              <a:buFont typeface="Arial" panose="020B0604020202020204" pitchFamily="34" charset="0"/>
              <a:buChar char="•"/>
            </a:pPr>
            <a:r>
              <a:rPr lang="en-US" dirty="0">
                <a:solidFill>
                  <a:schemeClr val="tx1"/>
                </a:solidFill>
              </a:rPr>
              <a:t>Setup Improvements </a:t>
            </a:r>
          </a:p>
          <a:p>
            <a:pPr marL="342900" indent="-342900">
              <a:buFont typeface="Arial" panose="020B0604020202020204" pitchFamily="34" charset="0"/>
              <a:buChar char="•"/>
            </a:pPr>
            <a:r>
              <a:rPr lang="en-US" dirty="0">
                <a:solidFill>
                  <a:schemeClr val="tx1"/>
                </a:solidFill>
              </a:rPr>
              <a:t>Cycle Time Reduction</a:t>
            </a:r>
          </a:p>
          <a:p>
            <a:pPr marL="342900" indent="-342900">
              <a:buFont typeface="Arial" panose="020B0604020202020204" pitchFamily="34" charset="0"/>
              <a:buChar char="•"/>
            </a:pPr>
            <a:r>
              <a:rPr lang="en-US" dirty="0">
                <a:solidFill>
                  <a:schemeClr val="tx1"/>
                </a:solidFill>
              </a:rPr>
              <a:t>Analysis Enhancements</a:t>
            </a:r>
          </a:p>
        </p:txBody>
      </p:sp>
    </p:spTree>
    <p:extLst>
      <p:ext uri="{BB962C8B-B14F-4D97-AF65-F5344CB8AC3E}">
        <p14:creationId xmlns:p14="http://schemas.microsoft.com/office/powerpoint/2010/main" val="2145823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2F26E-E100-6669-B873-623EE5543BB6}"/>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7F7ABB5D-6F5C-9396-B52D-A76D418953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No.13</a:t>
            </a:r>
          </a:p>
        </p:txBody>
      </p:sp>
      <p:pic>
        <p:nvPicPr>
          <p:cNvPr id="4099" name="Picture 4">
            <a:extLst>
              <a:ext uri="{FF2B5EF4-FFF2-40B4-BE49-F238E27FC236}">
                <a16:creationId xmlns:a16="http://schemas.microsoft.com/office/drawing/2014/main" id="{0408A30D-55CC-9F0F-6073-F28694CAC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3">
            <a:extLst>
              <a:ext uri="{FF2B5EF4-FFF2-40B4-BE49-F238E27FC236}">
                <a16:creationId xmlns:a16="http://schemas.microsoft.com/office/drawing/2014/main" id="{6C71EEA1-35D1-35A3-0858-A764C8760F4B}"/>
              </a:ext>
            </a:extLst>
          </p:cNvPr>
          <p:cNvSpPr txBox="1">
            <a:spLocks noChangeArrowheads="1"/>
          </p:cNvSpPr>
          <p:nvPr/>
        </p:nvSpPr>
        <p:spPr bwMode="auto">
          <a:xfrm>
            <a:off x="269875" y="3136900"/>
            <a:ext cx="86042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3600" dirty="0">
                <a:latin typeface="+mj-lt"/>
                <a:ea typeface="ＭＳ ゴシック" panose="020B0609070205080204" pitchFamily="49" charset="-128"/>
              </a:rPr>
              <a:t>Thank You For Listening</a:t>
            </a:r>
          </a:p>
        </p:txBody>
      </p:sp>
    </p:spTree>
    <p:extLst>
      <p:ext uri="{BB962C8B-B14F-4D97-AF65-F5344CB8AC3E}">
        <p14:creationId xmlns:p14="http://schemas.microsoft.com/office/powerpoint/2010/main" val="320668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EBC84E-3B15-22A5-2500-61B47D8F454D}"/>
              </a:ext>
            </a:extLst>
          </p:cNvPr>
          <p:cNvSpPr>
            <a:spLocks noGrp="1"/>
          </p:cNvSpPr>
          <p:nvPr>
            <p:ph type="sldNum" sz="quarter" idx="12"/>
          </p:nvPr>
        </p:nvSpPr>
        <p:spPr/>
        <p:txBody>
          <a:bodyPr/>
          <a:lstStyle/>
          <a:p>
            <a:r>
              <a:rPr lang="en-US" altLang="ja-JP"/>
              <a:t>No.</a:t>
            </a:r>
            <a:fld id="{721ED71F-7F3A-4A9C-A5EC-5516A79DC590}" type="slidenum">
              <a:rPr lang="en-US" altLang="ja-JP" smtClean="0"/>
              <a:pPr/>
              <a:t>12</a:t>
            </a:fld>
            <a:endParaRPr lang="en-US" altLang="ja-JP"/>
          </a:p>
        </p:txBody>
      </p:sp>
    </p:spTree>
    <p:extLst>
      <p:ext uri="{BB962C8B-B14F-4D97-AF65-F5344CB8AC3E}">
        <p14:creationId xmlns:p14="http://schemas.microsoft.com/office/powerpoint/2010/main" val="3695274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1C67-E5D2-EEF5-B0BF-76F98A8DC380}"/>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B677060C-BE39-E729-22C1-22C2132ED53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a:t>
            </a:r>
            <a:fld id="{4E743043-C325-4860-B4D7-407FF6919FEB}" type="slidenum">
              <a:rPr lang="en-US" altLang="ja-JP" sz="1400"/>
              <a:pPr>
                <a:spcBef>
                  <a:spcPct val="0"/>
                </a:spcBef>
                <a:buFontTx/>
                <a:buNone/>
              </a:pPr>
              <a:t>13</a:t>
            </a:fld>
            <a:endParaRPr lang="en-US" altLang="ja-JP" sz="1400" dirty="0"/>
          </a:p>
        </p:txBody>
      </p:sp>
      <p:sp>
        <p:nvSpPr>
          <p:cNvPr id="4" name="タイトル 14">
            <a:extLst>
              <a:ext uri="{FF2B5EF4-FFF2-40B4-BE49-F238E27FC236}">
                <a16:creationId xmlns:a16="http://schemas.microsoft.com/office/drawing/2014/main" id="{0C995479-25EE-CA0C-8634-9A1AE1CF68BE}"/>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Background Information </a:t>
            </a:r>
            <a:r>
              <a:rPr lang="en-US" altLang="ja-JP" sz="2000" b="1" kern="0" dirty="0">
                <a:solidFill>
                  <a:schemeClr val="tx1"/>
                </a:solidFill>
              </a:rPr>
              <a:t>Additional information</a:t>
            </a:r>
            <a:endParaRPr lang="ja-JP" altLang="en-US" sz="2000" b="1" kern="0" dirty="0">
              <a:solidFill>
                <a:schemeClr val="tx1"/>
              </a:solidFill>
            </a:endParaRPr>
          </a:p>
        </p:txBody>
      </p:sp>
      <p:sp>
        <p:nvSpPr>
          <p:cNvPr id="5" name="TextBox 4">
            <a:extLst>
              <a:ext uri="{FF2B5EF4-FFF2-40B4-BE49-F238E27FC236}">
                <a16:creationId xmlns:a16="http://schemas.microsoft.com/office/drawing/2014/main" id="{4E961818-BD2F-8070-AAFA-AC4DC712D870}"/>
              </a:ext>
            </a:extLst>
          </p:cNvPr>
          <p:cNvSpPr txBox="1"/>
          <p:nvPr/>
        </p:nvSpPr>
        <p:spPr>
          <a:xfrm>
            <a:off x="533400" y="534605"/>
            <a:ext cx="7770889" cy="954107"/>
          </a:xfrm>
          <a:prstGeom prst="rect">
            <a:avLst/>
          </a:prstGeom>
          <a:noFill/>
        </p:spPr>
        <p:txBody>
          <a:bodyPr wrap="square" rtlCol="0">
            <a:spAutoFit/>
          </a:bodyPr>
          <a:lstStyle/>
          <a:p>
            <a:r>
              <a:rPr lang="en-US" dirty="0"/>
              <a:t>Carbon Fiber Reinforced Thermoplastic (CFRTP)</a:t>
            </a:r>
          </a:p>
        </p:txBody>
      </p:sp>
      <p:pic>
        <p:nvPicPr>
          <p:cNvPr id="6" name="Picture 5">
            <a:extLst>
              <a:ext uri="{FF2B5EF4-FFF2-40B4-BE49-F238E27FC236}">
                <a16:creationId xmlns:a16="http://schemas.microsoft.com/office/drawing/2014/main" id="{193B747C-8865-9635-102B-4C7882A41A1C}"/>
              </a:ext>
            </a:extLst>
          </p:cNvPr>
          <p:cNvPicPr>
            <a:picLocks noChangeAspect="1"/>
          </p:cNvPicPr>
          <p:nvPr/>
        </p:nvPicPr>
        <p:blipFill>
          <a:blip r:embed="rId3">
            <a:extLst>
              <a:ext uri="{28A0092B-C50C-407E-A947-70E740481C1C}">
                <a14:useLocalDpi xmlns:a14="http://schemas.microsoft.com/office/drawing/2010/main" val="0"/>
              </a:ext>
            </a:extLst>
          </a:blip>
          <a:srcRect l="2466" r="2466"/>
          <a:stretch>
            <a:fillRect/>
          </a:stretch>
        </p:blipFill>
        <p:spPr>
          <a:xfrm>
            <a:off x="5247872" y="3429000"/>
            <a:ext cx="3525056" cy="2620252"/>
          </a:xfrm>
          <a:prstGeom prst="rect">
            <a:avLst/>
          </a:prstGeom>
        </p:spPr>
      </p:pic>
      <p:pic>
        <p:nvPicPr>
          <p:cNvPr id="8" name="Picture 7">
            <a:extLst>
              <a:ext uri="{FF2B5EF4-FFF2-40B4-BE49-F238E27FC236}">
                <a16:creationId xmlns:a16="http://schemas.microsoft.com/office/drawing/2014/main" id="{C1F614B7-74A3-9308-392D-5E44DF9E4B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0220" y="1321573"/>
            <a:ext cx="3525055" cy="1982843"/>
          </a:xfrm>
          <a:prstGeom prst="rect">
            <a:avLst/>
          </a:prstGeom>
        </p:spPr>
      </p:pic>
      <p:pic>
        <p:nvPicPr>
          <p:cNvPr id="12" name="Picture 11">
            <a:extLst>
              <a:ext uri="{FF2B5EF4-FFF2-40B4-BE49-F238E27FC236}">
                <a16:creationId xmlns:a16="http://schemas.microsoft.com/office/drawing/2014/main" id="{7EBAAF02-C605-1CF9-2016-4A09460A9A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566" y="3400400"/>
            <a:ext cx="3529584" cy="2647188"/>
          </a:xfrm>
          <a:prstGeom prst="rect">
            <a:avLst/>
          </a:prstGeom>
        </p:spPr>
      </p:pic>
      <p:sp>
        <p:nvSpPr>
          <p:cNvPr id="3" name="TextBox 2">
            <a:extLst>
              <a:ext uri="{FF2B5EF4-FFF2-40B4-BE49-F238E27FC236}">
                <a16:creationId xmlns:a16="http://schemas.microsoft.com/office/drawing/2014/main" id="{EE3D0ADF-3804-804D-0200-9389B2D5A18C}"/>
              </a:ext>
            </a:extLst>
          </p:cNvPr>
          <p:cNvSpPr txBox="1"/>
          <p:nvPr/>
        </p:nvSpPr>
        <p:spPr>
          <a:xfrm>
            <a:off x="832859" y="2845212"/>
            <a:ext cx="7770889" cy="523220"/>
          </a:xfrm>
          <a:prstGeom prst="rect">
            <a:avLst/>
          </a:prstGeom>
          <a:noFill/>
        </p:spPr>
        <p:txBody>
          <a:bodyPr wrap="square" rtlCol="0">
            <a:spAutoFit/>
          </a:bodyPr>
          <a:lstStyle/>
          <a:p>
            <a:pPr algn="ctr"/>
            <a:r>
              <a:rPr lang="en-US" dirty="0"/>
              <a:t>Lamborghini Aventador CFTP parts</a:t>
            </a:r>
          </a:p>
        </p:txBody>
      </p:sp>
    </p:spTree>
    <p:extLst>
      <p:ext uri="{BB962C8B-B14F-4D97-AF65-F5344CB8AC3E}">
        <p14:creationId xmlns:p14="http://schemas.microsoft.com/office/powerpoint/2010/main" val="949119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F13A2E-C6FF-522B-833D-DB455F1AA32D}"/>
              </a:ext>
            </a:extLst>
          </p:cNvPr>
          <p:cNvSpPr>
            <a:spLocks noGrp="1"/>
          </p:cNvSpPr>
          <p:nvPr>
            <p:ph type="sldNum" sz="quarter" idx="12"/>
          </p:nvPr>
        </p:nvSpPr>
        <p:spPr/>
        <p:txBody>
          <a:bodyPr/>
          <a:lstStyle/>
          <a:p>
            <a:r>
              <a:rPr lang="en-US" altLang="ja-JP"/>
              <a:t>No.</a:t>
            </a:r>
            <a:fld id="{721ED71F-7F3A-4A9C-A5EC-5516A79DC590}" type="slidenum">
              <a:rPr lang="en-US" altLang="ja-JP" smtClean="0"/>
              <a:pPr/>
              <a:t>14</a:t>
            </a:fld>
            <a:endParaRPr lang="en-US" altLang="ja-JP"/>
          </a:p>
        </p:txBody>
      </p:sp>
      <p:sp>
        <p:nvSpPr>
          <p:cNvPr id="3" name="TextBox 2">
            <a:extLst>
              <a:ext uri="{FF2B5EF4-FFF2-40B4-BE49-F238E27FC236}">
                <a16:creationId xmlns:a16="http://schemas.microsoft.com/office/drawing/2014/main" id="{1E8F7B97-0873-2154-E95C-A6713EB28C1E}"/>
              </a:ext>
            </a:extLst>
          </p:cNvPr>
          <p:cNvSpPr txBox="1"/>
          <p:nvPr/>
        </p:nvSpPr>
        <p:spPr>
          <a:xfrm>
            <a:off x="1619672" y="1196752"/>
            <a:ext cx="4752528" cy="1384995"/>
          </a:xfrm>
          <a:prstGeom prst="rect">
            <a:avLst/>
          </a:prstGeom>
          <a:noFill/>
        </p:spPr>
        <p:txBody>
          <a:bodyPr wrap="square" rtlCol="0">
            <a:spAutoFit/>
          </a:bodyPr>
          <a:lstStyle/>
          <a:p>
            <a:r>
              <a:rPr lang="en-US" dirty="0"/>
              <a:t>Add python code here </a:t>
            </a:r>
          </a:p>
          <a:p>
            <a:r>
              <a:rPr lang="en-US" dirty="0"/>
              <a:t>Add any other figures needed. </a:t>
            </a:r>
          </a:p>
        </p:txBody>
      </p:sp>
    </p:spTree>
    <p:extLst>
      <p:ext uri="{BB962C8B-B14F-4D97-AF65-F5344CB8AC3E}">
        <p14:creationId xmlns:p14="http://schemas.microsoft.com/office/powerpoint/2010/main" val="140860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54910A90-6E38-5A16-382C-703A5770C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B4D4E5B7-BC8A-44B7-955E-066872D32A90}" type="slidenum">
              <a:rPr lang="en-US" altLang="ja-JP" sz="1400"/>
              <a:pPr>
                <a:spcBef>
                  <a:spcPct val="0"/>
                </a:spcBef>
                <a:buFontTx/>
                <a:buNone/>
              </a:pPr>
              <a:t>15</a:t>
            </a:fld>
            <a:endParaRPr lang="en-US" altLang="ja-JP" sz="1400"/>
          </a:p>
        </p:txBody>
      </p:sp>
      <p:sp>
        <p:nvSpPr>
          <p:cNvPr id="12297" name="タイトル 12">
            <a:extLst>
              <a:ext uri="{FF2B5EF4-FFF2-40B4-BE49-F238E27FC236}">
                <a16:creationId xmlns:a16="http://schemas.microsoft.com/office/drawing/2014/main" id="{82570938-AC8A-88F3-FC75-AF81A3D3A700}"/>
              </a:ext>
            </a:extLst>
          </p:cNvPr>
          <p:cNvSpPr>
            <a:spLocks noGrp="1"/>
          </p:cNvSpPr>
          <p:nvPr>
            <p:ph type="title" idx="4294967295"/>
          </p:nvPr>
        </p:nvSpPr>
        <p:spPr/>
        <p:txBody>
          <a:bodyPr/>
          <a:lstStyle/>
          <a:p>
            <a:r>
              <a:rPr lang="en-US" altLang="ja-JP" sz="2800" b="1" dirty="0">
                <a:solidFill>
                  <a:schemeClr val="tx1"/>
                </a:solidFill>
              </a:rPr>
              <a:t>Research Progress </a:t>
            </a:r>
            <a:r>
              <a:rPr lang="en-US" altLang="ja-JP" sz="2000" b="1" dirty="0">
                <a:solidFill>
                  <a:schemeClr val="tx1"/>
                </a:solidFill>
              </a:rPr>
              <a:t>Experimental equipment</a:t>
            </a:r>
            <a:endParaRPr lang="ja-JP" altLang="en-US" sz="2000" b="1" dirty="0">
              <a:solidFill>
                <a:schemeClr val="tx1"/>
              </a:solidFill>
            </a:endParaRPr>
          </a:p>
        </p:txBody>
      </p:sp>
      <p:pic>
        <p:nvPicPr>
          <p:cNvPr id="8" name="Picture 7">
            <a:extLst>
              <a:ext uri="{FF2B5EF4-FFF2-40B4-BE49-F238E27FC236}">
                <a16:creationId xmlns:a16="http://schemas.microsoft.com/office/drawing/2014/main" id="{4FBD2BE1-DCEF-70CD-A6C9-A0E6D8F43FFD}"/>
              </a:ext>
            </a:extLst>
          </p:cNvPr>
          <p:cNvPicPr>
            <a:picLocks noChangeAspect="1"/>
          </p:cNvPicPr>
          <p:nvPr/>
        </p:nvPicPr>
        <p:blipFill>
          <a:blip r:embed="rId3"/>
          <a:stretch>
            <a:fillRect/>
          </a:stretch>
        </p:blipFill>
        <p:spPr>
          <a:xfrm>
            <a:off x="624176" y="4439487"/>
            <a:ext cx="2720234" cy="1642718"/>
          </a:xfrm>
          <a:prstGeom prst="rect">
            <a:avLst/>
          </a:prstGeom>
        </p:spPr>
      </p:pic>
      <p:graphicFrame>
        <p:nvGraphicFramePr>
          <p:cNvPr id="10" name="Table 9">
            <a:extLst>
              <a:ext uri="{FF2B5EF4-FFF2-40B4-BE49-F238E27FC236}">
                <a16:creationId xmlns:a16="http://schemas.microsoft.com/office/drawing/2014/main" id="{123FB5E5-2BAC-640B-B4F8-964896B25106}"/>
              </a:ext>
            </a:extLst>
          </p:cNvPr>
          <p:cNvGraphicFramePr>
            <a:graphicFrameLocks noGrp="1"/>
          </p:cNvGraphicFramePr>
          <p:nvPr>
            <p:extLst>
              <p:ext uri="{D42A27DB-BD31-4B8C-83A1-F6EECF244321}">
                <p14:modId xmlns:p14="http://schemas.microsoft.com/office/powerpoint/2010/main" val="4263933647"/>
              </p:ext>
            </p:extLst>
          </p:nvPr>
        </p:nvGraphicFramePr>
        <p:xfrm>
          <a:off x="533400" y="1412776"/>
          <a:ext cx="2775250" cy="2926080"/>
        </p:xfrm>
        <a:graphic>
          <a:graphicData uri="http://schemas.openxmlformats.org/drawingml/2006/table">
            <a:tbl>
              <a:tblPr firstRow="1" bandRow="1">
                <a:tableStyleId>{21E4AEA4-8DFA-4A89-87EB-49C32662AFE0}</a:tableStyleId>
              </a:tblPr>
              <a:tblGrid>
                <a:gridCol w="1387625">
                  <a:extLst>
                    <a:ext uri="{9D8B030D-6E8A-4147-A177-3AD203B41FA5}">
                      <a16:colId xmlns:a16="http://schemas.microsoft.com/office/drawing/2014/main" val="823402866"/>
                    </a:ext>
                  </a:extLst>
                </a:gridCol>
                <a:gridCol w="1387625">
                  <a:extLst>
                    <a:ext uri="{9D8B030D-6E8A-4147-A177-3AD203B41FA5}">
                      <a16:colId xmlns:a16="http://schemas.microsoft.com/office/drawing/2014/main" val="1879517456"/>
                    </a:ext>
                  </a:extLst>
                </a:gridCol>
              </a:tblGrid>
              <a:tr h="0">
                <a:tc gridSpan="2">
                  <a:txBody>
                    <a:bodyPr/>
                    <a:lstStyle/>
                    <a:p>
                      <a:r>
                        <a:rPr lang="en-US" dirty="0">
                          <a:solidFill>
                            <a:schemeClr val="tx1"/>
                          </a:solidFill>
                        </a:rPr>
                        <a:t>Mega Micro type S Chuck</a:t>
                      </a:r>
                    </a:p>
                  </a:txBody>
                  <a:tcPr>
                    <a:solidFill>
                      <a:schemeClr val="accent6">
                        <a:lumMod val="60000"/>
                        <a:lumOff val="40000"/>
                      </a:schemeClr>
                    </a:solidFill>
                  </a:tcPr>
                </a:tc>
                <a:tc hMerge="1">
                  <a:txBody>
                    <a:bodyPr/>
                    <a:lstStyle/>
                    <a:p>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err="1">
                          <a:solidFill>
                            <a:schemeClr val="tx1"/>
                          </a:solidFill>
                          <a:effectLst/>
                        </a:rPr>
                        <a:t>Ød</a:t>
                      </a:r>
                      <a:r>
                        <a:rPr kumimoji="1" lang="en-US" sz="1800" b="1" kern="1200" dirty="0">
                          <a:solidFill>
                            <a:schemeClr val="tx1"/>
                          </a:solidFill>
                          <a:effectLst/>
                        </a:rPr>
                        <a:t> :</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dirty="0">
                          <a:solidFill>
                            <a:schemeClr val="tx1"/>
                          </a:solidFill>
                          <a:effectLst/>
                        </a:rPr>
                        <a:t>0.45 - 6.05</a:t>
                      </a:r>
                      <a:endParaRPr lang="en-US" dirty="0">
                        <a:solidFill>
                          <a:schemeClr val="tx1"/>
                        </a:solidFill>
                      </a:endParaRPr>
                    </a:p>
                  </a:txBody>
                  <a:tcPr/>
                </a:tc>
                <a:extLst>
                  <a:ext uri="{0D108BD9-81ED-4DB2-BD59-A6C34878D82A}">
                    <a16:rowId xmlns:a16="http://schemas.microsoft.com/office/drawing/2014/main" val="346323941"/>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tx1"/>
                          </a:solidFill>
                          <a:effectLst/>
                        </a:rPr>
                        <a:t>ØD:</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dirty="0">
                          <a:solidFill>
                            <a:schemeClr val="tx1"/>
                          </a:solidFill>
                          <a:effectLst/>
                        </a:rPr>
                        <a:t>14 mm</a:t>
                      </a:r>
                      <a:endParaRPr lang="en-US" dirty="0">
                        <a:solidFill>
                          <a:schemeClr val="tx1"/>
                        </a:solidFill>
                      </a:endParaRPr>
                    </a:p>
                  </a:txBody>
                  <a:tcPr/>
                </a:tc>
                <a:extLst>
                  <a:ext uri="{0D108BD9-81ED-4DB2-BD59-A6C34878D82A}">
                    <a16:rowId xmlns:a16="http://schemas.microsoft.com/office/drawing/2014/main" val="365080573"/>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tx1"/>
                          </a:solidFill>
                          <a:effectLst/>
                        </a:rPr>
                        <a:t>L:</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45</a:t>
                      </a:r>
                    </a:p>
                  </a:txBody>
                  <a:tcPr/>
                </a:tc>
                <a:extLst>
                  <a:ext uri="{0D108BD9-81ED-4DB2-BD59-A6C34878D82A}">
                    <a16:rowId xmlns:a16="http://schemas.microsoft.com/office/drawing/2014/main" val="1204545980"/>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32</a:t>
                      </a:r>
                    </a:p>
                  </a:txBody>
                  <a:tcPr/>
                </a:tc>
                <a:extLst>
                  <a:ext uri="{0D108BD9-81ED-4DB2-BD59-A6C34878D82A}">
                    <a16:rowId xmlns:a16="http://schemas.microsoft.com/office/drawing/2014/main" val="885898774"/>
                  </a:ext>
                </a:extLst>
              </a:tr>
              <a:tr h="276155">
                <a:tc>
                  <a:txBody>
                    <a:bodyPr/>
                    <a:lstStyle/>
                    <a:p>
                      <a:r>
                        <a:rPr lang="en-US" dirty="0">
                          <a:solidFill>
                            <a:schemeClr val="tx1"/>
                          </a:solidFill>
                        </a:rPr>
                        <a:t>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p>
                  </a:txBody>
                  <a:tcPr/>
                </a:tc>
                <a:extLst>
                  <a:ext uri="{0D108BD9-81ED-4DB2-BD59-A6C34878D82A}">
                    <a16:rowId xmlns:a16="http://schemas.microsoft.com/office/drawing/2014/main" val="3204531538"/>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H1:</a:t>
                      </a:r>
                    </a:p>
                  </a:txBody>
                  <a:tcPr/>
                </a:tc>
                <a:tc>
                  <a:txBody>
                    <a:bodyPr/>
                    <a:lstStyle/>
                    <a:p>
                      <a:r>
                        <a:rPr lang="en-US" dirty="0">
                          <a:solidFill>
                            <a:schemeClr val="tx1"/>
                          </a:solidFill>
                        </a:rPr>
                        <a:t>28</a:t>
                      </a:r>
                    </a:p>
                  </a:txBody>
                  <a:tcPr/>
                </a:tc>
                <a:extLst>
                  <a:ext uri="{0D108BD9-81ED-4DB2-BD59-A6C34878D82A}">
                    <a16:rowId xmlns:a16="http://schemas.microsoft.com/office/drawing/2014/main" val="2940024698"/>
                  </a:ext>
                </a:extLst>
              </a:tr>
              <a:tr h="276155">
                <a:tc>
                  <a:txBody>
                    <a:bodyPr/>
                    <a:lstStyle/>
                    <a:p>
                      <a:r>
                        <a:rPr lang="en-US" dirty="0">
                          <a:solidFill>
                            <a:schemeClr val="tx1"/>
                          </a:solidFill>
                        </a:rPr>
                        <a:t>H2:</a:t>
                      </a:r>
                    </a:p>
                  </a:txBody>
                  <a:tcPr/>
                </a:tc>
                <a:tc>
                  <a:txBody>
                    <a:bodyPr/>
                    <a:lstStyle/>
                    <a:p>
                      <a:r>
                        <a:rPr lang="en-US" dirty="0">
                          <a:solidFill>
                            <a:schemeClr val="tx1"/>
                          </a:solidFill>
                        </a:rPr>
                        <a:t>31</a:t>
                      </a:r>
                    </a:p>
                  </a:txBody>
                  <a:tcPr/>
                </a:tc>
                <a:extLst>
                  <a:ext uri="{0D108BD9-81ED-4DB2-BD59-A6C34878D82A}">
                    <a16:rowId xmlns:a16="http://schemas.microsoft.com/office/drawing/2014/main" val="1714293132"/>
                  </a:ext>
                </a:extLst>
              </a:tr>
            </a:tbl>
          </a:graphicData>
        </a:graphic>
      </p:graphicFrame>
      <p:pic>
        <p:nvPicPr>
          <p:cNvPr id="4" name="Picture 3" descr="A white square on a blue background&#10;&#10;AI-generated content may be incorrect.">
            <a:extLst>
              <a:ext uri="{FF2B5EF4-FFF2-40B4-BE49-F238E27FC236}">
                <a16:creationId xmlns:a16="http://schemas.microsoft.com/office/drawing/2014/main" id="{53885899-99B7-C928-D382-79990E890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3968" y="1459632"/>
            <a:ext cx="3960440" cy="3960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5E30-BD48-753C-2437-A504822C2C17}"/>
            </a:ext>
          </a:extLst>
        </p:cNvPr>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16FEE324-A2D2-2AE0-77C0-C49BF2D534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B4D4E5B7-BC8A-44B7-955E-066872D32A90}" type="slidenum">
              <a:rPr lang="en-US" altLang="ja-JP" sz="1400"/>
              <a:pPr>
                <a:spcBef>
                  <a:spcPct val="0"/>
                </a:spcBef>
                <a:buFontTx/>
                <a:buNone/>
              </a:pPr>
              <a:t>16</a:t>
            </a:fld>
            <a:endParaRPr lang="en-US" altLang="ja-JP" sz="1400"/>
          </a:p>
        </p:txBody>
      </p:sp>
      <p:sp>
        <p:nvSpPr>
          <p:cNvPr id="12297" name="タイトル 12">
            <a:extLst>
              <a:ext uri="{FF2B5EF4-FFF2-40B4-BE49-F238E27FC236}">
                <a16:creationId xmlns:a16="http://schemas.microsoft.com/office/drawing/2014/main" id="{8A0622A5-F762-E4C0-AB4F-40FB3C1DAC31}"/>
              </a:ext>
            </a:extLst>
          </p:cNvPr>
          <p:cNvSpPr>
            <a:spLocks noGrp="1"/>
          </p:cNvSpPr>
          <p:nvPr>
            <p:ph type="title" idx="4294967295"/>
          </p:nvPr>
        </p:nvSpPr>
        <p:spPr/>
        <p:txBody>
          <a:bodyPr/>
          <a:lstStyle/>
          <a:p>
            <a:r>
              <a:rPr lang="en-US" altLang="ja-JP" sz="2800" b="1" dirty="0">
                <a:solidFill>
                  <a:schemeClr val="tx1"/>
                </a:solidFill>
              </a:rPr>
              <a:t>Research Progress </a:t>
            </a:r>
            <a:r>
              <a:rPr lang="en-US" altLang="ja-JP" sz="2000" b="1" dirty="0">
                <a:solidFill>
                  <a:schemeClr val="tx1"/>
                </a:solidFill>
              </a:rPr>
              <a:t>Experimental equipment</a:t>
            </a:r>
            <a:endParaRPr lang="ja-JP" altLang="en-US" sz="2000" b="1" dirty="0">
              <a:solidFill>
                <a:schemeClr val="tx1"/>
              </a:solidFill>
            </a:endParaRPr>
          </a:p>
        </p:txBody>
      </p:sp>
      <p:grpSp>
        <p:nvGrpSpPr>
          <p:cNvPr id="2" name="Group 1">
            <a:extLst>
              <a:ext uri="{FF2B5EF4-FFF2-40B4-BE49-F238E27FC236}">
                <a16:creationId xmlns:a16="http://schemas.microsoft.com/office/drawing/2014/main" id="{8865FCCC-C0F3-35A1-98EB-64994AE87954}"/>
              </a:ext>
            </a:extLst>
          </p:cNvPr>
          <p:cNvGrpSpPr/>
          <p:nvPr/>
        </p:nvGrpSpPr>
        <p:grpSpPr>
          <a:xfrm>
            <a:off x="2087539" y="1337137"/>
            <a:ext cx="4968921" cy="4183726"/>
            <a:chOff x="4525937" y="1308739"/>
            <a:chExt cx="4968921" cy="4183726"/>
          </a:xfrm>
        </p:grpSpPr>
        <p:pic>
          <p:nvPicPr>
            <p:cNvPr id="3" name="Picture 2" descr="屋内, キッチン, 座る, テーブル が含まれている画像&#10;&#10;自動的に生成された説明">
              <a:extLst>
                <a:ext uri="{FF2B5EF4-FFF2-40B4-BE49-F238E27FC236}">
                  <a16:creationId xmlns:a16="http://schemas.microsoft.com/office/drawing/2014/main" id="{AAE17D80-FE30-A34E-A110-2EB4C5416F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9421" y="1308739"/>
              <a:ext cx="2501955" cy="3584306"/>
            </a:xfrm>
            <a:prstGeom prst="rect">
              <a:avLst/>
            </a:prstGeom>
            <a:noFill/>
          </p:spPr>
        </p:pic>
        <p:sp>
          <p:nvSpPr>
            <p:cNvPr id="5" name="TextBox 4">
              <a:extLst>
                <a:ext uri="{FF2B5EF4-FFF2-40B4-BE49-F238E27FC236}">
                  <a16:creationId xmlns:a16="http://schemas.microsoft.com/office/drawing/2014/main" id="{41A7E880-64A2-C50F-909B-BE2479B7C39A}"/>
                </a:ext>
              </a:extLst>
            </p:cNvPr>
            <p:cNvSpPr txBox="1"/>
            <p:nvPr/>
          </p:nvSpPr>
          <p:spPr>
            <a:xfrm>
              <a:off x="4525937" y="4969245"/>
              <a:ext cx="4968921" cy="523220"/>
            </a:xfrm>
            <a:prstGeom prst="rect">
              <a:avLst/>
            </a:prstGeom>
            <a:noFill/>
          </p:spPr>
          <p:txBody>
            <a:bodyPr wrap="square" rtlCol="0">
              <a:spAutoFit/>
            </a:bodyPr>
            <a:lstStyle/>
            <a:p>
              <a:pPr algn="ctr"/>
              <a:r>
                <a:rPr lang="en-US" dirty="0">
                  <a:solidFill>
                    <a:schemeClr val="tx1"/>
                  </a:solidFill>
                  <a:latin typeface="Times New Roman" pitchFamily="18" charset="0"/>
                  <a:ea typeface="ＭＳ Ｐ明朝" charset="-128"/>
                </a:rPr>
                <a:t>MC430L machining center </a:t>
              </a:r>
              <a:endParaRPr lang="en-US" dirty="0">
                <a:solidFill>
                  <a:schemeClr val="tx1"/>
                </a:solidFill>
              </a:endParaRPr>
            </a:p>
          </p:txBody>
        </p:sp>
      </p:grpSp>
    </p:spTree>
    <p:extLst>
      <p:ext uri="{BB962C8B-B14F-4D97-AF65-F5344CB8AC3E}">
        <p14:creationId xmlns:p14="http://schemas.microsoft.com/office/powerpoint/2010/main" val="1037795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2CCE36-7F72-4AAE-2CA3-4B943F42DB4B}"/>
              </a:ext>
            </a:extLst>
          </p:cNvPr>
          <p:cNvSpPr>
            <a:spLocks noGrp="1"/>
          </p:cNvSpPr>
          <p:nvPr>
            <p:ph type="sldNum" sz="quarter" idx="12"/>
          </p:nvPr>
        </p:nvSpPr>
        <p:spPr/>
        <p:txBody>
          <a:bodyPr/>
          <a:lstStyle/>
          <a:p>
            <a:r>
              <a:rPr lang="en-US" altLang="ja-JP"/>
              <a:t>No.</a:t>
            </a:r>
            <a:fld id="{721ED71F-7F3A-4A9C-A5EC-5516A79DC590}" type="slidenum">
              <a:rPr lang="en-US" altLang="ja-JP" smtClean="0"/>
              <a:pPr/>
              <a:t>17</a:t>
            </a:fld>
            <a:endParaRPr lang="en-US" altLang="ja-JP"/>
          </a:p>
        </p:txBody>
      </p:sp>
      <p:sp>
        <p:nvSpPr>
          <p:cNvPr id="6" name="TextBox 5">
            <a:extLst>
              <a:ext uri="{FF2B5EF4-FFF2-40B4-BE49-F238E27FC236}">
                <a16:creationId xmlns:a16="http://schemas.microsoft.com/office/drawing/2014/main" id="{6AD838C1-9D54-BE55-E857-1791B2B2DF01}"/>
              </a:ext>
            </a:extLst>
          </p:cNvPr>
          <p:cNvSpPr txBox="1"/>
          <p:nvPr/>
        </p:nvSpPr>
        <p:spPr>
          <a:xfrm>
            <a:off x="107504" y="1536174"/>
            <a:ext cx="8807896" cy="3785652"/>
          </a:xfrm>
          <a:prstGeom prst="rect">
            <a:avLst/>
          </a:prstGeom>
          <a:noFill/>
        </p:spPr>
        <p:txBody>
          <a:bodyPr wrap="square" rtlCol="0">
            <a:spAutoFit/>
          </a:bodyPr>
          <a:lstStyle/>
          <a:p>
            <a:pPr marL="342900" indent="-342900">
              <a:buFont typeface="Arial" panose="020B0604020202020204" pitchFamily="34" charset="0"/>
              <a:buChar char="•"/>
            </a:pPr>
            <a:r>
              <a:rPr lang="en-US" sz="1500" dirty="0"/>
              <a:t>Suboptimal Paths: The method uses a greedy nearest-neighbor heuristic, which often produces suboptimal paths. For TSP, this can result in significantly longer total path lengths compared to optimal or near-optimal solutions, increasing machining time and energy use in incremental forming.</a:t>
            </a:r>
          </a:p>
          <a:p>
            <a:pPr marL="342900" indent="-342900">
              <a:buFont typeface="Arial" panose="020B0604020202020204" pitchFamily="34" charset="0"/>
              <a:buChar char="•"/>
            </a:pPr>
            <a:r>
              <a:rPr lang="en-US" sz="1500" dirty="0"/>
              <a:t>Lack of Optimization: It doesn’t consider global optimization techniques (e.g., dynamic programming, branch-and-bound, or metaheuristics like simulated annealing), which TSP libraries employ to find better solutions. </a:t>
            </a:r>
          </a:p>
          <a:p>
            <a:pPr marL="342900" indent="-342900">
              <a:buFont typeface="Arial" panose="020B0604020202020204" pitchFamily="34" charset="0"/>
              <a:buChar char="•"/>
            </a:pPr>
            <a:r>
              <a:rPr lang="en-US" sz="1500" dirty="0"/>
              <a:t>Code Complexity and Maintenance: The code is complex, with manual handling of arrays, loops, and file I/O (e.g., saving and loading layer.csv). This increases the risk of bugs and makes it harder to maintain or extend compared to a library’s streamlined API. </a:t>
            </a:r>
          </a:p>
          <a:p>
            <a:pPr marL="342900" indent="-342900">
              <a:buFont typeface="Arial" panose="020B0604020202020204" pitchFamily="34" charset="0"/>
              <a:buChar char="•"/>
            </a:pPr>
            <a:r>
              <a:rPr lang="en-US" sz="1500" dirty="0"/>
              <a:t>Scalability Issues: For large point clouds (common in incremental forming), the iterative distance calculations and array manipulations (e.g., </a:t>
            </a:r>
            <a:r>
              <a:rPr lang="en-US" sz="1500" dirty="0" err="1"/>
              <a:t>np.linalg.norm</a:t>
            </a:r>
            <a:r>
              <a:rPr lang="en-US" sz="1500" dirty="0"/>
              <a:t>, </a:t>
            </a:r>
            <a:r>
              <a:rPr lang="en-US" sz="1500" dirty="0" err="1"/>
              <a:t>np.delete</a:t>
            </a:r>
            <a:r>
              <a:rPr lang="en-US" sz="1500" dirty="0"/>
              <a:t>) are computationally inefficient, leading to slow performance. </a:t>
            </a:r>
          </a:p>
          <a:p>
            <a:pPr marL="342900" indent="-342900">
              <a:buFont typeface="Arial" panose="020B0604020202020204" pitchFamily="34" charset="0"/>
              <a:buChar char="•"/>
            </a:pPr>
            <a:r>
              <a:rPr lang="en-US" sz="1500" dirty="0"/>
              <a:t>Limited Flexibility: The method is tailored to a specific point cloud structure and doesn’t easily adapt to variations like weighted graphs, constraints (e.g., toolpath continuity), or alternative distance metrics.</a:t>
            </a:r>
          </a:p>
        </p:txBody>
      </p:sp>
      <p:sp>
        <p:nvSpPr>
          <p:cNvPr id="3" name="タイトル 12">
            <a:extLst>
              <a:ext uri="{FF2B5EF4-FFF2-40B4-BE49-F238E27FC236}">
                <a16:creationId xmlns:a16="http://schemas.microsoft.com/office/drawing/2014/main" id="{8D385EE8-5C70-2911-6E3B-2DD00F247D87}"/>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Issues with previous research CAM system</a:t>
            </a:r>
            <a:endParaRPr lang="ja-JP" altLang="en-US" sz="2000" b="1" kern="0" dirty="0">
              <a:solidFill>
                <a:schemeClr val="tx1"/>
              </a:solidFill>
            </a:endParaRPr>
          </a:p>
        </p:txBody>
      </p:sp>
    </p:spTree>
    <p:extLst>
      <p:ext uri="{BB962C8B-B14F-4D97-AF65-F5344CB8AC3E}">
        <p14:creationId xmlns:p14="http://schemas.microsoft.com/office/powerpoint/2010/main" val="1655346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7" name="タイトル 14">
            <a:extLst>
              <a:ext uri="{FF2B5EF4-FFF2-40B4-BE49-F238E27FC236}">
                <a16:creationId xmlns:a16="http://schemas.microsoft.com/office/drawing/2014/main" id="{697738B7-B5FA-92B7-7DD3-9DC14DC18D54}"/>
              </a:ext>
            </a:extLst>
          </p:cNvPr>
          <p:cNvSpPr>
            <a:spLocks noGrp="1"/>
          </p:cNvSpPr>
          <p:nvPr>
            <p:ph type="title" idx="4294967295"/>
          </p:nvPr>
        </p:nvSpPr>
        <p:spPr/>
        <p:txBody>
          <a:bodyPr/>
          <a:lstStyle/>
          <a:p>
            <a:r>
              <a:rPr lang="en-US" altLang="ja-JP" sz="2800" b="1" dirty="0">
                <a:solidFill>
                  <a:schemeClr val="tx1"/>
                </a:solidFill>
              </a:rPr>
              <a:t>Background Information</a:t>
            </a:r>
            <a:endParaRPr lang="ja-JP" altLang="en-US" sz="2800" b="1" dirty="0">
              <a:solidFill>
                <a:schemeClr val="tx1"/>
              </a:solidFill>
            </a:endParaRPr>
          </a:p>
        </p:txBody>
      </p:sp>
      <p:sp>
        <p:nvSpPr>
          <p:cNvPr id="2" name="スライド番号プレースホルダ 1">
            <a:extLst>
              <a:ext uri="{FF2B5EF4-FFF2-40B4-BE49-F238E27FC236}">
                <a16:creationId xmlns:a16="http://schemas.microsoft.com/office/drawing/2014/main" id="{0AD39C3C-D467-BDD9-0D52-C2889D88E3C7}"/>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a:t>
            </a:r>
            <a:fld id="{4E743043-C325-4860-B4D7-407FF6919FEB}" type="slidenum">
              <a:rPr lang="en-US" altLang="ja-JP" sz="1400"/>
              <a:pPr>
                <a:spcBef>
                  <a:spcPct val="0"/>
                </a:spcBef>
                <a:buFontTx/>
                <a:buNone/>
              </a:pPr>
              <a:t>18</a:t>
            </a:fld>
            <a:endParaRPr lang="en-US" altLang="ja-JP" sz="1400" dirty="0"/>
          </a:p>
        </p:txBody>
      </p:sp>
      <p:sp>
        <p:nvSpPr>
          <p:cNvPr id="9" name="TextBox 8">
            <a:extLst>
              <a:ext uri="{FF2B5EF4-FFF2-40B4-BE49-F238E27FC236}">
                <a16:creationId xmlns:a16="http://schemas.microsoft.com/office/drawing/2014/main" id="{02777AF6-5F16-A6AC-CE44-B1B0A468AC41}"/>
              </a:ext>
            </a:extLst>
          </p:cNvPr>
          <p:cNvSpPr txBox="1"/>
          <p:nvPr/>
        </p:nvSpPr>
        <p:spPr>
          <a:xfrm>
            <a:off x="533400" y="609600"/>
            <a:ext cx="10077620" cy="1384995"/>
          </a:xfrm>
          <a:prstGeom prst="rect">
            <a:avLst/>
          </a:prstGeom>
          <a:noFill/>
        </p:spPr>
        <p:txBody>
          <a:bodyPr wrap="square" rtlCol="0">
            <a:spAutoFit/>
          </a:bodyPr>
          <a:lstStyle/>
          <a:p>
            <a:r>
              <a:rPr lang="en-US" dirty="0"/>
              <a:t>What is CAD and CAM</a:t>
            </a:r>
          </a:p>
          <a:p>
            <a:pPr marL="457200" indent="-457200">
              <a:buFont typeface="Arial" panose="020B0604020202020204" pitchFamily="34" charset="0"/>
              <a:buChar char="•"/>
            </a:pPr>
            <a:r>
              <a:rPr lang="en-US" dirty="0"/>
              <a:t>CAD (Computer Aided Design)</a:t>
            </a:r>
          </a:p>
          <a:p>
            <a:pPr marL="457200" indent="-457200">
              <a:buFont typeface="Arial" panose="020B0604020202020204" pitchFamily="34" charset="0"/>
              <a:buChar char="•"/>
            </a:pPr>
            <a:r>
              <a:rPr lang="en-US" dirty="0"/>
              <a:t>CAM (Computer Aided Machining)</a:t>
            </a:r>
          </a:p>
        </p:txBody>
      </p:sp>
      <p:sp>
        <p:nvSpPr>
          <p:cNvPr id="15" name="TextBox 14">
            <a:extLst>
              <a:ext uri="{FF2B5EF4-FFF2-40B4-BE49-F238E27FC236}">
                <a16:creationId xmlns:a16="http://schemas.microsoft.com/office/drawing/2014/main" id="{92213F08-713F-4A8B-BCA8-589E90E756F4}"/>
              </a:ext>
            </a:extLst>
          </p:cNvPr>
          <p:cNvSpPr txBox="1"/>
          <p:nvPr/>
        </p:nvSpPr>
        <p:spPr>
          <a:xfrm>
            <a:off x="886338" y="5293496"/>
            <a:ext cx="3672408" cy="523220"/>
          </a:xfrm>
          <a:prstGeom prst="rect">
            <a:avLst/>
          </a:prstGeom>
          <a:noFill/>
        </p:spPr>
        <p:txBody>
          <a:bodyPr wrap="square" rtlCol="0">
            <a:spAutoFit/>
          </a:bodyPr>
          <a:lstStyle/>
          <a:p>
            <a:pPr algn="ctr"/>
            <a:r>
              <a:rPr lang="en-US" dirty="0"/>
              <a:t>CAD</a:t>
            </a:r>
          </a:p>
        </p:txBody>
      </p:sp>
      <p:sp>
        <p:nvSpPr>
          <p:cNvPr id="16" name="TextBox 15">
            <a:extLst>
              <a:ext uri="{FF2B5EF4-FFF2-40B4-BE49-F238E27FC236}">
                <a16:creationId xmlns:a16="http://schemas.microsoft.com/office/drawing/2014/main" id="{6D650C02-243E-DEBA-AB1C-7A24D596566E}"/>
              </a:ext>
            </a:extLst>
          </p:cNvPr>
          <p:cNvSpPr txBox="1"/>
          <p:nvPr/>
        </p:nvSpPr>
        <p:spPr>
          <a:xfrm>
            <a:off x="5449774" y="5306911"/>
            <a:ext cx="3672408" cy="523220"/>
          </a:xfrm>
          <a:prstGeom prst="rect">
            <a:avLst/>
          </a:prstGeom>
          <a:noFill/>
        </p:spPr>
        <p:txBody>
          <a:bodyPr wrap="square" rtlCol="0">
            <a:spAutoFit/>
          </a:bodyPr>
          <a:lstStyle/>
          <a:p>
            <a:pPr algn="ctr"/>
            <a:r>
              <a:rPr lang="en-US" dirty="0"/>
              <a:t>CAM</a:t>
            </a:r>
          </a:p>
        </p:txBody>
      </p:sp>
      <p:pic>
        <p:nvPicPr>
          <p:cNvPr id="4" name="Picture 3" descr="A close up of a logo&#10;&#10;AI-generated content may be incorrect.">
            <a:extLst>
              <a:ext uri="{FF2B5EF4-FFF2-40B4-BE49-F238E27FC236}">
                <a16:creationId xmlns:a16="http://schemas.microsoft.com/office/drawing/2014/main" id="{1C1CA815-F7AB-030A-3F97-0B32F31AC2CD}"/>
              </a:ext>
            </a:extLst>
          </p:cNvPr>
          <p:cNvPicPr>
            <a:picLocks noChangeAspect="1"/>
          </p:cNvPicPr>
          <p:nvPr/>
        </p:nvPicPr>
        <p:blipFill>
          <a:blip r:embed="rId3">
            <a:extLst>
              <a:ext uri="{28A0092B-C50C-407E-A947-70E740481C1C}">
                <a14:useLocalDpi xmlns:a14="http://schemas.microsoft.com/office/drawing/2010/main" val="0"/>
              </a:ext>
            </a:extLst>
          </a:blip>
          <a:srcRect r="4251"/>
          <a:stretch>
            <a:fillRect/>
          </a:stretch>
        </p:blipFill>
        <p:spPr>
          <a:xfrm>
            <a:off x="561088" y="3164677"/>
            <a:ext cx="4322907" cy="1514475"/>
          </a:xfrm>
          <a:prstGeom prst="rect">
            <a:avLst/>
          </a:prstGeom>
        </p:spPr>
      </p:pic>
      <p:pic>
        <p:nvPicPr>
          <p:cNvPr id="6" name="Picture 5" descr="A large machine with buttons and a screen&#10;&#10;AI-generated content may be incorrect.">
            <a:extLst>
              <a:ext uri="{FF2B5EF4-FFF2-40B4-BE49-F238E27FC236}">
                <a16:creationId xmlns:a16="http://schemas.microsoft.com/office/drawing/2014/main" id="{50A99597-7649-DB11-0596-8146579AEC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4308" y="2656667"/>
            <a:ext cx="3743339" cy="253049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42162288-F155-9918-6113-4FE7026558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No.11</a:t>
            </a:r>
          </a:p>
        </p:txBody>
      </p:sp>
      <p:sp>
        <p:nvSpPr>
          <p:cNvPr id="17413" name="タイトル 11">
            <a:extLst>
              <a:ext uri="{FF2B5EF4-FFF2-40B4-BE49-F238E27FC236}">
                <a16:creationId xmlns:a16="http://schemas.microsoft.com/office/drawing/2014/main" id="{E7EBC353-59F1-F4B9-4C7C-82782E259F77}"/>
              </a:ext>
            </a:extLst>
          </p:cNvPr>
          <p:cNvSpPr>
            <a:spLocks noGrp="1"/>
          </p:cNvSpPr>
          <p:nvPr>
            <p:ph type="title" idx="4294967295"/>
          </p:nvPr>
        </p:nvSpPr>
        <p:spPr/>
        <p:txBody>
          <a:bodyPr/>
          <a:lstStyle/>
          <a:p>
            <a:r>
              <a:rPr lang="en-US" altLang="ja-JP" sz="2800" b="1" dirty="0">
                <a:solidFill>
                  <a:schemeClr val="tx1"/>
                </a:solidFill>
              </a:rPr>
              <a:t>Future Plan </a:t>
            </a:r>
            <a:r>
              <a:rPr lang="en-US" altLang="ja-JP" sz="2000" b="1" dirty="0">
                <a:solidFill>
                  <a:schemeClr val="tx1"/>
                </a:solidFill>
              </a:rPr>
              <a:t>CFRTP Tests</a:t>
            </a:r>
            <a:endParaRPr lang="ja-JP" altLang="en-US" sz="2000" b="1" dirty="0">
              <a:solidFill>
                <a:schemeClr val="tx1"/>
              </a:solidFill>
            </a:endParaRPr>
          </a:p>
        </p:txBody>
      </p:sp>
      <p:pic>
        <p:nvPicPr>
          <p:cNvPr id="4" name="Picture 3" descr="冷蔵庫, ストーブ が含まれている画像&#10;&#10;自動的に生成された説明">
            <a:extLst>
              <a:ext uri="{FF2B5EF4-FFF2-40B4-BE49-F238E27FC236}">
                <a16:creationId xmlns:a16="http://schemas.microsoft.com/office/drawing/2014/main" id="{0FC75BDB-BBB8-8D9F-129F-966987D62E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38" y="1519624"/>
            <a:ext cx="4758680" cy="2526213"/>
          </a:xfrm>
          <a:prstGeom prst="rect">
            <a:avLst/>
          </a:prstGeom>
          <a:noFill/>
          <a:ln>
            <a:noFill/>
          </a:ln>
        </p:spPr>
      </p:pic>
      <p:sp>
        <p:nvSpPr>
          <p:cNvPr id="6" name="TextBox 5">
            <a:extLst>
              <a:ext uri="{FF2B5EF4-FFF2-40B4-BE49-F238E27FC236}">
                <a16:creationId xmlns:a16="http://schemas.microsoft.com/office/drawing/2014/main" id="{1721B9FC-958E-F140-031F-9866DC390BF3}"/>
              </a:ext>
            </a:extLst>
          </p:cNvPr>
          <p:cNvSpPr txBox="1"/>
          <p:nvPr/>
        </p:nvSpPr>
        <p:spPr>
          <a:xfrm>
            <a:off x="1050468" y="4349422"/>
            <a:ext cx="3251820" cy="523220"/>
          </a:xfrm>
          <a:prstGeom prst="rect">
            <a:avLst/>
          </a:prstGeom>
          <a:noFill/>
        </p:spPr>
        <p:txBody>
          <a:bodyPr wrap="square" rtlCol="0">
            <a:spAutoFit/>
          </a:bodyPr>
          <a:lstStyle/>
          <a:p>
            <a:pPr algn="ctr"/>
            <a:r>
              <a:rPr lang="en-US" dirty="0">
                <a:solidFill>
                  <a:schemeClr val="tx1"/>
                </a:solidFill>
                <a:latin typeface="+mj-lt"/>
                <a:ea typeface="ＭＳ Ｐ明朝" charset="-128"/>
              </a:rPr>
              <a:t>T -22H Oil Bath </a:t>
            </a:r>
            <a:endParaRPr lang="en-US" dirty="0">
              <a:solidFill>
                <a:schemeClr val="tx1"/>
              </a:solidFill>
              <a:latin typeface="+mj-lt"/>
            </a:endParaRPr>
          </a:p>
        </p:txBody>
      </p:sp>
      <p:pic>
        <p:nvPicPr>
          <p:cNvPr id="9" name="Picture 8" descr="A black square object on a white background&#10;&#10;Description automatically generated">
            <a:extLst>
              <a:ext uri="{FF2B5EF4-FFF2-40B4-BE49-F238E27FC236}">
                <a16:creationId xmlns:a16="http://schemas.microsoft.com/office/drawing/2014/main" id="{8692F369-5F32-8F41-B0CA-D46665C527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1426" y="1519624"/>
            <a:ext cx="3011324" cy="2753598"/>
          </a:xfrm>
          <a:prstGeom prst="rect">
            <a:avLst/>
          </a:prstGeom>
          <a:noFill/>
        </p:spPr>
      </p:pic>
      <p:sp>
        <p:nvSpPr>
          <p:cNvPr id="10" name="TextBox 9">
            <a:extLst>
              <a:ext uri="{FF2B5EF4-FFF2-40B4-BE49-F238E27FC236}">
                <a16:creationId xmlns:a16="http://schemas.microsoft.com/office/drawing/2014/main" id="{ABE1C726-CAC4-EC2B-BEEE-A364F8A41BBC}"/>
              </a:ext>
            </a:extLst>
          </p:cNvPr>
          <p:cNvSpPr txBox="1"/>
          <p:nvPr/>
        </p:nvSpPr>
        <p:spPr>
          <a:xfrm>
            <a:off x="5384490" y="4349422"/>
            <a:ext cx="3251820" cy="523220"/>
          </a:xfrm>
          <a:prstGeom prst="rect">
            <a:avLst/>
          </a:prstGeom>
          <a:noFill/>
        </p:spPr>
        <p:txBody>
          <a:bodyPr wrap="square" rtlCol="0">
            <a:spAutoFit/>
          </a:bodyPr>
          <a:lstStyle/>
          <a:p>
            <a:pPr algn="ctr"/>
            <a:r>
              <a:rPr lang="en-US" dirty="0">
                <a:solidFill>
                  <a:schemeClr val="tx1"/>
                </a:solidFill>
                <a:latin typeface="+mj-lt"/>
                <a:ea typeface="ＭＳ Ｐ明朝" charset="-128"/>
              </a:rPr>
              <a:t>CFRTP Test Piece</a:t>
            </a:r>
            <a:endParaRPr lang="en-US" dirty="0">
              <a:solidFill>
                <a:schemeClr val="tx1"/>
              </a:solidFill>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EC78-4AC3-DE43-BD5F-3F5250D75983}"/>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7B1A858A-D7CB-6346-9C12-AACB6452EF0D}"/>
              </a:ext>
            </a:extLst>
          </p:cNvPr>
          <p:cNvSpPr>
            <a:spLocks noGrp="1"/>
          </p:cNvSpPr>
          <p:nvPr>
            <p:ph type="title" idx="4294967295"/>
          </p:nvPr>
        </p:nvSpPr>
        <p:spPr/>
        <p:txBody>
          <a:bodyPr/>
          <a:lstStyle/>
          <a:p>
            <a:r>
              <a:rPr lang="en-US" altLang="ja-JP" sz="2800" b="1" dirty="0">
                <a:solidFill>
                  <a:schemeClr val="tx1"/>
                </a:solidFill>
              </a:rPr>
              <a:t>Future Plan</a:t>
            </a:r>
            <a:endParaRPr lang="ja-JP" altLang="en-US" sz="2800" b="1" dirty="0">
              <a:solidFill>
                <a:schemeClr val="tx1"/>
              </a:solidFill>
            </a:endParaRPr>
          </a:p>
        </p:txBody>
      </p:sp>
      <p:sp>
        <p:nvSpPr>
          <p:cNvPr id="2" name="スライド番号プレースホルダ 1">
            <a:extLst>
              <a:ext uri="{FF2B5EF4-FFF2-40B4-BE49-F238E27FC236}">
                <a16:creationId xmlns:a16="http://schemas.microsoft.com/office/drawing/2014/main" id="{B6A6EDB7-FF4A-2B02-1A5C-C885188E4070}"/>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No.12</a:t>
            </a:r>
          </a:p>
        </p:txBody>
      </p:sp>
      <p:graphicFrame>
        <p:nvGraphicFramePr>
          <p:cNvPr id="13" name="Table 12">
            <a:extLst>
              <a:ext uri="{FF2B5EF4-FFF2-40B4-BE49-F238E27FC236}">
                <a16:creationId xmlns:a16="http://schemas.microsoft.com/office/drawing/2014/main" id="{B92819E8-6C1F-E443-2A18-E0A39EC9BCC4}"/>
              </a:ext>
            </a:extLst>
          </p:cNvPr>
          <p:cNvGraphicFramePr>
            <a:graphicFrameLocks noGrp="1"/>
          </p:cNvGraphicFramePr>
          <p:nvPr>
            <p:extLst>
              <p:ext uri="{D42A27DB-BD31-4B8C-83A1-F6EECF244321}">
                <p14:modId xmlns:p14="http://schemas.microsoft.com/office/powerpoint/2010/main" val="2935354851"/>
              </p:ext>
            </p:extLst>
          </p:nvPr>
        </p:nvGraphicFramePr>
        <p:xfrm>
          <a:off x="533400"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dirty="0">
                          <a:solidFill>
                            <a:schemeClr val="bg1"/>
                          </a:solidFill>
                          <a:latin typeface="+mj-lt"/>
                        </a:rPr>
                        <a:t>Previous Research Experimental Conditions: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Angle: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40°</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Feed Rate: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mm/min</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Test Shape Radius:</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20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15 mm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393K (120°C)</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rpm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graphicFrame>
        <p:nvGraphicFramePr>
          <p:cNvPr id="6" name="Table 5">
            <a:extLst>
              <a:ext uri="{FF2B5EF4-FFF2-40B4-BE49-F238E27FC236}">
                <a16:creationId xmlns:a16="http://schemas.microsoft.com/office/drawing/2014/main" id="{EB5558CC-4A6E-0DC0-2DF6-748D399B69E9}"/>
              </a:ext>
            </a:extLst>
          </p:cNvPr>
          <p:cNvGraphicFramePr>
            <a:graphicFrameLocks noGrp="1"/>
          </p:cNvGraphicFramePr>
          <p:nvPr>
            <p:extLst>
              <p:ext uri="{D42A27DB-BD31-4B8C-83A1-F6EECF244321}">
                <p14:modId xmlns:p14="http://schemas.microsoft.com/office/powerpoint/2010/main" val="4284253901"/>
              </p:ext>
            </p:extLst>
          </p:nvPr>
        </p:nvGraphicFramePr>
        <p:xfrm>
          <a:off x="4957902"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dirty="0">
                          <a:solidFill>
                            <a:schemeClr val="bg1"/>
                          </a:solidFill>
                          <a:latin typeface="+mj-lt"/>
                        </a:rPr>
                        <a:t>Experimental Conditions for the Following Experiments: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Angle: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45°</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Feed Rate: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mm/min</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Test Shape Dimensions:</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kumimoji="1" lang="en-US" sz="1800" kern="1200" dirty="0">
                          <a:solidFill>
                            <a:schemeClr val="bg1"/>
                          </a:solidFill>
                          <a:effectLst/>
                          <a:latin typeface="+mj-lt"/>
                          <a:ea typeface="+mn-ea"/>
                          <a:cs typeface="+mn-cs"/>
                        </a:rPr>
                        <a:t>30 mm x 30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9.9 mm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393K (120°C)</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rpm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spTree>
    <p:extLst>
      <p:ext uri="{BB962C8B-B14F-4D97-AF65-F5344CB8AC3E}">
        <p14:creationId xmlns:p14="http://schemas.microsoft.com/office/powerpoint/2010/main" val="3194971168"/>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Arial"/>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ln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54204</TotalTime>
  <Words>2471</Words>
  <Application>Microsoft Office PowerPoint</Application>
  <PresentationFormat>On-screen Show (4:3)</PresentationFormat>
  <Paragraphs>261</Paragraphs>
  <Slides>21</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 (Headings)</vt:lpstr>
      <vt:lpstr>Arial</vt:lpstr>
      <vt:lpstr>Times New Roman</vt:lpstr>
      <vt:lpstr>標準デザイン</vt:lpstr>
      <vt:lpstr>PowerPoint Presentation</vt:lpstr>
      <vt:lpstr>Presentation content</vt:lpstr>
      <vt:lpstr>PowerPoint Presentation</vt:lpstr>
      <vt:lpstr>PowerPoint Presentation</vt:lpstr>
      <vt:lpstr>Previous Research</vt:lpstr>
      <vt:lpstr>PowerPoint Presentation</vt:lpstr>
      <vt:lpstr>PowerPoint Presentation</vt:lpstr>
      <vt:lpstr>Research Progress Test Shape Change</vt:lpstr>
      <vt:lpstr>Experimental Equipment</vt:lpstr>
      <vt:lpstr>Experimental Results CFRTP Tests</vt:lpstr>
      <vt:lpstr>Conclusion and Next Steps</vt:lpstr>
      <vt:lpstr>PowerPoint Presentation</vt:lpstr>
      <vt:lpstr>PowerPoint Presentation</vt:lpstr>
      <vt:lpstr>PowerPoint Presentation</vt:lpstr>
      <vt:lpstr>PowerPoint Presentation</vt:lpstr>
      <vt:lpstr>Research Progress Experimental equipment</vt:lpstr>
      <vt:lpstr>Research Progress Experimental equipment</vt:lpstr>
      <vt:lpstr>PowerPoint Presentation</vt:lpstr>
      <vt:lpstr>Background Information</vt:lpstr>
      <vt:lpstr>Future Plan CFRTP Tests</vt:lpstr>
      <vt:lpstr>Future Plan</vt:lpstr>
    </vt:vector>
  </TitlesOfParts>
  <Company>pel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pelstaf4</dc:creator>
  <cp:lastModifiedBy>KARTER MAKOTOWINGTIM WONG</cp:lastModifiedBy>
  <cp:revision>1870</cp:revision>
  <dcterms:created xsi:type="dcterms:W3CDTF">2000-12-16T01:41:23Z</dcterms:created>
  <dcterms:modified xsi:type="dcterms:W3CDTF">2025-07-16T03:24:11Z</dcterms:modified>
</cp:coreProperties>
</file>