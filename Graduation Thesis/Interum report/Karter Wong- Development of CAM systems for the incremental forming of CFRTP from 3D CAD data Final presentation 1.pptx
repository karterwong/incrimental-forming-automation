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34"/>
  </p:notesMasterIdLst>
  <p:handoutMasterIdLst>
    <p:handoutMasterId r:id="rId35"/>
  </p:handoutMasterIdLst>
  <p:sldIdLst>
    <p:sldId id="271" r:id="rId2"/>
    <p:sldId id="387" r:id="rId3"/>
    <p:sldId id="416" r:id="rId4"/>
    <p:sldId id="418" r:id="rId5"/>
    <p:sldId id="415" r:id="rId6"/>
    <p:sldId id="434" r:id="rId7"/>
    <p:sldId id="405" r:id="rId8"/>
    <p:sldId id="389" r:id="rId9"/>
    <p:sldId id="428" r:id="rId10"/>
    <p:sldId id="424" r:id="rId11"/>
    <p:sldId id="433" r:id="rId12"/>
    <p:sldId id="427" r:id="rId13"/>
    <p:sldId id="423" r:id="rId14"/>
    <p:sldId id="438" r:id="rId15"/>
    <p:sldId id="422" r:id="rId16"/>
    <p:sldId id="414" r:id="rId17"/>
    <p:sldId id="439" r:id="rId18"/>
    <p:sldId id="440" r:id="rId19"/>
    <p:sldId id="425" r:id="rId20"/>
    <p:sldId id="413" r:id="rId21"/>
    <p:sldId id="417" r:id="rId22"/>
    <p:sldId id="435" r:id="rId23"/>
    <p:sldId id="367" r:id="rId24"/>
    <p:sldId id="390" r:id="rId25"/>
    <p:sldId id="419" r:id="rId26"/>
    <p:sldId id="426" r:id="rId27"/>
    <p:sldId id="429" r:id="rId28"/>
    <p:sldId id="432" r:id="rId29"/>
    <p:sldId id="420" r:id="rId30"/>
    <p:sldId id="421" r:id="rId31"/>
    <p:sldId id="431" r:id="rId32"/>
    <p:sldId id="441" r:id="rId33"/>
  </p:sldIdLst>
  <p:sldSz cx="9144000" cy="6858000" type="screen4x3"/>
  <p:notesSz cx="6797675" cy="9926638"/>
  <p:defaultTextStyle>
    <a:defPPr>
      <a:defRPr lang="ja-JP"/>
    </a:defPPr>
    <a:lvl1pPr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800" b="1" kern="1200">
        <a:solidFill>
          <a:srgbClr val="000099"/>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800" b="1" kern="1200">
        <a:solidFill>
          <a:srgbClr val="000099"/>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208">
          <p15:clr>
            <a:srgbClr val="A4A3A4"/>
          </p15:clr>
        </p15:guide>
        <p15:guide id="2" pos="2928">
          <p15:clr>
            <a:srgbClr val="A4A3A4"/>
          </p15:clr>
        </p15:guide>
      </p15:sldGuideLst>
    </p:ext>
    <p:ext uri="{2D200454-40CA-4A62-9FC3-DE9A4176ACB9}">
      <p15:notesGuideLst xmlns:p15="http://schemas.microsoft.com/office/powerpoint/2012/main">
        <p15:guide id="1" orient="horz" pos="3127">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09F"/>
    <a:srgbClr val="FFCCCC"/>
    <a:srgbClr val="FFFF00"/>
    <a:srgbClr val="FFCCFF"/>
    <a:srgbClr val="FF3300"/>
    <a:srgbClr val="FF9900"/>
    <a:srgbClr val="000000"/>
    <a:srgbClr val="CCFF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AF28BF-2DF3-40C8-8C57-72D724F7BD69}" v="1" dt="2025-07-24T00:53:03.127"/>
    <p1510:client id="{53A4DCC8-2290-457C-977F-D97737D51933}" v="32" dt="2025-07-23T05:45:55.898"/>
  </p1510:revLst>
</p1510:revInfo>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587" autoAdjust="0"/>
  </p:normalViewPr>
  <p:slideViewPr>
    <p:cSldViewPr snapToGrid="0">
      <p:cViewPr varScale="1">
        <p:scale>
          <a:sx n="72" d="100"/>
          <a:sy n="72" d="100"/>
        </p:scale>
        <p:origin x="1762" y="58"/>
      </p:cViewPr>
      <p:guideLst>
        <p:guide orient="horz" pos="2208"/>
        <p:guide pos="2928"/>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27"/>
        <p:guide pos="214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ER MAKOTOWINGTIM WONG" userId="87f3421f-7e5f-4328-a49b-3eb6eaf73452" providerId="ADAL" clId="{53A4DCC8-2290-457C-977F-D97737D51933}"/>
    <pc:docChg chg="undo custSel modSld">
      <pc:chgData name="KARTER MAKOTOWINGTIM WONG" userId="87f3421f-7e5f-4328-a49b-3eb6eaf73452" providerId="ADAL" clId="{53A4DCC8-2290-457C-977F-D97737D51933}" dt="2025-07-23T11:26:53.802" v="1365" actId="1076"/>
      <pc:docMkLst>
        <pc:docMk/>
      </pc:docMkLst>
      <pc:sldChg chg="modSp mod">
        <pc:chgData name="KARTER MAKOTOWINGTIM WONG" userId="87f3421f-7e5f-4328-a49b-3eb6eaf73452" providerId="ADAL" clId="{53A4DCC8-2290-457C-977F-D97737D51933}" dt="2025-07-23T05:43:00.022" v="1036" actId="20577"/>
        <pc:sldMkLst>
          <pc:docMk/>
          <pc:sldMk cId="0" sldId="387"/>
        </pc:sldMkLst>
        <pc:spChg chg="mod">
          <ac:chgData name="KARTER MAKOTOWINGTIM WONG" userId="87f3421f-7e5f-4328-a49b-3eb6eaf73452" providerId="ADAL" clId="{53A4DCC8-2290-457C-977F-D97737D51933}" dt="2025-07-23T05:43:00.022" v="1036" actId="20577"/>
          <ac:spMkLst>
            <pc:docMk/>
            <pc:sldMk cId="0" sldId="387"/>
            <ac:spMk id="23" creationId="{4CCBC938-FE93-89F6-3192-7194E4DEAB77}"/>
          </ac:spMkLst>
        </pc:spChg>
      </pc:sldChg>
      <pc:sldChg chg="addSp delSp modSp mod modNotesTx">
        <pc:chgData name="KARTER MAKOTOWINGTIM WONG" userId="87f3421f-7e5f-4328-a49b-3eb6eaf73452" providerId="ADAL" clId="{53A4DCC8-2290-457C-977F-D97737D51933}" dt="2025-07-23T05:44:49.264" v="1052" actId="20577"/>
        <pc:sldMkLst>
          <pc:docMk/>
          <pc:sldMk cId="0" sldId="389"/>
        </pc:sldMkLst>
        <pc:spChg chg="mod">
          <ac:chgData name="KARTER MAKOTOWINGTIM WONG" userId="87f3421f-7e5f-4328-a49b-3eb6eaf73452" providerId="ADAL" clId="{53A4DCC8-2290-457C-977F-D97737D51933}" dt="2025-07-22T09:53:03.344" v="363" actId="1076"/>
          <ac:spMkLst>
            <pc:docMk/>
            <pc:sldMk cId="0" sldId="389"/>
            <ac:spMk id="7" creationId="{AD648E0F-F7BA-FC29-3DA1-F0DB173A56F1}"/>
          </ac:spMkLst>
        </pc:spChg>
        <pc:spChg chg="mod">
          <ac:chgData name="KARTER MAKOTOWINGTIM WONG" userId="87f3421f-7e5f-4328-a49b-3eb6eaf73452" providerId="ADAL" clId="{53A4DCC8-2290-457C-977F-D97737D51933}" dt="2025-07-22T09:23:37.023" v="1" actId="1076"/>
          <ac:spMkLst>
            <pc:docMk/>
            <pc:sldMk cId="0" sldId="389"/>
            <ac:spMk id="13" creationId="{7CB4D025-6D0B-A8AE-2C81-EAC2909EDB4F}"/>
          </ac:spMkLst>
        </pc:spChg>
        <pc:spChg chg="ord">
          <ac:chgData name="KARTER MAKOTOWINGTIM WONG" userId="87f3421f-7e5f-4328-a49b-3eb6eaf73452" providerId="ADAL" clId="{53A4DCC8-2290-457C-977F-D97737D51933}" dt="2025-07-22T09:52:19.827" v="360" actId="171"/>
          <ac:spMkLst>
            <pc:docMk/>
            <pc:sldMk cId="0" sldId="389"/>
            <ac:spMk id="16" creationId="{6F21E5D9-759A-9686-8572-7125A390505E}"/>
          </ac:spMkLst>
        </pc:spChg>
        <pc:spChg chg="add mod">
          <ac:chgData name="KARTER MAKOTOWINGTIM WONG" userId="87f3421f-7e5f-4328-a49b-3eb6eaf73452" providerId="ADAL" clId="{53A4DCC8-2290-457C-977F-D97737D51933}" dt="2025-07-22T09:50:39.715" v="347" actId="20577"/>
          <ac:spMkLst>
            <pc:docMk/>
            <pc:sldMk cId="0" sldId="389"/>
            <ac:spMk id="20" creationId="{916239D3-8177-BF1D-5116-709914045CBE}"/>
          </ac:spMkLst>
        </pc:spChg>
        <pc:spChg chg="add mod">
          <ac:chgData name="KARTER MAKOTOWINGTIM WONG" userId="87f3421f-7e5f-4328-a49b-3eb6eaf73452" providerId="ADAL" clId="{53A4DCC8-2290-457C-977F-D97737D51933}" dt="2025-07-22T10:19:27.615" v="376"/>
          <ac:spMkLst>
            <pc:docMk/>
            <pc:sldMk cId="0" sldId="389"/>
            <ac:spMk id="31" creationId="{7721D30C-8783-7AAF-7EC4-747DDEC50A81}"/>
          </ac:spMkLst>
        </pc:spChg>
        <pc:spChg chg="add mod">
          <ac:chgData name="KARTER MAKOTOWINGTIM WONG" userId="87f3421f-7e5f-4328-a49b-3eb6eaf73452" providerId="ADAL" clId="{53A4DCC8-2290-457C-977F-D97737D51933}" dt="2025-07-22T10:19:33.386" v="379" actId="6549"/>
          <ac:spMkLst>
            <pc:docMk/>
            <pc:sldMk cId="0" sldId="389"/>
            <ac:spMk id="32" creationId="{D6151F44-C9ED-7160-F087-8881EBEA2C81}"/>
          </ac:spMkLst>
        </pc:spChg>
        <pc:picChg chg="mod">
          <ac:chgData name="KARTER MAKOTOWINGTIM WONG" userId="87f3421f-7e5f-4328-a49b-3eb6eaf73452" providerId="ADAL" clId="{53A4DCC8-2290-457C-977F-D97737D51933}" dt="2025-07-22T09:23:59.321" v="7" actId="1076"/>
          <ac:picMkLst>
            <pc:docMk/>
            <pc:sldMk cId="0" sldId="389"/>
            <ac:picMk id="6" creationId="{60D12FB6-6885-8349-3487-F05CFEA7A8CA}"/>
          </ac:picMkLst>
        </pc:picChg>
        <pc:cxnChg chg="mod">
          <ac:chgData name="KARTER MAKOTOWINGTIM WONG" userId="87f3421f-7e5f-4328-a49b-3eb6eaf73452" providerId="ADAL" clId="{53A4DCC8-2290-457C-977F-D97737D51933}" dt="2025-07-22T09:52:44.599" v="362" actId="1582"/>
          <ac:cxnSpMkLst>
            <pc:docMk/>
            <pc:sldMk cId="0" sldId="389"/>
            <ac:cxnSpMk id="5" creationId="{317D51AB-A435-F182-0DA1-2B66E4A86167}"/>
          </ac:cxnSpMkLst>
        </pc:cxnChg>
        <pc:cxnChg chg="mod">
          <ac:chgData name="KARTER MAKOTOWINGTIM WONG" userId="87f3421f-7e5f-4328-a49b-3eb6eaf73452" providerId="ADAL" clId="{53A4DCC8-2290-457C-977F-D97737D51933}" dt="2025-07-22T09:52:44.599" v="362" actId="1582"/>
          <ac:cxnSpMkLst>
            <pc:docMk/>
            <pc:sldMk cId="0" sldId="389"/>
            <ac:cxnSpMk id="8" creationId="{3F5E6C8C-C899-51B1-2A85-A8FC04F98870}"/>
          </ac:cxnSpMkLst>
        </pc:cxnChg>
        <pc:cxnChg chg="mod">
          <ac:chgData name="KARTER MAKOTOWINGTIM WONG" userId="87f3421f-7e5f-4328-a49b-3eb6eaf73452" providerId="ADAL" clId="{53A4DCC8-2290-457C-977F-D97737D51933}" dt="2025-07-22T09:52:44.599" v="362" actId="1582"/>
          <ac:cxnSpMkLst>
            <pc:docMk/>
            <pc:sldMk cId="0" sldId="389"/>
            <ac:cxnSpMk id="14" creationId="{1B5F4F2E-BFBE-C705-C689-F110B1DF3E23}"/>
          </ac:cxnSpMkLst>
        </pc:cxnChg>
        <pc:cxnChg chg="add mod">
          <ac:chgData name="KARTER MAKOTOWINGTIM WONG" userId="87f3421f-7e5f-4328-a49b-3eb6eaf73452" providerId="ADAL" clId="{53A4DCC8-2290-457C-977F-D97737D51933}" dt="2025-07-22T09:52:44.599" v="362" actId="1582"/>
          <ac:cxnSpMkLst>
            <pc:docMk/>
            <pc:sldMk cId="0" sldId="389"/>
            <ac:cxnSpMk id="15" creationId="{4CA96CAC-5838-35AC-E02A-32C3AE979C10}"/>
          </ac:cxnSpMkLst>
        </pc:cxnChg>
        <pc:cxnChg chg="add mod">
          <ac:chgData name="KARTER MAKOTOWINGTIM WONG" userId="87f3421f-7e5f-4328-a49b-3eb6eaf73452" providerId="ADAL" clId="{53A4DCC8-2290-457C-977F-D97737D51933}" dt="2025-07-22T09:52:44.599" v="362" actId="1582"/>
          <ac:cxnSpMkLst>
            <pc:docMk/>
            <pc:sldMk cId="0" sldId="389"/>
            <ac:cxnSpMk id="21" creationId="{11C079FF-E47D-282C-23BB-B72F4AA3B893}"/>
          </ac:cxnSpMkLst>
        </pc:cxnChg>
        <pc:cxnChg chg="add mod">
          <ac:chgData name="KARTER MAKOTOWINGTIM WONG" userId="87f3421f-7e5f-4328-a49b-3eb6eaf73452" providerId="ADAL" clId="{53A4DCC8-2290-457C-977F-D97737D51933}" dt="2025-07-22T10:19:18.209" v="371" actId="14100"/>
          <ac:cxnSpMkLst>
            <pc:docMk/>
            <pc:sldMk cId="0" sldId="389"/>
            <ac:cxnSpMk id="26" creationId="{1B0EA2EB-1EA9-A432-B1B9-D30D20DC650C}"/>
          </ac:cxnSpMkLst>
        </pc:cxnChg>
      </pc:sldChg>
      <pc:sldChg chg="modNotesTx">
        <pc:chgData name="KARTER MAKOTOWINGTIM WONG" userId="87f3421f-7e5f-4328-a49b-3eb6eaf73452" providerId="ADAL" clId="{53A4DCC8-2290-457C-977F-D97737D51933}" dt="2025-07-23T11:23:18.121" v="1239" actId="33524"/>
        <pc:sldMkLst>
          <pc:docMk/>
          <pc:sldMk cId="0" sldId="405"/>
        </pc:sldMkLst>
      </pc:sldChg>
      <pc:sldChg chg="modNotesTx">
        <pc:chgData name="KARTER MAKOTOWINGTIM WONG" userId="87f3421f-7e5f-4328-a49b-3eb6eaf73452" providerId="ADAL" clId="{53A4DCC8-2290-457C-977F-D97737D51933}" dt="2025-07-23T11:19:46.861" v="1073" actId="20577"/>
        <pc:sldMkLst>
          <pc:docMk/>
          <pc:sldMk cId="3206680773" sldId="414"/>
        </pc:sldMkLst>
      </pc:sldChg>
      <pc:sldChg chg="modNotesTx">
        <pc:chgData name="KARTER MAKOTOWINGTIM WONG" userId="87f3421f-7e5f-4328-a49b-3eb6eaf73452" providerId="ADAL" clId="{53A4DCC8-2290-457C-977F-D97737D51933}" dt="2025-07-23T05:44:10.471" v="1046" actId="20577"/>
        <pc:sldMkLst>
          <pc:docMk/>
          <pc:sldMk cId="2977264139" sldId="415"/>
        </pc:sldMkLst>
      </pc:sldChg>
      <pc:sldChg chg="modNotesTx">
        <pc:chgData name="KARTER MAKOTOWINGTIM WONG" userId="87f3421f-7e5f-4328-a49b-3eb6eaf73452" providerId="ADAL" clId="{53A4DCC8-2290-457C-977F-D97737D51933}" dt="2025-07-23T05:43:39.062" v="1041" actId="20577"/>
        <pc:sldMkLst>
          <pc:docMk/>
          <pc:sldMk cId="1400478623" sldId="416"/>
        </pc:sldMkLst>
      </pc:sldChg>
      <pc:sldChg chg="modSp mod modNotesTx">
        <pc:chgData name="KARTER MAKOTOWINGTIM WONG" userId="87f3421f-7e5f-4328-a49b-3eb6eaf73452" providerId="ADAL" clId="{53A4DCC8-2290-457C-977F-D97737D51933}" dt="2025-07-23T11:26:53.802" v="1365" actId="1076"/>
        <pc:sldMkLst>
          <pc:docMk/>
          <pc:sldMk cId="331761965" sldId="418"/>
        </pc:sldMkLst>
        <pc:grpChg chg="mod">
          <ac:chgData name="KARTER MAKOTOWINGTIM WONG" userId="87f3421f-7e5f-4328-a49b-3eb6eaf73452" providerId="ADAL" clId="{53A4DCC8-2290-457C-977F-D97737D51933}" dt="2025-07-23T11:26:53.802" v="1365" actId="1076"/>
          <ac:grpSpMkLst>
            <pc:docMk/>
            <pc:sldMk cId="331761965" sldId="418"/>
            <ac:grpSpMk id="6" creationId="{8003F6E3-510E-0ABD-5651-1F1726B4617E}"/>
          </ac:grpSpMkLst>
        </pc:grpChg>
        <pc:grpChg chg="mod">
          <ac:chgData name="KARTER MAKOTOWINGTIM WONG" userId="87f3421f-7e5f-4328-a49b-3eb6eaf73452" providerId="ADAL" clId="{53A4DCC8-2290-457C-977F-D97737D51933}" dt="2025-07-23T11:26:53.802" v="1365" actId="1076"/>
          <ac:grpSpMkLst>
            <pc:docMk/>
            <pc:sldMk cId="331761965" sldId="418"/>
            <ac:grpSpMk id="15" creationId="{055E48F3-891B-54BA-EEEE-6FC96ECAF185}"/>
          </ac:grpSpMkLst>
        </pc:grpChg>
      </pc:sldChg>
      <pc:sldChg chg="modSp mod modNotesTx">
        <pc:chgData name="KARTER MAKOTOWINGTIM WONG" userId="87f3421f-7e5f-4328-a49b-3eb6eaf73452" providerId="ADAL" clId="{53A4DCC8-2290-457C-977F-D97737D51933}" dt="2025-07-23T05:45:50.597" v="1061" actId="20577"/>
        <pc:sldMkLst>
          <pc:docMk/>
          <pc:sldMk cId="2145823957" sldId="422"/>
        </pc:sldMkLst>
        <pc:spChg chg="mod">
          <ac:chgData name="KARTER MAKOTOWINGTIM WONG" userId="87f3421f-7e5f-4328-a49b-3eb6eaf73452" providerId="ADAL" clId="{53A4DCC8-2290-457C-977F-D97737D51933}" dt="2025-07-22T09:31:46.796" v="338" actId="313"/>
          <ac:spMkLst>
            <pc:docMk/>
            <pc:sldMk cId="2145823957" sldId="422"/>
            <ac:spMk id="3" creationId="{8AE1F0C9-C8D5-9D6E-65FD-C962657B62FF}"/>
          </ac:spMkLst>
        </pc:spChg>
        <pc:spChg chg="mod">
          <ac:chgData name="KARTER MAKOTOWINGTIM WONG" userId="87f3421f-7e5f-4328-a49b-3eb6eaf73452" providerId="ADAL" clId="{53A4DCC8-2290-457C-977F-D97737D51933}" dt="2025-07-22T09:31:08.132" v="276" actId="20577"/>
          <ac:spMkLst>
            <pc:docMk/>
            <pc:sldMk cId="2145823957" sldId="422"/>
            <ac:spMk id="15368" creationId="{872B57E3-D9D4-57E0-E7D7-5F05C184F8E8}"/>
          </ac:spMkLst>
        </pc:spChg>
      </pc:sldChg>
      <pc:sldChg chg="modNotesTx">
        <pc:chgData name="KARTER MAKOTOWINGTIM WONG" userId="87f3421f-7e5f-4328-a49b-3eb6eaf73452" providerId="ADAL" clId="{53A4DCC8-2290-457C-977F-D97737D51933}" dt="2025-07-23T11:21:09.252" v="1191" actId="33524"/>
        <pc:sldMkLst>
          <pc:docMk/>
          <pc:sldMk cId="2281730913" sldId="423"/>
        </pc:sldMkLst>
      </pc:sldChg>
      <pc:sldChg chg="modNotesTx">
        <pc:chgData name="KARTER MAKOTOWINGTIM WONG" userId="87f3421f-7e5f-4328-a49b-3eb6eaf73452" providerId="ADAL" clId="{53A4DCC8-2290-457C-977F-D97737D51933}" dt="2025-07-23T11:26:09.406" v="1362" actId="20577"/>
        <pc:sldMkLst>
          <pc:docMk/>
          <pc:sldMk cId="489792790" sldId="427"/>
        </pc:sldMkLst>
      </pc:sldChg>
      <pc:sldChg chg="modNotesTx">
        <pc:chgData name="KARTER MAKOTOWINGTIM WONG" userId="87f3421f-7e5f-4328-a49b-3eb6eaf73452" providerId="ADAL" clId="{53A4DCC8-2290-457C-977F-D97737D51933}" dt="2025-07-23T05:44:58.161" v="1053" actId="20577"/>
        <pc:sldMkLst>
          <pc:docMk/>
          <pc:sldMk cId="4288642469" sldId="428"/>
        </pc:sldMkLst>
      </pc:sldChg>
      <pc:sldChg chg="modNotesTx">
        <pc:chgData name="KARTER MAKOTOWINGTIM WONG" userId="87f3421f-7e5f-4328-a49b-3eb6eaf73452" providerId="ADAL" clId="{53A4DCC8-2290-457C-977F-D97737D51933}" dt="2025-07-23T05:45:13.845" v="1054" actId="20577"/>
        <pc:sldMkLst>
          <pc:docMk/>
          <pc:sldMk cId="2474978099" sldId="433"/>
        </pc:sldMkLst>
      </pc:sldChg>
      <pc:sldChg chg="addSp delSp modSp mod modNotesTx">
        <pc:chgData name="KARTER MAKOTOWINGTIM WONG" userId="87f3421f-7e5f-4328-a49b-3eb6eaf73452" providerId="ADAL" clId="{53A4DCC8-2290-457C-977F-D97737D51933}" dt="2025-07-23T05:45:43.020" v="1059" actId="20577"/>
        <pc:sldMkLst>
          <pc:docMk/>
          <pc:sldMk cId="3399768270" sldId="438"/>
        </pc:sldMkLst>
        <pc:spChg chg="mod">
          <ac:chgData name="KARTER MAKOTOWINGTIM WONG" userId="87f3421f-7e5f-4328-a49b-3eb6eaf73452" providerId="ADAL" clId="{53A4DCC8-2290-457C-977F-D97737D51933}" dt="2025-07-22T09:29:54.505" v="171" actId="1076"/>
          <ac:spMkLst>
            <pc:docMk/>
            <pc:sldMk cId="3399768270" sldId="438"/>
            <ac:spMk id="6" creationId="{7C459C9F-DE27-CF37-2C89-55109DEAF6FA}"/>
          </ac:spMkLst>
        </pc:spChg>
      </pc:sldChg>
      <pc:sldChg chg="modNotesTx">
        <pc:chgData name="KARTER MAKOTOWINGTIM WONG" userId="87f3421f-7e5f-4328-a49b-3eb6eaf73452" providerId="ADAL" clId="{53A4DCC8-2290-457C-977F-D97737D51933}" dt="2025-07-23T05:00:16.321" v="1018" actId="20577"/>
        <pc:sldMkLst>
          <pc:docMk/>
          <pc:sldMk cId="2964092221" sldId="439"/>
        </pc:sldMkLst>
      </pc:sldChg>
      <pc:sldChg chg="modNotesTx">
        <pc:chgData name="KARTER MAKOTOWINGTIM WONG" userId="87f3421f-7e5f-4328-a49b-3eb6eaf73452" providerId="ADAL" clId="{53A4DCC8-2290-457C-977F-D97737D51933}" dt="2025-07-23T05:00:19.326" v="1019" actId="20577"/>
        <pc:sldMkLst>
          <pc:docMk/>
          <pc:sldMk cId="1027383092" sldId="440"/>
        </pc:sldMkLst>
      </pc:sldChg>
    </pc:docChg>
  </pc:docChgLst>
  <pc:docChgLst>
    <pc:chgData name="KARTER MAKOTOWINGTIM WONG" userId="87f3421f-7e5f-4328-a49b-3eb6eaf73452" providerId="ADAL" clId="{2EAF28BF-2DF3-40C8-8C57-72D724F7BD69}"/>
    <pc:docChg chg="undo custSel modSld">
      <pc:chgData name="KARTER MAKOTOWINGTIM WONG" userId="87f3421f-7e5f-4328-a49b-3eb6eaf73452" providerId="ADAL" clId="{2EAF28BF-2DF3-40C8-8C57-72D724F7BD69}" dt="2025-07-24T01:55:20.933" v="5" actId="1076"/>
      <pc:docMkLst>
        <pc:docMk/>
      </pc:docMkLst>
      <pc:sldChg chg="modSp mod">
        <pc:chgData name="KARTER MAKOTOWINGTIM WONG" userId="87f3421f-7e5f-4328-a49b-3eb6eaf73452" providerId="ADAL" clId="{2EAF28BF-2DF3-40C8-8C57-72D724F7BD69}" dt="2025-07-24T01:55:20.933" v="5" actId="1076"/>
        <pc:sldMkLst>
          <pc:docMk/>
          <pc:sldMk cId="0" sldId="387"/>
        </pc:sldMkLst>
        <pc:spChg chg="mod">
          <ac:chgData name="KARTER MAKOTOWINGTIM WONG" userId="87f3421f-7e5f-4328-a49b-3eb6eaf73452" providerId="ADAL" clId="{2EAF28BF-2DF3-40C8-8C57-72D724F7BD69}" dt="2025-07-24T01:55:20.933" v="5" actId="1076"/>
          <ac:spMkLst>
            <pc:docMk/>
            <pc:sldMk cId="0" sldId="387"/>
            <ac:spMk id="23" creationId="{4CCBC938-FE93-89F6-3192-7194E4DEAB77}"/>
          </ac:spMkLst>
        </pc:spChg>
      </pc:sldChg>
      <pc:sldChg chg="addSp modSp mod">
        <pc:chgData name="KARTER MAKOTOWINGTIM WONG" userId="87f3421f-7e5f-4328-a49b-3eb6eaf73452" providerId="ADAL" clId="{2EAF28BF-2DF3-40C8-8C57-72D724F7BD69}" dt="2025-07-24T00:53:20.135" v="2" actId="1076"/>
        <pc:sldMkLst>
          <pc:docMk/>
          <pc:sldMk cId="1037795982" sldId="426"/>
        </pc:sldMkLst>
        <pc:grpChg chg="mod">
          <ac:chgData name="KARTER MAKOTOWINGTIM WONG" userId="87f3421f-7e5f-4328-a49b-3eb6eaf73452" providerId="ADAL" clId="{2EAF28BF-2DF3-40C8-8C57-72D724F7BD69}" dt="2025-07-24T00:53:20.135" v="2" actId="1076"/>
          <ac:grpSpMkLst>
            <pc:docMk/>
            <pc:sldMk cId="1037795982" sldId="426"/>
            <ac:grpSpMk id="2" creationId="{8865FCCC-C0F3-35A1-98EB-64994AE87954}"/>
          </ac:grpSpMkLst>
        </pc:grpChg>
        <pc:picChg chg="add mod">
          <ac:chgData name="KARTER MAKOTOWINGTIM WONG" userId="87f3421f-7e5f-4328-a49b-3eb6eaf73452" providerId="ADAL" clId="{2EAF28BF-2DF3-40C8-8C57-72D724F7BD69}" dt="2025-07-24T00:53:14.483" v="1" actId="1076"/>
          <ac:picMkLst>
            <pc:docMk/>
            <pc:sldMk cId="1037795982" sldId="426"/>
            <ac:picMk id="4" creationId="{ECBE7C16-9739-B3CB-7F08-75D5496A3FF2}"/>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1E4203-2F25-469A-AD84-93C704A821F9}" type="doc">
      <dgm:prSet loTypeId="urn:microsoft.com/office/officeart/2005/8/layout/process1" loCatId="process" qsTypeId="urn:microsoft.com/office/officeart/2005/8/quickstyle/simple1" qsCatId="simple" csTypeId="urn:microsoft.com/office/officeart/2005/8/colors/accent1_2" csCatId="accent1" phldr="1"/>
      <dgm:spPr/>
    </dgm:pt>
    <dgm:pt modelId="{76F5D61F-F263-4731-A52A-507C3CDB3BD1}">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a:solidFill>
                <a:schemeClr val="bg1"/>
              </a:solidFill>
              <a:latin typeface="+mj-lt"/>
            </a:rPr>
            <a:t>Point Cloud Formation</a:t>
          </a:r>
        </a:p>
      </dgm:t>
    </dgm:pt>
    <dgm:pt modelId="{41A845F6-1092-4459-A170-D41693D9897A}" type="parTrans" cxnId="{27ADA437-719F-4AEF-A17F-B33937FF4622}">
      <dgm:prSet/>
      <dgm:spPr/>
      <dgm:t>
        <a:bodyPr/>
        <a:lstStyle/>
        <a:p>
          <a:endParaRPr lang="en-US"/>
        </a:p>
      </dgm:t>
    </dgm:pt>
    <dgm:pt modelId="{395F6CBC-9FFF-4ADE-A582-299687868278}" type="sibTrans" cxnId="{27ADA437-719F-4AEF-A17F-B33937FF4622}">
      <dgm:prSet/>
      <dgm:spPr>
        <a:solidFill>
          <a:schemeClr val="accent2"/>
        </a:solidFill>
        <a:ln>
          <a:solidFill>
            <a:schemeClr val="tx1"/>
          </a:solidFill>
        </a:ln>
      </dgm:spPr>
      <dgm:t>
        <a:bodyPr/>
        <a:lstStyle/>
        <a:p>
          <a:endParaRPr lang="en-US"/>
        </a:p>
      </dgm:t>
    </dgm:pt>
    <dgm:pt modelId="{E344FC80-6928-4ACB-B12B-E4A354D77215}">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a:solidFill>
                <a:schemeClr val="bg1"/>
              </a:solidFill>
              <a:latin typeface="+mj-lt"/>
            </a:rPr>
            <a:t>Toolpath Generation</a:t>
          </a:r>
        </a:p>
      </dgm:t>
    </dgm:pt>
    <dgm:pt modelId="{2DDE8F93-58B3-4A29-8FB0-3B4CE07391DE}" type="parTrans" cxnId="{7D35FE0C-9B5E-47D9-8F1D-51B5C0818C25}">
      <dgm:prSet/>
      <dgm:spPr/>
      <dgm:t>
        <a:bodyPr/>
        <a:lstStyle/>
        <a:p>
          <a:endParaRPr lang="en-US"/>
        </a:p>
      </dgm:t>
    </dgm:pt>
    <dgm:pt modelId="{64840F78-449D-41BA-9202-C61C699FADD2}" type="sibTrans" cxnId="{7D35FE0C-9B5E-47D9-8F1D-51B5C0818C25}">
      <dgm:prSet/>
      <dgm:spPr>
        <a:solidFill>
          <a:schemeClr val="accent2"/>
        </a:solidFill>
        <a:ln>
          <a:solidFill>
            <a:schemeClr val="tx1"/>
          </a:solidFill>
        </a:ln>
      </dgm:spPr>
      <dgm:t>
        <a:bodyPr/>
        <a:lstStyle/>
        <a:p>
          <a:endParaRPr lang="en-US"/>
        </a:p>
      </dgm:t>
    </dgm:pt>
    <dgm:pt modelId="{43B52AA3-6A08-4C37-A58E-FE973F9BCF28}">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a:solidFill>
                <a:schemeClr val="bg1"/>
              </a:solidFill>
              <a:latin typeface="+mj-lt"/>
            </a:rPr>
            <a:t>G-Code</a:t>
          </a:r>
        </a:p>
      </dgm:t>
    </dgm:pt>
    <dgm:pt modelId="{07FA812C-9A84-47CA-A708-FE5DD758E0D9}" type="parTrans" cxnId="{8BE381D6-D2B5-424C-BD92-61D4DDC17B62}">
      <dgm:prSet/>
      <dgm:spPr/>
      <dgm:t>
        <a:bodyPr/>
        <a:lstStyle/>
        <a:p>
          <a:endParaRPr lang="en-US"/>
        </a:p>
      </dgm:t>
    </dgm:pt>
    <dgm:pt modelId="{1FF50BB0-F61B-4A08-9236-B6655BE89BFD}" type="sibTrans" cxnId="{8BE381D6-D2B5-424C-BD92-61D4DDC17B62}">
      <dgm:prSet/>
      <dgm:spPr/>
      <dgm:t>
        <a:bodyPr/>
        <a:lstStyle/>
        <a:p>
          <a:endParaRPr lang="en-US"/>
        </a:p>
      </dgm:t>
    </dgm:pt>
    <dgm:pt modelId="{C0F6CAE2-9BB3-44E9-ABDE-374D8458DF07}">
      <dgm:prSet phldrT="[Text]" custT="1">
        <dgm:style>
          <a:lnRef idx="1">
            <a:schemeClr val="accent6"/>
          </a:lnRef>
          <a:fillRef idx="3">
            <a:schemeClr val="accent6"/>
          </a:fillRef>
          <a:effectRef idx="2">
            <a:schemeClr val="accent6"/>
          </a:effectRef>
          <a:fontRef idx="minor">
            <a:schemeClr val="lt1"/>
          </a:fontRef>
        </dgm:style>
      </dgm:prSet>
      <dgm:spPr/>
      <dgm:t>
        <a:bodyPr/>
        <a:lstStyle/>
        <a:p>
          <a:r>
            <a:rPr lang="en-US" sz="2400">
              <a:solidFill>
                <a:schemeClr val="bg1"/>
              </a:solidFill>
              <a:latin typeface="+mj-lt"/>
            </a:rPr>
            <a:t>STL Data</a:t>
          </a:r>
        </a:p>
      </dgm:t>
    </dgm:pt>
    <dgm:pt modelId="{DC177591-FB84-4B6A-9BCD-26CCD59DD472}" type="parTrans" cxnId="{85DD3BCA-80F2-45C8-86FD-2E98B517AD5B}">
      <dgm:prSet/>
      <dgm:spPr/>
      <dgm:t>
        <a:bodyPr/>
        <a:lstStyle/>
        <a:p>
          <a:endParaRPr lang="en-US"/>
        </a:p>
      </dgm:t>
    </dgm:pt>
    <dgm:pt modelId="{F58268AD-A0A5-48AE-83C0-5DE3D09DC33D}" type="sibTrans" cxnId="{85DD3BCA-80F2-45C8-86FD-2E98B517AD5B}">
      <dgm:prSet/>
      <dgm:spPr>
        <a:solidFill>
          <a:schemeClr val="accent2"/>
        </a:solidFill>
        <a:ln>
          <a:solidFill>
            <a:schemeClr val="tx1"/>
          </a:solidFill>
        </a:ln>
      </dgm:spPr>
      <dgm:t>
        <a:bodyPr/>
        <a:lstStyle/>
        <a:p>
          <a:endParaRPr lang="en-US"/>
        </a:p>
      </dgm:t>
    </dgm:pt>
    <dgm:pt modelId="{A5D737FA-0BDC-4528-BEDF-659F34732174}" type="pres">
      <dgm:prSet presAssocID="{DC1E4203-2F25-469A-AD84-93C704A821F9}" presName="Name0" presStyleCnt="0">
        <dgm:presLayoutVars>
          <dgm:dir/>
          <dgm:resizeHandles val="exact"/>
        </dgm:presLayoutVars>
      </dgm:prSet>
      <dgm:spPr/>
    </dgm:pt>
    <dgm:pt modelId="{AEA939FB-9639-455E-8AAA-68ADDF7B3028}" type="pres">
      <dgm:prSet presAssocID="{C0F6CAE2-9BB3-44E9-ABDE-374D8458DF07}" presName="node" presStyleLbl="node1" presStyleIdx="0" presStyleCnt="4">
        <dgm:presLayoutVars>
          <dgm:bulletEnabled val="1"/>
        </dgm:presLayoutVars>
      </dgm:prSet>
      <dgm:spPr/>
    </dgm:pt>
    <dgm:pt modelId="{796AB7A5-ACB5-4EC2-8C9A-07AE062A5B88}" type="pres">
      <dgm:prSet presAssocID="{F58268AD-A0A5-48AE-83C0-5DE3D09DC33D}" presName="sibTrans" presStyleLbl="sibTrans2D1" presStyleIdx="0" presStyleCnt="3"/>
      <dgm:spPr/>
    </dgm:pt>
    <dgm:pt modelId="{A821EC0C-94BC-4100-905B-335D2F96250B}" type="pres">
      <dgm:prSet presAssocID="{F58268AD-A0A5-48AE-83C0-5DE3D09DC33D}" presName="connectorText" presStyleLbl="sibTrans2D1" presStyleIdx="0" presStyleCnt="3"/>
      <dgm:spPr/>
    </dgm:pt>
    <dgm:pt modelId="{118C2573-48C0-4E40-9429-761A7853F569}" type="pres">
      <dgm:prSet presAssocID="{76F5D61F-F263-4731-A52A-507C3CDB3BD1}" presName="node" presStyleLbl="node1" presStyleIdx="1" presStyleCnt="4">
        <dgm:presLayoutVars>
          <dgm:bulletEnabled val="1"/>
        </dgm:presLayoutVars>
      </dgm:prSet>
      <dgm:spPr/>
    </dgm:pt>
    <dgm:pt modelId="{CCAD73D1-3F3B-44B5-92FD-FB5C8CC699EE}" type="pres">
      <dgm:prSet presAssocID="{395F6CBC-9FFF-4ADE-A582-299687868278}" presName="sibTrans" presStyleLbl="sibTrans2D1" presStyleIdx="1" presStyleCnt="3"/>
      <dgm:spPr/>
    </dgm:pt>
    <dgm:pt modelId="{5EA6E0CE-E23D-425E-8B81-055056CC4144}" type="pres">
      <dgm:prSet presAssocID="{395F6CBC-9FFF-4ADE-A582-299687868278}" presName="connectorText" presStyleLbl="sibTrans2D1" presStyleIdx="1" presStyleCnt="3"/>
      <dgm:spPr/>
    </dgm:pt>
    <dgm:pt modelId="{12BDA978-51CD-4342-B3DB-50EEA6F20091}" type="pres">
      <dgm:prSet presAssocID="{E344FC80-6928-4ACB-B12B-E4A354D77215}" presName="node" presStyleLbl="node1" presStyleIdx="2" presStyleCnt="4" custScaleX="101765">
        <dgm:presLayoutVars>
          <dgm:bulletEnabled val="1"/>
        </dgm:presLayoutVars>
      </dgm:prSet>
      <dgm:spPr/>
    </dgm:pt>
    <dgm:pt modelId="{39E365C3-EF61-48EB-9CAF-3106C0728B0C}" type="pres">
      <dgm:prSet presAssocID="{64840F78-449D-41BA-9202-C61C699FADD2}" presName="sibTrans" presStyleLbl="sibTrans2D1" presStyleIdx="2" presStyleCnt="3"/>
      <dgm:spPr/>
    </dgm:pt>
    <dgm:pt modelId="{859E1427-152B-408A-8295-9B7C24F3BF92}" type="pres">
      <dgm:prSet presAssocID="{64840F78-449D-41BA-9202-C61C699FADD2}" presName="connectorText" presStyleLbl="sibTrans2D1" presStyleIdx="2" presStyleCnt="3"/>
      <dgm:spPr/>
    </dgm:pt>
    <dgm:pt modelId="{9523F211-D72D-4F46-AE18-24C03FBBB474}" type="pres">
      <dgm:prSet presAssocID="{43B52AA3-6A08-4C37-A58E-FE973F9BCF28}" presName="node" presStyleLbl="node1" presStyleIdx="3" presStyleCnt="4">
        <dgm:presLayoutVars>
          <dgm:bulletEnabled val="1"/>
        </dgm:presLayoutVars>
      </dgm:prSet>
      <dgm:spPr/>
    </dgm:pt>
  </dgm:ptLst>
  <dgm:cxnLst>
    <dgm:cxn modelId="{5E565706-BE83-4F79-B9CD-54BC2878C58A}" type="presOf" srcId="{43B52AA3-6A08-4C37-A58E-FE973F9BCF28}" destId="{9523F211-D72D-4F46-AE18-24C03FBBB474}" srcOrd="0" destOrd="0" presId="urn:microsoft.com/office/officeart/2005/8/layout/process1"/>
    <dgm:cxn modelId="{296B670A-1984-413C-892E-8F01B187FF97}" type="presOf" srcId="{395F6CBC-9FFF-4ADE-A582-299687868278}" destId="{5EA6E0CE-E23D-425E-8B81-055056CC4144}" srcOrd="1" destOrd="0" presId="urn:microsoft.com/office/officeart/2005/8/layout/process1"/>
    <dgm:cxn modelId="{7D35FE0C-9B5E-47D9-8F1D-51B5C0818C25}" srcId="{DC1E4203-2F25-469A-AD84-93C704A821F9}" destId="{E344FC80-6928-4ACB-B12B-E4A354D77215}" srcOrd="2" destOrd="0" parTransId="{2DDE8F93-58B3-4A29-8FB0-3B4CE07391DE}" sibTransId="{64840F78-449D-41BA-9202-C61C699FADD2}"/>
    <dgm:cxn modelId="{5B2A9814-FB31-4C1D-821B-7B170CEE0B84}" type="presOf" srcId="{64840F78-449D-41BA-9202-C61C699FADD2}" destId="{39E365C3-EF61-48EB-9CAF-3106C0728B0C}" srcOrd="0" destOrd="0" presId="urn:microsoft.com/office/officeart/2005/8/layout/process1"/>
    <dgm:cxn modelId="{27ADA437-719F-4AEF-A17F-B33937FF4622}" srcId="{DC1E4203-2F25-469A-AD84-93C704A821F9}" destId="{76F5D61F-F263-4731-A52A-507C3CDB3BD1}" srcOrd="1" destOrd="0" parTransId="{41A845F6-1092-4459-A170-D41693D9897A}" sibTransId="{395F6CBC-9FFF-4ADE-A582-299687868278}"/>
    <dgm:cxn modelId="{70721438-E821-4AF5-BA71-66DFA794F9D5}" type="presOf" srcId="{C0F6CAE2-9BB3-44E9-ABDE-374D8458DF07}" destId="{AEA939FB-9639-455E-8AAA-68ADDF7B3028}" srcOrd="0" destOrd="0" presId="urn:microsoft.com/office/officeart/2005/8/layout/process1"/>
    <dgm:cxn modelId="{955DFB69-B817-40CB-8660-D4956D14819F}" type="presOf" srcId="{E344FC80-6928-4ACB-B12B-E4A354D77215}" destId="{12BDA978-51CD-4342-B3DB-50EEA6F20091}" srcOrd="0" destOrd="0" presId="urn:microsoft.com/office/officeart/2005/8/layout/process1"/>
    <dgm:cxn modelId="{F61B6B6B-D875-4097-8067-6EF6498997A4}" type="presOf" srcId="{76F5D61F-F263-4731-A52A-507C3CDB3BD1}" destId="{118C2573-48C0-4E40-9429-761A7853F569}" srcOrd="0" destOrd="0" presId="urn:microsoft.com/office/officeart/2005/8/layout/process1"/>
    <dgm:cxn modelId="{4BCDB86B-B2A6-43A6-9571-1336BFD2C0AC}" type="presOf" srcId="{F58268AD-A0A5-48AE-83C0-5DE3D09DC33D}" destId="{796AB7A5-ACB5-4EC2-8C9A-07AE062A5B88}" srcOrd="0" destOrd="0" presId="urn:microsoft.com/office/officeart/2005/8/layout/process1"/>
    <dgm:cxn modelId="{DE378250-D117-468D-A7BE-A61BE7743098}" type="presOf" srcId="{395F6CBC-9FFF-4ADE-A582-299687868278}" destId="{CCAD73D1-3F3B-44B5-92FD-FB5C8CC699EE}" srcOrd="0" destOrd="0" presId="urn:microsoft.com/office/officeart/2005/8/layout/process1"/>
    <dgm:cxn modelId="{2FCC1F7A-DA84-49A8-BC78-8158868D8B37}" type="presOf" srcId="{F58268AD-A0A5-48AE-83C0-5DE3D09DC33D}" destId="{A821EC0C-94BC-4100-905B-335D2F96250B}" srcOrd="1" destOrd="0" presId="urn:microsoft.com/office/officeart/2005/8/layout/process1"/>
    <dgm:cxn modelId="{D1F64193-6CF4-4FAF-8F09-91F6293D2BE5}" type="presOf" srcId="{64840F78-449D-41BA-9202-C61C699FADD2}" destId="{859E1427-152B-408A-8295-9B7C24F3BF92}" srcOrd="1" destOrd="0" presId="urn:microsoft.com/office/officeart/2005/8/layout/process1"/>
    <dgm:cxn modelId="{85DD3BCA-80F2-45C8-86FD-2E98B517AD5B}" srcId="{DC1E4203-2F25-469A-AD84-93C704A821F9}" destId="{C0F6CAE2-9BB3-44E9-ABDE-374D8458DF07}" srcOrd="0" destOrd="0" parTransId="{DC177591-FB84-4B6A-9BCD-26CCD59DD472}" sibTransId="{F58268AD-A0A5-48AE-83C0-5DE3D09DC33D}"/>
    <dgm:cxn modelId="{A1613FD4-A123-4C02-836B-B771AD9FC355}" type="presOf" srcId="{DC1E4203-2F25-469A-AD84-93C704A821F9}" destId="{A5D737FA-0BDC-4528-BEDF-659F34732174}" srcOrd="0" destOrd="0" presId="urn:microsoft.com/office/officeart/2005/8/layout/process1"/>
    <dgm:cxn modelId="{8BE381D6-D2B5-424C-BD92-61D4DDC17B62}" srcId="{DC1E4203-2F25-469A-AD84-93C704A821F9}" destId="{43B52AA3-6A08-4C37-A58E-FE973F9BCF28}" srcOrd="3" destOrd="0" parTransId="{07FA812C-9A84-47CA-A708-FE5DD758E0D9}" sibTransId="{1FF50BB0-F61B-4A08-9236-B6655BE89BFD}"/>
    <dgm:cxn modelId="{71277180-1138-4769-8B03-6C0F163D3184}" type="presParOf" srcId="{A5D737FA-0BDC-4528-BEDF-659F34732174}" destId="{AEA939FB-9639-455E-8AAA-68ADDF7B3028}" srcOrd="0" destOrd="0" presId="urn:microsoft.com/office/officeart/2005/8/layout/process1"/>
    <dgm:cxn modelId="{9529889B-5961-47CE-93F8-2F97BB4024B2}" type="presParOf" srcId="{A5D737FA-0BDC-4528-BEDF-659F34732174}" destId="{796AB7A5-ACB5-4EC2-8C9A-07AE062A5B88}" srcOrd="1" destOrd="0" presId="urn:microsoft.com/office/officeart/2005/8/layout/process1"/>
    <dgm:cxn modelId="{3CDCE3E8-EA4F-459B-BF5F-E1E535BDD8FF}" type="presParOf" srcId="{796AB7A5-ACB5-4EC2-8C9A-07AE062A5B88}" destId="{A821EC0C-94BC-4100-905B-335D2F96250B}" srcOrd="0" destOrd="0" presId="urn:microsoft.com/office/officeart/2005/8/layout/process1"/>
    <dgm:cxn modelId="{0D24E0B3-861A-4DF9-A313-BB0E80F613DD}" type="presParOf" srcId="{A5D737FA-0BDC-4528-BEDF-659F34732174}" destId="{118C2573-48C0-4E40-9429-761A7853F569}" srcOrd="2" destOrd="0" presId="urn:microsoft.com/office/officeart/2005/8/layout/process1"/>
    <dgm:cxn modelId="{C223C45B-0F50-4086-AAE8-64DA7D0FE54C}" type="presParOf" srcId="{A5D737FA-0BDC-4528-BEDF-659F34732174}" destId="{CCAD73D1-3F3B-44B5-92FD-FB5C8CC699EE}" srcOrd="3" destOrd="0" presId="urn:microsoft.com/office/officeart/2005/8/layout/process1"/>
    <dgm:cxn modelId="{5FEF117A-8534-4FA2-A2DA-A7B497264A99}" type="presParOf" srcId="{CCAD73D1-3F3B-44B5-92FD-FB5C8CC699EE}" destId="{5EA6E0CE-E23D-425E-8B81-055056CC4144}" srcOrd="0" destOrd="0" presId="urn:microsoft.com/office/officeart/2005/8/layout/process1"/>
    <dgm:cxn modelId="{803FEB64-2624-4E8B-A754-9168926B5D2E}" type="presParOf" srcId="{A5D737FA-0BDC-4528-BEDF-659F34732174}" destId="{12BDA978-51CD-4342-B3DB-50EEA6F20091}" srcOrd="4" destOrd="0" presId="urn:microsoft.com/office/officeart/2005/8/layout/process1"/>
    <dgm:cxn modelId="{806D633B-6B8D-4AD8-88C2-85BC4156AFC0}" type="presParOf" srcId="{A5D737FA-0BDC-4528-BEDF-659F34732174}" destId="{39E365C3-EF61-48EB-9CAF-3106C0728B0C}" srcOrd="5" destOrd="0" presId="urn:microsoft.com/office/officeart/2005/8/layout/process1"/>
    <dgm:cxn modelId="{F82A9216-B302-4CF5-AF08-F39E6E7D905E}" type="presParOf" srcId="{39E365C3-EF61-48EB-9CAF-3106C0728B0C}" destId="{859E1427-152B-408A-8295-9B7C24F3BF92}" srcOrd="0" destOrd="0" presId="urn:microsoft.com/office/officeart/2005/8/layout/process1"/>
    <dgm:cxn modelId="{92D33B18-CE5B-45DD-80C6-702DD719A639}" type="presParOf" srcId="{A5D737FA-0BDC-4528-BEDF-659F34732174}" destId="{9523F211-D72D-4F46-AE18-24C03FBBB474}"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DC1E4203-2F25-469A-AD84-93C704A821F9}" type="doc">
      <dgm:prSet loTypeId="urn:microsoft.com/office/officeart/2005/8/layout/default" loCatId="list" qsTypeId="urn:microsoft.com/office/officeart/2005/8/quickstyle/simple1" qsCatId="simple" csTypeId="urn:microsoft.com/office/officeart/2005/8/colors/accent6_2" csCatId="accent6" phldr="1"/>
      <dgm:spPr/>
      <dgm:t>
        <a:bodyPr/>
        <a:lstStyle/>
        <a:p>
          <a:endParaRPr lang="en-US"/>
        </a:p>
      </dgm:t>
    </dgm:pt>
    <dgm:pt modelId="{B892729B-4C15-4196-8B1E-6FD108E8A5CD}">
      <dgm:prSet custT="1"/>
      <dgm:spPr>
        <a:solidFill>
          <a:schemeClr val="accent6"/>
        </a:solidFill>
      </dgm:spPr>
      <dgm:t>
        <a:bodyPr/>
        <a:lstStyle/>
        <a:p>
          <a:pPr algn="ctr">
            <a:buFont typeface="Times New Roman" panose="02020603050405020304" pitchFamily="18" charset="0"/>
            <a:buChar char="•"/>
          </a:pPr>
          <a:r>
            <a:rPr lang="en-US" sz="2000" b="1"/>
            <a:t>STL Loading Method</a:t>
          </a:r>
        </a:p>
      </dgm:t>
    </dgm:pt>
    <dgm:pt modelId="{15B019A9-CD34-46CE-8659-F357107A3D00}" type="parTrans" cxnId="{798038FD-4CD1-4105-9308-9BC2449ECA7E}">
      <dgm:prSet/>
      <dgm:spPr/>
      <dgm:t>
        <a:bodyPr/>
        <a:lstStyle/>
        <a:p>
          <a:endParaRPr lang="en-US"/>
        </a:p>
      </dgm:t>
    </dgm:pt>
    <dgm:pt modelId="{7A18A6E0-4A15-49F1-A68D-84E6709BBFEF}" type="sibTrans" cxnId="{798038FD-4CD1-4105-9308-9BC2449ECA7E}">
      <dgm:prSet/>
      <dgm:spPr/>
      <dgm:t>
        <a:bodyPr/>
        <a:lstStyle/>
        <a:p>
          <a:endParaRPr lang="en-US"/>
        </a:p>
      </dgm:t>
    </dgm:pt>
    <dgm:pt modelId="{0997DF1D-FE40-4B2C-8218-979F72A194EE}">
      <dgm:prSet custT="1"/>
      <dgm:spPr>
        <a:solidFill>
          <a:schemeClr val="accent6"/>
        </a:solidFill>
      </dgm:spPr>
      <dgm:t>
        <a:bodyPr/>
        <a:lstStyle/>
        <a:p>
          <a:pPr algn="ctr">
            <a:buFont typeface="Times New Roman" panose="02020603050405020304" pitchFamily="18" charset="0"/>
            <a:buChar char="•"/>
          </a:pPr>
          <a:r>
            <a:rPr lang="en-US" sz="2000" b="1"/>
            <a:t>Point Processing and Filtering</a:t>
          </a:r>
        </a:p>
      </dgm:t>
    </dgm:pt>
    <dgm:pt modelId="{ED422DF3-1AFB-4361-A328-6539A12C00E3}" type="parTrans" cxnId="{A823B103-6ACB-480E-BDCB-D202770D3141}">
      <dgm:prSet/>
      <dgm:spPr/>
      <dgm:t>
        <a:bodyPr/>
        <a:lstStyle/>
        <a:p>
          <a:endParaRPr lang="en-US"/>
        </a:p>
      </dgm:t>
    </dgm:pt>
    <dgm:pt modelId="{0BDB303A-0745-4418-82F7-034D6438582D}" type="sibTrans" cxnId="{A823B103-6ACB-480E-BDCB-D202770D3141}">
      <dgm:prSet/>
      <dgm:spPr/>
      <dgm:t>
        <a:bodyPr/>
        <a:lstStyle/>
        <a:p>
          <a:endParaRPr lang="en-US"/>
        </a:p>
      </dgm:t>
    </dgm:pt>
    <dgm:pt modelId="{B5F76E07-8B3D-4470-A0E1-78DD5420D43A}">
      <dgm:prSet custT="1"/>
      <dgm:spPr>
        <a:solidFill>
          <a:schemeClr val="accent6"/>
        </a:solidFill>
      </dgm:spPr>
      <dgm:t>
        <a:bodyPr/>
        <a:lstStyle/>
        <a:p>
          <a:pPr algn="ctr">
            <a:buFont typeface="Times New Roman" panose="02020603050405020304" pitchFamily="18" charset="0"/>
            <a:buChar char="•"/>
          </a:pPr>
          <a:r>
            <a:rPr lang="en-US" sz="2000" b="1"/>
            <a:t>Layer Identification</a:t>
          </a:r>
        </a:p>
      </dgm:t>
    </dgm:pt>
    <dgm:pt modelId="{55192316-2BD6-4277-991F-3EDCB121EA6E}" type="parTrans" cxnId="{C6B94558-87FD-4540-B2DE-C2FE46046286}">
      <dgm:prSet/>
      <dgm:spPr/>
      <dgm:t>
        <a:bodyPr/>
        <a:lstStyle/>
        <a:p>
          <a:endParaRPr lang="en-US"/>
        </a:p>
      </dgm:t>
    </dgm:pt>
    <dgm:pt modelId="{CD9096B0-D28B-4363-85A4-C5BD32B1DCD6}" type="sibTrans" cxnId="{C6B94558-87FD-4540-B2DE-C2FE46046286}">
      <dgm:prSet/>
      <dgm:spPr/>
      <dgm:t>
        <a:bodyPr/>
        <a:lstStyle/>
        <a:p>
          <a:endParaRPr lang="en-US"/>
        </a:p>
      </dgm:t>
    </dgm:pt>
    <dgm:pt modelId="{23BA9E18-F353-48EB-A0B1-E077B30F2C10}">
      <dgm:prSet custT="1"/>
      <dgm:spPr>
        <a:solidFill>
          <a:schemeClr val="accent6"/>
        </a:solidFill>
      </dgm:spPr>
      <dgm:t>
        <a:bodyPr/>
        <a:lstStyle/>
        <a:p>
          <a:pPr algn="ctr">
            <a:buFont typeface="Times New Roman" panose="02020603050405020304" pitchFamily="18" charset="0"/>
            <a:buChar char="•"/>
          </a:pPr>
          <a:r>
            <a:rPr lang="en-US" sz="2000" b="1"/>
            <a:t>Per-Layer Path Generation</a:t>
          </a:r>
        </a:p>
      </dgm:t>
    </dgm:pt>
    <dgm:pt modelId="{C1EA08C9-CF45-4F5F-9B5D-192BA40BD79C}" type="parTrans" cxnId="{44DA2BE0-C1AB-40A8-B0AA-C9645B75C8DC}">
      <dgm:prSet/>
      <dgm:spPr/>
      <dgm:t>
        <a:bodyPr/>
        <a:lstStyle/>
        <a:p>
          <a:endParaRPr lang="en-US"/>
        </a:p>
      </dgm:t>
    </dgm:pt>
    <dgm:pt modelId="{C96F307A-7D37-47D1-A818-BC9B7EB02FB0}" type="sibTrans" cxnId="{44DA2BE0-C1AB-40A8-B0AA-C9645B75C8DC}">
      <dgm:prSet/>
      <dgm:spPr/>
      <dgm:t>
        <a:bodyPr/>
        <a:lstStyle/>
        <a:p>
          <a:endParaRPr lang="en-US"/>
        </a:p>
      </dgm:t>
    </dgm:pt>
    <dgm:pt modelId="{360DAD67-C7EE-4494-ADBC-B148007C816E}">
      <dgm:prSet custT="1"/>
      <dgm:spPr>
        <a:solidFill>
          <a:schemeClr val="accent6"/>
        </a:solidFill>
      </dgm:spPr>
      <dgm:t>
        <a:bodyPr/>
        <a:lstStyle/>
        <a:p>
          <a:pPr algn="ctr">
            <a:buFont typeface="Times New Roman" panose="02020603050405020304" pitchFamily="18" charset="0"/>
            <a:buChar char="•"/>
          </a:pPr>
          <a:r>
            <a:rPr lang="en-US" sz="2000" b="1"/>
            <a:t>Path Ordering and Connection</a:t>
          </a:r>
        </a:p>
      </dgm:t>
    </dgm:pt>
    <dgm:pt modelId="{1D9F4282-2E68-4725-8E2A-F30CD581E8E4}" type="parTrans" cxnId="{B1FC2494-9CB5-4D65-90AD-FAD9743D1602}">
      <dgm:prSet/>
      <dgm:spPr/>
      <dgm:t>
        <a:bodyPr/>
        <a:lstStyle/>
        <a:p>
          <a:endParaRPr lang="en-US"/>
        </a:p>
      </dgm:t>
    </dgm:pt>
    <dgm:pt modelId="{3177AE44-7D57-4235-800C-9E1E6AC20D4D}" type="sibTrans" cxnId="{B1FC2494-9CB5-4D65-90AD-FAD9743D1602}">
      <dgm:prSet/>
      <dgm:spPr/>
      <dgm:t>
        <a:bodyPr/>
        <a:lstStyle/>
        <a:p>
          <a:endParaRPr lang="en-US"/>
        </a:p>
      </dgm:t>
    </dgm:pt>
    <dgm:pt modelId="{5FC90942-015F-444A-A02B-46F4A0ED85B6}">
      <dgm:prSet custT="1"/>
      <dgm:spPr>
        <a:solidFill>
          <a:schemeClr val="accent6"/>
        </a:solidFill>
      </dgm:spPr>
      <dgm:t>
        <a:bodyPr/>
        <a:lstStyle/>
        <a:p>
          <a:pPr algn="ctr">
            <a:buFont typeface="Times New Roman" panose="02020603050405020304" pitchFamily="18" charset="0"/>
            <a:buChar char="•"/>
          </a:pPr>
          <a:r>
            <a:rPr lang="en-US" sz="2000" b="1"/>
            <a:t>G-Code Generation </a:t>
          </a:r>
        </a:p>
      </dgm:t>
    </dgm:pt>
    <dgm:pt modelId="{CD918696-4265-46A3-92A1-2A0D9605A4B7}" type="parTrans" cxnId="{90CD7892-D2D0-4BFF-818B-15C6B59E63BE}">
      <dgm:prSet/>
      <dgm:spPr/>
      <dgm:t>
        <a:bodyPr/>
        <a:lstStyle/>
        <a:p>
          <a:endParaRPr lang="en-US"/>
        </a:p>
      </dgm:t>
    </dgm:pt>
    <dgm:pt modelId="{604AEB62-F22E-4D7E-9EC0-FCDB73410685}" type="sibTrans" cxnId="{90CD7892-D2D0-4BFF-818B-15C6B59E63BE}">
      <dgm:prSet/>
      <dgm:spPr/>
      <dgm:t>
        <a:bodyPr/>
        <a:lstStyle/>
        <a:p>
          <a:endParaRPr lang="en-US"/>
        </a:p>
      </dgm:t>
    </dgm:pt>
    <dgm:pt modelId="{DC5F4DC1-D373-4A9B-BDE5-C463A2109FB0}">
      <dgm:prSet custT="1"/>
      <dgm:spPr>
        <a:solidFill>
          <a:schemeClr val="accent6"/>
        </a:solidFill>
      </dgm:spPr>
      <dgm:t>
        <a:bodyPr/>
        <a:lstStyle/>
        <a:p>
          <a:pPr algn="ctr">
            <a:buFont typeface="Times New Roman" panose="02020603050405020304" pitchFamily="18" charset="0"/>
            <a:buChar char="•"/>
          </a:pPr>
          <a:r>
            <a:rPr lang="en-US" sz="2000" b="1"/>
            <a:t>Configurability</a:t>
          </a:r>
        </a:p>
      </dgm:t>
    </dgm:pt>
    <dgm:pt modelId="{60D451CB-9689-4F6B-B814-EEE9AC7EA463}" type="parTrans" cxnId="{7810032D-E872-4B06-B315-525B42C7B176}">
      <dgm:prSet/>
      <dgm:spPr/>
      <dgm:t>
        <a:bodyPr/>
        <a:lstStyle/>
        <a:p>
          <a:endParaRPr lang="en-US"/>
        </a:p>
      </dgm:t>
    </dgm:pt>
    <dgm:pt modelId="{0B2FFF0E-84C1-4C41-BF7B-E795E51925F6}" type="sibTrans" cxnId="{7810032D-E872-4B06-B315-525B42C7B176}">
      <dgm:prSet/>
      <dgm:spPr/>
      <dgm:t>
        <a:bodyPr/>
        <a:lstStyle/>
        <a:p>
          <a:endParaRPr lang="en-US"/>
        </a:p>
      </dgm:t>
    </dgm:pt>
    <dgm:pt modelId="{970C2271-16F0-4826-85B8-09AB31B39328}">
      <dgm:prSet custT="1"/>
      <dgm:spPr>
        <a:solidFill>
          <a:schemeClr val="accent6"/>
        </a:solidFill>
      </dgm:spPr>
      <dgm:t>
        <a:bodyPr/>
        <a:lstStyle/>
        <a:p>
          <a:pPr algn="ctr">
            <a:buFont typeface="Times New Roman" panose="02020603050405020304" pitchFamily="18" charset="0"/>
            <a:buChar char="•"/>
          </a:pPr>
          <a:r>
            <a:rPr lang="en-US" sz="2000" b="1"/>
            <a:t>Output Precision and Rounding</a:t>
          </a:r>
        </a:p>
      </dgm:t>
    </dgm:pt>
    <dgm:pt modelId="{3A956EB9-DEC6-4CEC-B2B7-10A45FB49116}" type="parTrans" cxnId="{8AEFD804-5ED6-49EC-B813-70153C76F3CA}">
      <dgm:prSet/>
      <dgm:spPr/>
      <dgm:t>
        <a:bodyPr/>
        <a:lstStyle/>
        <a:p>
          <a:endParaRPr lang="en-US"/>
        </a:p>
      </dgm:t>
    </dgm:pt>
    <dgm:pt modelId="{53297DDE-1DAA-459D-87E2-FB03584E2490}" type="sibTrans" cxnId="{8AEFD804-5ED6-49EC-B813-70153C76F3CA}">
      <dgm:prSet/>
      <dgm:spPr/>
      <dgm:t>
        <a:bodyPr/>
        <a:lstStyle/>
        <a:p>
          <a:endParaRPr lang="en-US"/>
        </a:p>
      </dgm:t>
    </dgm:pt>
    <dgm:pt modelId="{A9736AD0-2AD1-418D-827A-786E00578488}">
      <dgm:prSet custT="1"/>
      <dgm:spPr>
        <a:solidFill>
          <a:schemeClr val="accent6"/>
        </a:solidFill>
      </dgm:spPr>
      <dgm:t>
        <a:bodyPr/>
        <a:lstStyle/>
        <a:p>
          <a:pPr algn="ctr">
            <a:buFont typeface="Times New Roman" panose="02020603050405020304" pitchFamily="18" charset="0"/>
            <a:buChar char="•"/>
          </a:pPr>
          <a:r>
            <a:rPr lang="en-US" sz="2000" b="1"/>
            <a:t>Offsets and Adjustments </a:t>
          </a:r>
        </a:p>
      </dgm:t>
    </dgm:pt>
    <dgm:pt modelId="{CC1E3CFE-FF1F-4196-B0C5-C032A22C6C1A}" type="parTrans" cxnId="{39EC901E-21B6-406E-B824-A642C11C1D34}">
      <dgm:prSet/>
      <dgm:spPr/>
      <dgm:t>
        <a:bodyPr/>
        <a:lstStyle/>
        <a:p>
          <a:endParaRPr lang="en-US"/>
        </a:p>
      </dgm:t>
    </dgm:pt>
    <dgm:pt modelId="{464B068D-A9AF-4E7F-950B-C6EC1C75E632}" type="sibTrans" cxnId="{39EC901E-21B6-406E-B824-A642C11C1D34}">
      <dgm:prSet/>
      <dgm:spPr/>
      <dgm:t>
        <a:bodyPr/>
        <a:lstStyle/>
        <a:p>
          <a:endParaRPr lang="en-US"/>
        </a:p>
      </dgm:t>
    </dgm:pt>
    <dgm:pt modelId="{1B6FA07A-A348-4882-BBAB-0B1400D9303C}" type="pres">
      <dgm:prSet presAssocID="{DC1E4203-2F25-469A-AD84-93C704A821F9}" presName="diagram" presStyleCnt="0">
        <dgm:presLayoutVars>
          <dgm:dir/>
          <dgm:resizeHandles val="exact"/>
        </dgm:presLayoutVars>
      </dgm:prSet>
      <dgm:spPr/>
    </dgm:pt>
    <dgm:pt modelId="{10876066-D232-43D7-A109-99513F08741E}" type="pres">
      <dgm:prSet presAssocID="{B892729B-4C15-4196-8B1E-6FD108E8A5CD}" presName="node" presStyleLbl="node1" presStyleIdx="0" presStyleCnt="9" custScaleX="791498" custScaleY="795064">
        <dgm:presLayoutVars>
          <dgm:bulletEnabled val="1"/>
        </dgm:presLayoutVars>
      </dgm:prSet>
      <dgm:spPr/>
    </dgm:pt>
    <dgm:pt modelId="{F53D35F2-04E2-465C-9618-9311C222DE1B}" type="pres">
      <dgm:prSet presAssocID="{7A18A6E0-4A15-49F1-A68D-84E6709BBFEF}" presName="sibTrans" presStyleCnt="0"/>
      <dgm:spPr/>
    </dgm:pt>
    <dgm:pt modelId="{FEC7EE8C-942D-4682-9FBE-DEBF0ED526F6}" type="pres">
      <dgm:prSet presAssocID="{0997DF1D-FE40-4B2C-8218-979F72A194EE}" presName="node" presStyleLbl="node1" presStyleIdx="1" presStyleCnt="9" custScaleX="791498" custScaleY="811045">
        <dgm:presLayoutVars>
          <dgm:bulletEnabled val="1"/>
        </dgm:presLayoutVars>
      </dgm:prSet>
      <dgm:spPr/>
    </dgm:pt>
    <dgm:pt modelId="{C673985A-5ED8-45DC-9094-CE7CB0775FBA}" type="pres">
      <dgm:prSet presAssocID="{0BDB303A-0745-4418-82F7-034D6438582D}" presName="sibTrans" presStyleCnt="0"/>
      <dgm:spPr/>
    </dgm:pt>
    <dgm:pt modelId="{C174CE73-EA12-409F-9DAE-7745398C2341}" type="pres">
      <dgm:prSet presAssocID="{B5F76E07-8B3D-4470-A0E1-78DD5420D43A}" presName="node" presStyleLbl="node1" presStyleIdx="2" presStyleCnt="9" custScaleX="791498" custScaleY="811045">
        <dgm:presLayoutVars>
          <dgm:bulletEnabled val="1"/>
        </dgm:presLayoutVars>
      </dgm:prSet>
      <dgm:spPr/>
    </dgm:pt>
    <dgm:pt modelId="{78064D49-74A5-4AAB-A578-B021ACC8A550}" type="pres">
      <dgm:prSet presAssocID="{CD9096B0-D28B-4363-85A4-C5BD32B1DCD6}" presName="sibTrans" presStyleCnt="0"/>
      <dgm:spPr/>
    </dgm:pt>
    <dgm:pt modelId="{76B1A383-3A53-47A8-A61F-A6FD28C04CBE}" type="pres">
      <dgm:prSet presAssocID="{23BA9E18-F353-48EB-A0B1-E077B30F2C10}" presName="node" presStyleLbl="node1" presStyleIdx="3" presStyleCnt="9" custScaleX="791498" custScaleY="811045">
        <dgm:presLayoutVars>
          <dgm:bulletEnabled val="1"/>
        </dgm:presLayoutVars>
      </dgm:prSet>
      <dgm:spPr/>
    </dgm:pt>
    <dgm:pt modelId="{F679826D-ABF0-4D4A-B6B1-74DFE714CDA1}" type="pres">
      <dgm:prSet presAssocID="{C96F307A-7D37-47D1-A818-BC9B7EB02FB0}" presName="sibTrans" presStyleCnt="0"/>
      <dgm:spPr/>
    </dgm:pt>
    <dgm:pt modelId="{0366AA8E-7563-4456-8D55-3E328D0219C0}" type="pres">
      <dgm:prSet presAssocID="{970C2271-16F0-4826-85B8-09AB31B39328}" presName="node" presStyleLbl="node1" presStyleIdx="4" presStyleCnt="9" custScaleX="791498" custScaleY="811045">
        <dgm:presLayoutVars>
          <dgm:bulletEnabled val="1"/>
        </dgm:presLayoutVars>
      </dgm:prSet>
      <dgm:spPr/>
    </dgm:pt>
    <dgm:pt modelId="{70854668-CB20-482B-B58B-CDE6DBC1B56C}" type="pres">
      <dgm:prSet presAssocID="{53297DDE-1DAA-459D-87E2-FB03584E2490}" presName="sibTrans" presStyleCnt="0"/>
      <dgm:spPr/>
    </dgm:pt>
    <dgm:pt modelId="{2C48D448-E449-46EB-B9EB-01A1490F81A2}" type="pres">
      <dgm:prSet presAssocID="{360DAD67-C7EE-4494-ADBC-B148007C816E}" presName="node" presStyleLbl="node1" presStyleIdx="5" presStyleCnt="9" custScaleX="791498" custScaleY="811045">
        <dgm:presLayoutVars>
          <dgm:bulletEnabled val="1"/>
        </dgm:presLayoutVars>
      </dgm:prSet>
      <dgm:spPr/>
    </dgm:pt>
    <dgm:pt modelId="{2A92DF27-9EE5-4AA6-8B2B-2AA74ECC3FA8}" type="pres">
      <dgm:prSet presAssocID="{3177AE44-7D57-4235-800C-9E1E6AC20D4D}" presName="sibTrans" presStyleCnt="0"/>
      <dgm:spPr/>
    </dgm:pt>
    <dgm:pt modelId="{B901B163-4141-4DFF-97C5-FE65CC0EBADA}" type="pres">
      <dgm:prSet presAssocID="{A9736AD0-2AD1-418D-827A-786E00578488}" presName="node" presStyleLbl="node1" presStyleIdx="6" presStyleCnt="9" custScaleX="791498" custScaleY="811045">
        <dgm:presLayoutVars>
          <dgm:bulletEnabled val="1"/>
        </dgm:presLayoutVars>
      </dgm:prSet>
      <dgm:spPr/>
    </dgm:pt>
    <dgm:pt modelId="{D2465D83-CF10-498C-89DE-E96A2B1AF511}" type="pres">
      <dgm:prSet presAssocID="{464B068D-A9AF-4E7F-950B-C6EC1C75E632}" presName="sibTrans" presStyleCnt="0"/>
      <dgm:spPr/>
    </dgm:pt>
    <dgm:pt modelId="{537F88F2-AE08-4BDC-85D7-EC453405A087}" type="pres">
      <dgm:prSet presAssocID="{5FC90942-015F-444A-A02B-46F4A0ED85B6}" presName="node" presStyleLbl="node1" presStyleIdx="7" presStyleCnt="9" custScaleX="791498" custScaleY="811045">
        <dgm:presLayoutVars>
          <dgm:bulletEnabled val="1"/>
        </dgm:presLayoutVars>
      </dgm:prSet>
      <dgm:spPr/>
    </dgm:pt>
    <dgm:pt modelId="{EBB8ED1E-0242-452C-A73E-EDF272CC0E91}" type="pres">
      <dgm:prSet presAssocID="{604AEB62-F22E-4D7E-9EC0-FCDB73410685}" presName="sibTrans" presStyleCnt="0"/>
      <dgm:spPr/>
    </dgm:pt>
    <dgm:pt modelId="{CF3B23E7-51E2-4A49-A77F-24E0A4BF1A4F}" type="pres">
      <dgm:prSet presAssocID="{DC5F4DC1-D373-4A9B-BDE5-C463A2109FB0}" presName="node" presStyleLbl="node1" presStyleIdx="8" presStyleCnt="9" custScaleX="791498" custScaleY="811045">
        <dgm:presLayoutVars>
          <dgm:bulletEnabled val="1"/>
        </dgm:presLayoutVars>
      </dgm:prSet>
      <dgm:spPr/>
    </dgm:pt>
  </dgm:ptLst>
  <dgm:cxnLst>
    <dgm:cxn modelId="{347D4E03-C2C4-43E1-A12B-613E815B13B3}" type="presOf" srcId="{A9736AD0-2AD1-418D-827A-786E00578488}" destId="{B901B163-4141-4DFF-97C5-FE65CC0EBADA}" srcOrd="0" destOrd="0" presId="urn:microsoft.com/office/officeart/2005/8/layout/default"/>
    <dgm:cxn modelId="{A823B103-6ACB-480E-BDCB-D202770D3141}" srcId="{DC1E4203-2F25-469A-AD84-93C704A821F9}" destId="{0997DF1D-FE40-4B2C-8218-979F72A194EE}" srcOrd="1" destOrd="0" parTransId="{ED422DF3-1AFB-4361-A328-6539A12C00E3}" sibTransId="{0BDB303A-0745-4418-82F7-034D6438582D}"/>
    <dgm:cxn modelId="{8AEFD804-5ED6-49EC-B813-70153C76F3CA}" srcId="{DC1E4203-2F25-469A-AD84-93C704A821F9}" destId="{970C2271-16F0-4826-85B8-09AB31B39328}" srcOrd="4" destOrd="0" parTransId="{3A956EB9-DEC6-4CEC-B2B7-10A45FB49116}" sibTransId="{53297DDE-1DAA-459D-87E2-FB03584E2490}"/>
    <dgm:cxn modelId="{64089307-F6A6-4E51-8118-ACA40CE60F32}" type="presOf" srcId="{DC1E4203-2F25-469A-AD84-93C704A821F9}" destId="{1B6FA07A-A348-4882-BBAB-0B1400D9303C}" srcOrd="0" destOrd="0" presId="urn:microsoft.com/office/officeart/2005/8/layout/default"/>
    <dgm:cxn modelId="{8D35530C-D2CC-48F0-93B6-77120BB8A240}" type="presOf" srcId="{23BA9E18-F353-48EB-A0B1-E077B30F2C10}" destId="{76B1A383-3A53-47A8-A61F-A6FD28C04CBE}" srcOrd="0" destOrd="0" presId="urn:microsoft.com/office/officeart/2005/8/layout/default"/>
    <dgm:cxn modelId="{39EC901E-21B6-406E-B824-A642C11C1D34}" srcId="{DC1E4203-2F25-469A-AD84-93C704A821F9}" destId="{A9736AD0-2AD1-418D-827A-786E00578488}" srcOrd="6" destOrd="0" parTransId="{CC1E3CFE-FF1F-4196-B0C5-C032A22C6C1A}" sibTransId="{464B068D-A9AF-4E7F-950B-C6EC1C75E632}"/>
    <dgm:cxn modelId="{1EEA7827-ED1D-4D79-AFE5-3B9AE5595137}" type="presOf" srcId="{DC5F4DC1-D373-4A9B-BDE5-C463A2109FB0}" destId="{CF3B23E7-51E2-4A49-A77F-24E0A4BF1A4F}" srcOrd="0" destOrd="0" presId="urn:microsoft.com/office/officeart/2005/8/layout/default"/>
    <dgm:cxn modelId="{7810032D-E872-4B06-B315-525B42C7B176}" srcId="{DC1E4203-2F25-469A-AD84-93C704A821F9}" destId="{DC5F4DC1-D373-4A9B-BDE5-C463A2109FB0}" srcOrd="8" destOrd="0" parTransId="{60D451CB-9689-4F6B-B814-EEE9AC7EA463}" sibTransId="{0B2FFF0E-84C1-4C41-BF7B-E795E51925F6}"/>
    <dgm:cxn modelId="{2E6F516E-1D36-4F87-94B3-7D6FA26A8232}" type="presOf" srcId="{B5F76E07-8B3D-4470-A0E1-78DD5420D43A}" destId="{C174CE73-EA12-409F-9DAE-7745398C2341}" srcOrd="0" destOrd="0" presId="urn:microsoft.com/office/officeart/2005/8/layout/default"/>
    <dgm:cxn modelId="{A691EE4E-69CC-40E2-88A5-FD8F25BD9D36}" type="presOf" srcId="{360DAD67-C7EE-4494-ADBC-B148007C816E}" destId="{2C48D448-E449-46EB-B9EB-01A1490F81A2}" srcOrd="0" destOrd="0" presId="urn:microsoft.com/office/officeart/2005/8/layout/default"/>
    <dgm:cxn modelId="{7628A051-962D-42EA-9E39-856A695D2076}" type="presOf" srcId="{970C2271-16F0-4826-85B8-09AB31B39328}" destId="{0366AA8E-7563-4456-8D55-3E328D0219C0}" srcOrd="0" destOrd="0" presId="urn:microsoft.com/office/officeart/2005/8/layout/default"/>
    <dgm:cxn modelId="{FBAFA571-52EF-4B15-ABB3-CE06EFC8F802}" type="presOf" srcId="{5FC90942-015F-444A-A02B-46F4A0ED85B6}" destId="{537F88F2-AE08-4BDC-85D7-EC453405A087}" srcOrd="0" destOrd="0" presId="urn:microsoft.com/office/officeart/2005/8/layout/default"/>
    <dgm:cxn modelId="{B5FBB375-9C23-40F4-9487-84A6595FDFA5}" type="presOf" srcId="{0997DF1D-FE40-4B2C-8218-979F72A194EE}" destId="{FEC7EE8C-942D-4682-9FBE-DEBF0ED526F6}" srcOrd="0" destOrd="0" presId="urn:microsoft.com/office/officeart/2005/8/layout/default"/>
    <dgm:cxn modelId="{C6B94558-87FD-4540-B2DE-C2FE46046286}" srcId="{DC1E4203-2F25-469A-AD84-93C704A821F9}" destId="{B5F76E07-8B3D-4470-A0E1-78DD5420D43A}" srcOrd="2" destOrd="0" parTransId="{55192316-2BD6-4277-991F-3EDCB121EA6E}" sibTransId="{CD9096B0-D28B-4363-85A4-C5BD32B1DCD6}"/>
    <dgm:cxn modelId="{90CD7892-D2D0-4BFF-818B-15C6B59E63BE}" srcId="{DC1E4203-2F25-469A-AD84-93C704A821F9}" destId="{5FC90942-015F-444A-A02B-46F4A0ED85B6}" srcOrd="7" destOrd="0" parTransId="{CD918696-4265-46A3-92A1-2A0D9605A4B7}" sibTransId="{604AEB62-F22E-4D7E-9EC0-FCDB73410685}"/>
    <dgm:cxn modelId="{B1FC2494-9CB5-4D65-90AD-FAD9743D1602}" srcId="{DC1E4203-2F25-469A-AD84-93C704A821F9}" destId="{360DAD67-C7EE-4494-ADBC-B148007C816E}" srcOrd="5" destOrd="0" parTransId="{1D9F4282-2E68-4725-8E2A-F30CD581E8E4}" sibTransId="{3177AE44-7D57-4235-800C-9E1E6AC20D4D}"/>
    <dgm:cxn modelId="{44DA2BE0-C1AB-40A8-B0AA-C9645B75C8DC}" srcId="{DC1E4203-2F25-469A-AD84-93C704A821F9}" destId="{23BA9E18-F353-48EB-A0B1-E077B30F2C10}" srcOrd="3" destOrd="0" parTransId="{C1EA08C9-CF45-4F5F-9B5D-192BA40BD79C}" sibTransId="{C96F307A-7D37-47D1-A818-BC9B7EB02FB0}"/>
    <dgm:cxn modelId="{E1E411E3-7731-4810-82EF-2E39DD2261C7}" type="presOf" srcId="{B892729B-4C15-4196-8B1E-6FD108E8A5CD}" destId="{10876066-D232-43D7-A109-99513F08741E}" srcOrd="0" destOrd="0" presId="urn:microsoft.com/office/officeart/2005/8/layout/default"/>
    <dgm:cxn modelId="{798038FD-4CD1-4105-9308-9BC2449ECA7E}" srcId="{DC1E4203-2F25-469A-AD84-93C704A821F9}" destId="{B892729B-4C15-4196-8B1E-6FD108E8A5CD}" srcOrd="0" destOrd="0" parTransId="{15B019A9-CD34-46CE-8659-F357107A3D00}" sibTransId="{7A18A6E0-4A15-49F1-A68D-84E6709BBFEF}"/>
    <dgm:cxn modelId="{0F18892B-DECC-4D20-AF37-9AA1FD471A2E}" type="presParOf" srcId="{1B6FA07A-A348-4882-BBAB-0B1400D9303C}" destId="{10876066-D232-43D7-A109-99513F08741E}" srcOrd="0" destOrd="0" presId="urn:microsoft.com/office/officeart/2005/8/layout/default"/>
    <dgm:cxn modelId="{E0455053-22FC-4CB1-BC9B-ACC8220307CD}" type="presParOf" srcId="{1B6FA07A-A348-4882-BBAB-0B1400D9303C}" destId="{F53D35F2-04E2-465C-9618-9311C222DE1B}" srcOrd="1" destOrd="0" presId="urn:microsoft.com/office/officeart/2005/8/layout/default"/>
    <dgm:cxn modelId="{9F89C843-AD5C-4997-AFFC-EF29D6394A7A}" type="presParOf" srcId="{1B6FA07A-A348-4882-BBAB-0B1400D9303C}" destId="{FEC7EE8C-942D-4682-9FBE-DEBF0ED526F6}" srcOrd="2" destOrd="0" presId="urn:microsoft.com/office/officeart/2005/8/layout/default"/>
    <dgm:cxn modelId="{BEBDE18B-221C-4201-8EAF-333BE5DF9F07}" type="presParOf" srcId="{1B6FA07A-A348-4882-BBAB-0B1400D9303C}" destId="{C673985A-5ED8-45DC-9094-CE7CB0775FBA}" srcOrd="3" destOrd="0" presId="urn:microsoft.com/office/officeart/2005/8/layout/default"/>
    <dgm:cxn modelId="{ACAB15FA-C0E6-4621-825F-5E74264DEFF6}" type="presParOf" srcId="{1B6FA07A-A348-4882-BBAB-0B1400D9303C}" destId="{C174CE73-EA12-409F-9DAE-7745398C2341}" srcOrd="4" destOrd="0" presId="urn:microsoft.com/office/officeart/2005/8/layout/default"/>
    <dgm:cxn modelId="{6D6E7ED7-7239-48B8-8940-E4A776015526}" type="presParOf" srcId="{1B6FA07A-A348-4882-BBAB-0B1400D9303C}" destId="{78064D49-74A5-4AAB-A578-B021ACC8A550}" srcOrd="5" destOrd="0" presId="urn:microsoft.com/office/officeart/2005/8/layout/default"/>
    <dgm:cxn modelId="{DB262B1E-A59E-40FF-B323-82B486CF9739}" type="presParOf" srcId="{1B6FA07A-A348-4882-BBAB-0B1400D9303C}" destId="{76B1A383-3A53-47A8-A61F-A6FD28C04CBE}" srcOrd="6" destOrd="0" presId="urn:microsoft.com/office/officeart/2005/8/layout/default"/>
    <dgm:cxn modelId="{6B793053-A011-4C6E-9E30-BBB6C7F2B8FD}" type="presParOf" srcId="{1B6FA07A-A348-4882-BBAB-0B1400D9303C}" destId="{F679826D-ABF0-4D4A-B6B1-74DFE714CDA1}" srcOrd="7" destOrd="0" presId="urn:microsoft.com/office/officeart/2005/8/layout/default"/>
    <dgm:cxn modelId="{DBC8EF81-EE58-4A93-B730-107441DDA64F}" type="presParOf" srcId="{1B6FA07A-A348-4882-BBAB-0B1400D9303C}" destId="{0366AA8E-7563-4456-8D55-3E328D0219C0}" srcOrd="8" destOrd="0" presId="urn:microsoft.com/office/officeart/2005/8/layout/default"/>
    <dgm:cxn modelId="{E904FCA4-BF65-41D8-A733-011D6E9F3AC7}" type="presParOf" srcId="{1B6FA07A-A348-4882-BBAB-0B1400D9303C}" destId="{70854668-CB20-482B-B58B-CDE6DBC1B56C}" srcOrd="9" destOrd="0" presId="urn:microsoft.com/office/officeart/2005/8/layout/default"/>
    <dgm:cxn modelId="{4810B60B-1D2E-408D-A863-7511A26413C3}" type="presParOf" srcId="{1B6FA07A-A348-4882-BBAB-0B1400D9303C}" destId="{2C48D448-E449-46EB-B9EB-01A1490F81A2}" srcOrd="10" destOrd="0" presId="urn:microsoft.com/office/officeart/2005/8/layout/default"/>
    <dgm:cxn modelId="{0C657C1B-A7B7-4726-942E-6308EE1AE082}" type="presParOf" srcId="{1B6FA07A-A348-4882-BBAB-0B1400D9303C}" destId="{2A92DF27-9EE5-4AA6-8B2B-2AA74ECC3FA8}" srcOrd="11" destOrd="0" presId="urn:microsoft.com/office/officeart/2005/8/layout/default"/>
    <dgm:cxn modelId="{FA61FFEB-6DA9-4998-B804-67F8B69723C3}" type="presParOf" srcId="{1B6FA07A-A348-4882-BBAB-0B1400D9303C}" destId="{B901B163-4141-4DFF-97C5-FE65CC0EBADA}" srcOrd="12" destOrd="0" presId="urn:microsoft.com/office/officeart/2005/8/layout/default"/>
    <dgm:cxn modelId="{A8BA23C5-9065-4688-A3E3-62AACCA4609D}" type="presParOf" srcId="{1B6FA07A-A348-4882-BBAB-0B1400D9303C}" destId="{D2465D83-CF10-498C-89DE-E96A2B1AF511}" srcOrd="13" destOrd="0" presId="urn:microsoft.com/office/officeart/2005/8/layout/default"/>
    <dgm:cxn modelId="{5A7D9DBF-B132-4118-9945-890010577BB1}" type="presParOf" srcId="{1B6FA07A-A348-4882-BBAB-0B1400D9303C}" destId="{537F88F2-AE08-4BDC-85D7-EC453405A087}" srcOrd="14" destOrd="0" presId="urn:microsoft.com/office/officeart/2005/8/layout/default"/>
    <dgm:cxn modelId="{0F4D5789-C175-4E0F-A1EB-F64FA42EB03F}" type="presParOf" srcId="{1B6FA07A-A348-4882-BBAB-0B1400D9303C}" destId="{EBB8ED1E-0242-452C-A73E-EDF272CC0E91}" srcOrd="15" destOrd="0" presId="urn:microsoft.com/office/officeart/2005/8/layout/default"/>
    <dgm:cxn modelId="{5DC353B9-03D7-428C-B804-5ABA8F052CA3}" type="presParOf" srcId="{1B6FA07A-A348-4882-BBAB-0B1400D9303C}" destId="{CF3B23E7-51E2-4A49-A77F-24E0A4BF1A4F}"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1E4203-2F25-469A-AD84-93C704A821F9}" type="doc">
      <dgm:prSet loTypeId="urn:microsoft.com/office/officeart/2005/8/layout/default" loCatId="list" qsTypeId="urn:microsoft.com/office/officeart/2005/8/quickstyle/simple1" qsCatId="simple" csTypeId="urn:microsoft.com/office/officeart/2005/8/colors/accent6_2" csCatId="accent6" phldr="1"/>
      <dgm:spPr/>
      <dgm:t>
        <a:bodyPr/>
        <a:lstStyle/>
        <a:p>
          <a:endParaRPr lang="en-US"/>
        </a:p>
      </dgm:t>
    </dgm:pt>
    <dgm:pt modelId="{B892729B-4C15-4196-8B1E-6FD108E8A5CD}">
      <dgm:prSet custT="1"/>
      <dgm:spPr>
        <a:solidFill>
          <a:schemeClr val="accent6"/>
        </a:solidFill>
      </dgm:spPr>
      <dgm:t>
        <a:bodyPr/>
        <a:lstStyle/>
        <a:p>
          <a:pPr algn="ctr">
            <a:buFont typeface="Times New Roman" panose="02020603050405020304" pitchFamily="18" charset="0"/>
            <a:buChar char="•"/>
          </a:pPr>
          <a:r>
            <a:rPr lang="en-US" sz="1800" b="1"/>
            <a:t>STL Loading Method</a:t>
          </a:r>
          <a:r>
            <a:rPr lang="en-US" sz="1800"/>
            <a:t>: </a:t>
          </a:r>
        </a:p>
      </dgm:t>
    </dgm:pt>
    <dgm:pt modelId="{15B019A9-CD34-46CE-8659-F357107A3D00}" type="parTrans" cxnId="{798038FD-4CD1-4105-9308-9BC2449ECA7E}">
      <dgm:prSet/>
      <dgm:spPr/>
      <dgm:t>
        <a:bodyPr/>
        <a:lstStyle/>
        <a:p>
          <a:endParaRPr lang="en-US"/>
        </a:p>
      </dgm:t>
    </dgm:pt>
    <dgm:pt modelId="{7A18A6E0-4A15-49F1-A68D-84E6709BBFEF}" type="sibTrans" cxnId="{798038FD-4CD1-4105-9308-9BC2449ECA7E}">
      <dgm:prSet/>
      <dgm:spPr/>
      <dgm:t>
        <a:bodyPr/>
        <a:lstStyle/>
        <a:p>
          <a:endParaRPr lang="en-US"/>
        </a:p>
      </dgm:t>
    </dgm:pt>
    <dgm:pt modelId="{0997DF1D-FE40-4B2C-8218-979F72A194EE}">
      <dgm:prSet custT="1"/>
      <dgm:spPr>
        <a:solidFill>
          <a:schemeClr val="accent6"/>
        </a:solidFill>
      </dgm:spPr>
      <dgm:t>
        <a:bodyPr/>
        <a:lstStyle/>
        <a:p>
          <a:pPr algn="ctr">
            <a:buFont typeface="Times New Roman" panose="02020603050405020304" pitchFamily="18" charset="0"/>
            <a:buChar char="•"/>
          </a:pPr>
          <a:r>
            <a:rPr lang="en-US" sz="1800" b="1"/>
            <a:t>Point Processing and Filtering</a:t>
          </a:r>
          <a:r>
            <a:rPr lang="en-US" sz="1800"/>
            <a:t>:</a:t>
          </a:r>
        </a:p>
      </dgm:t>
    </dgm:pt>
    <dgm:pt modelId="{ED422DF3-1AFB-4361-A328-6539A12C00E3}" type="parTrans" cxnId="{A823B103-6ACB-480E-BDCB-D202770D3141}">
      <dgm:prSet/>
      <dgm:spPr/>
      <dgm:t>
        <a:bodyPr/>
        <a:lstStyle/>
        <a:p>
          <a:endParaRPr lang="en-US"/>
        </a:p>
      </dgm:t>
    </dgm:pt>
    <dgm:pt modelId="{0BDB303A-0745-4418-82F7-034D6438582D}" type="sibTrans" cxnId="{A823B103-6ACB-480E-BDCB-D202770D3141}">
      <dgm:prSet/>
      <dgm:spPr/>
      <dgm:t>
        <a:bodyPr/>
        <a:lstStyle/>
        <a:p>
          <a:endParaRPr lang="en-US"/>
        </a:p>
      </dgm:t>
    </dgm:pt>
    <dgm:pt modelId="{3331B89E-31DD-4B3A-9123-25D25D5098F8}">
      <dgm:prSet custT="1"/>
      <dgm:spPr>
        <a:solidFill>
          <a:schemeClr val="accent6"/>
        </a:solidFill>
      </dgm:spPr>
      <dgm:t>
        <a:bodyPr/>
        <a:lstStyle/>
        <a:p>
          <a:pPr algn="ctr">
            <a:buFont typeface="Arial" panose="020B0604020202020204" pitchFamily="34" charset="0"/>
            <a:buChar char="•"/>
          </a:pPr>
          <a:r>
            <a:rPr lang="en-US" sz="1400"/>
            <a:t>Removes duplicate and invalid coordinates</a:t>
          </a:r>
        </a:p>
      </dgm:t>
    </dgm:pt>
    <dgm:pt modelId="{5DC8F200-C40C-483B-A728-ADDED4380AA0}" type="parTrans" cxnId="{055114E3-EFE7-4898-AD65-044853D50323}">
      <dgm:prSet/>
      <dgm:spPr/>
      <dgm:t>
        <a:bodyPr/>
        <a:lstStyle/>
        <a:p>
          <a:endParaRPr lang="en-US"/>
        </a:p>
      </dgm:t>
    </dgm:pt>
    <dgm:pt modelId="{1BC9DDE5-D076-4FAE-B2E8-1AE1C267118A}" type="sibTrans" cxnId="{055114E3-EFE7-4898-AD65-044853D50323}">
      <dgm:prSet/>
      <dgm:spPr/>
      <dgm:t>
        <a:bodyPr/>
        <a:lstStyle/>
        <a:p>
          <a:endParaRPr lang="en-US"/>
        </a:p>
      </dgm:t>
    </dgm:pt>
    <dgm:pt modelId="{B5F76E07-8B3D-4470-A0E1-78DD5420D43A}">
      <dgm:prSet custT="1"/>
      <dgm:spPr>
        <a:solidFill>
          <a:schemeClr val="accent6"/>
        </a:solidFill>
      </dgm:spPr>
      <dgm:t>
        <a:bodyPr/>
        <a:lstStyle/>
        <a:p>
          <a:pPr algn="ctr">
            <a:buFont typeface="Times New Roman" panose="02020603050405020304" pitchFamily="18" charset="0"/>
            <a:buChar char="•"/>
          </a:pPr>
          <a:r>
            <a:rPr lang="en-US" sz="1800" b="1"/>
            <a:t>Layer Identification</a:t>
          </a:r>
          <a:r>
            <a:rPr lang="en-US" sz="1800"/>
            <a:t>: </a:t>
          </a:r>
        </a:p>
      </dgm:t>
    </dgm:pt>
    <dgm:pt modelId="{55192316-2BD6-4277-991F-3EDCB121EA6E}" type="parTrans" cxnId="{C6B94558-87FD-4540-B2DE-C2FE46046286}">
      <dgm:prSet/>
      <dgm:spPr/>
      <dgm:t>
        <a:bodyPr/>
        <a:lstStyle/>
        <a:p>
          <a:endParaRPr lang="en-US"/>
        </a:p>
      </dgm:t>
    </dgm:pt>
    <dgm:pt modelId="{CD9096B0-D28B-4363-85A4-C5BD32B1DCD6}" type="sibTrans" cxnId="{C6B94558-87FD-4540-B2DE-C2FE46046286}">
      <dgm:prSet/>
      <dgm:spPr/>
      <dgm:t>
        <a:bodyPr/>
        <a:lstStyle/>
        <a:p>
          <a:endParaRPr lang="en-US"/>
        </a:p>
      </dgm:t>
    </dgm:pt>
    <dgm:pt modelId="{DB38E124-DCE0-4203-B2B7-19B85BD3FABF}">
      <dgm:prSet custT="1"/>
      <dgm:spPr>
        <a:solidFill>
          <a:schemeClr val="accent6"/>
        </a:solidFill>
      </dgm:spPr>
      <dgm:t>
        <a:bodyPr/>
        <a:lstStyle/>
        <a:p>
          <a:pPr algn="ctr">
            <a:buFont typeface="Arial" panose="020B0604020202020204" pitchFamily="34" charset="0"/>
            <a:buChar char="•"/>
          </a:pPr>
          <a:r>
            <a:rPr lang="en-US" sz="1400"/>
            <a:t>Sorts unique Z levels from largest to smallest Z levels.</a:t>
          </a:r>
        </a:p>
      </dgm:t>
    </dgm:pt>
    <dgm:pt modelId="{7A53224B-073B-4576-8CF5-910DE3C842A4}" type="parTrans" cxnId="{CE9DA35E-9E69-4A82-953B-0BCB5785987A}">
      <dgm:prSet/>
      <dgm:spPr/>
      <dgm:t>
        <a:bodyPr/>
        <a:lstStyle/>
        <a:p>
          <a:endParaRPr lang="en-US"/>
        </a:p>
      </dgm:t>
    </dgm:pt>
    <dgm:pt modelId="{1E1B5C17-5D1B-4370-8DCA-BA89CB8DCC29}" type="sibTrans" cxnId="{CE9DA35E-9E69-4A82-953B-0BCB5785987A}">
      <dgm:prSet/>
      <dgm:spPr/>
      <dgm:t>
        <a:bodyPr/>
        <a:lstStyle/>
        <a:p>
          <a:endParaRPr lang="en-US"/>
        </a:p>
      </dgm:t>
    </dgm:pt>
    <dgm:pt modelId="{23BA9E18-F353-48EB-A0B1-E077B30F2C10}">
      <dgm:prSet custT="1"/>
      <dgm:spPr>
        <a:solidFill>
          <a:schemeClr val="accent6"/>
        </a:solidFill>
      </dgm:spPr>
      <dgm:t>
        <a:bodyPr/>
        <a:lstStyle/>
        <a:p>
          <a:pPr algn="ctr">
            <a:buFont typeface="Times New Roman" panose="02020603050405020304" pitchFamily="18" charset="0"/>
            <a:buChar char="•"/>
          </a:pPr>
          <a:r>
            <a:rPr lang="en-US" sz="1800" b="1"/>
            <a:t>Per-Layer Path Generation</a:t>
          </a:r>
          <a:r>
            <a:rPr lang="en-US" sz="1800"/>
            <a:t>: </a:t>
          </a:r>
        </a:p>
      </dgm:t>
    </dgm:pt>
    <dgm:pt modelId="{C1EA08C9-CF45-4F5F-9B5D-192BA40BD79C}" type="parTrans" cxnId="{44DA2BE0-C1AB-40A8-B0AA-C9645B75C8DC}">
      <dgm:prSet/>
      <dgm:spPr/>
      <dgm:t>
        <a:bodyPr/>
        <a:lstStyle/>
        <a:p>
          <a:endParaRPr lang="en-US"/>
        </a:p>
      </dgm:t>
    </dgm:pt>
    <dgm:pt modelId="{C96F307A-7D37-47D1-A818-BC9B7EB02FB0}" type="sibTrans" cxnId="{44DA2BE0-C1AB-40A8-B0AA-C9645B75C8DC}">
      <dgm:prSet/>
      <dgm:spPr/>
      <dgm:t>
        <a:bodyPr/>
        <a:lstStyle/>
        <a:p>
          <a:endParaRPr lang="en-US"/>
        </a:p>
      </dgm:t>
    </dgm:pt>
    <dgm:pt modelId="{4D4DBE2A-D244-4E4A-835F-EEDBB3279498}">
      <dgm:prSet custT="1"/>
      <dgm:spPr>
        <a:solidFill>
          <a:schemeClr val="accent6"/>
        </a:solidFill>
      </dgm:spPr>
      <dgm:t>
        <a:bodyPr/>
        <a:lstStyle/>
        <a:p>
          <a:pPr algn="ctr">
            <a:buFont typeface="Arial" panose="020B0604020202020204" pitchFamily="34" charset="0"/>
            <a:buChar char="•"/>
          </a:pPr>
          <a:r>
            <a:rPr lang="en-US" sz="1400"/>
            <a:t>Computes the </a:t>
          </a:r>
          <a:r>
            <a:rPr lang="en-US" sz="1400" err="1"/>
            <a:t>convexhull</a:t>
          </a:r>
          <a:r>
            <a:rPr lang="en-US" sz="1400"/>
            <a:t> for the outer boundary</a:t>
          </a:r>
        </a:p>
      </dgm:t>
    </dgm:pt>
    <dgm:pt modelId="{FAFB7916-410B-4389-921A-BD60BAB2BA0A}" type="parTrans" cxnId="{0A1522F6-4646-4D8E-88FC-BECE2320742C}">
      <dgm:prSet/>
      <dgm:spPr/>
      <dgm:t>
        <a:bodyPr/>
        <a:lstStyle/>
        <a:p>
          <a:endParaRPr lang="en-US"/>
        </a:p>
      </dgm:t>
    </dgm:pt>
    <dgm:pt modelId="{2D9FB134-5D0C-44A9-AC91-B44081555952}" type="sibTrans" cxnId="{0A1522F6-4646-4D8E-88FC-BECE2320742C}">
      <dgm:prSet/>
      <dgm:spPr/>
      <dgm:t>
        <a:bodyPr/>
        <a:lstStyle/>
        <a:p>
          <a:endParaRPr lang="en-US"/>
        </a:p>
      </dgm:t>
    </dgm:pt>
    <dgm:pt modelId="{360DAD67-C7EE-4494-ADBC-B148007C816E}">
      <dgm:prSet/>
      <dgm:spPr>
        <a:solidFill>
          <a:schemeClr val="accent6"/>
        </a:solidFill>
      </dgm:spPr>
      <dgm:t>
        <a:bodyPr/>
        <a:lstStyle/>
        <a:p>
          <a:pPr algn="ctr">
            <a:buFont typeface="Times New Roman" panose="02020603050405020304" pitchFamily="18" charset="0"/>
            <a:buChar char="•"/>
          </a:pPr>
          <a:r>
            <a:rPr lang="en-US" b="1"/>
            <a:t>Path Ordering and Connection</a:t>
          </a:r>
          <a:r>
            <a:rPr lang="en-US"/>
            <a:t>: </a:t>
          </a:r>
        </a:p>
      </dgm:t>
    </dgm:pt>
    <dgm:pt modelId="{1D9F4282-2E68-4725-8E2A-F30CD581E8E4}" type="parTrans" cxnId="{B1FC2494-9CB5-4D65-90AD-FAD9743D1602}">
      <dgm:prSet/>
      <dgm:spPr/>
      <dgm:t>
        <a:bodyPr/>
        <a:lstStyle/>
        <a:p>
          <a:endParaRPr lang="en-US"/>
        </a:p>
      </dgm:t>
    </dgm:pt>
    <dgm:pt modelId="{3177AE44-7D57-4235-800C-9E1E6AC20D4D}" type="sibTrans" cxnId="{B1FC2494-9CB5-4D65-90AD-FAD9743D1602}">
      <dgm:prSet/>
      <dgm:spPr/>
      <dgm:t>
        <a:bodyPr/>
        <a:lstStyle/>
        <a:p>
          <a:endParaRPr lang="en-US"/>
        </a:p>
      </dgm:t>
    </dgm:pt>
    <dgm:pt modelId="{9C048BD8-6EAC-43A7-B000-053A612268BF}">
      <dgm:prSet/>
      <dgm:spPr>
        <a:solidFill>
          <a:schemeClr val="accent6"/>
        </a:solidFill>
      </dgm:spPr>
      <dgm:t>
        <a:bodyPr/>
        <a:lstStyle/>
        <a:p>
          <a:pPr algn="ctr">
            <a:buFont typeface="Arial" panose="020B0604020202020204" pitchFamily="34" charset="0"/>
            <a:buChar char="•"/>
          </a:pPr>
          <a:r>
            <a:rPr lang="en-US"/>
            <a:t>Sorts points to form a non-overlapping toolpath</a:t>
          </a:r>
        </a:p>
      </dgm:t>
    </dgm:pt>
    <dgm:pt modelId="{FF5F3181-BCD3-4183-B419-5A8A66A50D2D}" type="parTrans" cxnId="{0BA6757B-A197-4C99-8837-D239E428FCA7}">
      <dgm:prSet/>
      <dgm:spPr/>
      <dgm:t>
        <a:bodyPr/>
        <a:lstStyle/>
        <a:p>
          <a:endParaRPr lang="en-US"/>
        </a:p>
      </dgm:t>
    </dgm:pt>
    <dgm:pt modelId="{C5B7951E-C5E0-4B31-9DA5-1B7A1E9FF9EA}" type="sibTrans" cxnId="{0BA6757B-A197-4C99-8837-D239E428FCA7}">
      <dgm:prSet/>
      <dgm:spPr/>
      <dgm:t>
        <a:bodyPr/>
        <a:lstStyle/>
        <a:p>
          <a:endParaRPr lang="en-US"/>
        </a:p>
      </dgm:t>
    </dgm:pt>
    <dgm:pt modelId="{5FC90942-015F-444A-A02B-46F4A0ED85B6}">
      <dgm:prSet custT="1"/>
      <dgm:spPr>
        <a:solidFill>
          <a:schemeClr val="accent6"/>
        </a:solidFill>
      </dgm:spPr>
      <dgm:t>
        <a:bodyPr/>
        <a:lstStyle/>
        <a:p>
          <a:pPr algn="ctr">
            <a:buFont typeface="Times New Roman" panose="02020603050405020304" pitchFamily="18" charset="0"/>
            <a:buChar char="•"/>
          </a:pPr>
          <a:r>
            <a:rPr lang="en-US" sz="1800" b="1"/>
            <a:t>G-Code Generation</a:t>
          </a:r>
          <a:r>
            <a:rPr lang="en-US" sz="1800"/>
            <a:t>: </a:t>
          </a:r>
        </a:p>
      </dgm:t>
    </dgm:pt>
    <dgm:pt modelId="{CD918696-4265-46A3-92A1-2A0D9605A4B7}" type="parTrans" cxnId="{90CD7892-D2D0-4BFF-818B-15C6B59E63BE}">
      <dgm:prSet/>
      <dgm:spPr/>
      <dgm:t>
        <a:bodyPr/>
        <a:lstStyle/>
        <a:p>
          <a:endParaRPr lang="en-US"/>
        </a:p>
      </dgm:t>
    </dgm:pt>
    <dgm:pt modelId="{604AEB62-F22E-4D7E-9EC0-FCDB73410685}" type="sibTrans" cxnId="{90CD7892-D2D0-4BFF-818B-15C6B59E63BE}">
      <dgm:prSet/>
      <dgm:spPr/>
      <dgm:t>
        <a:bodyPr/>
        <a:lstStyle/>
        <a:p>
          <a:endParaRPr lang="en-US"/>
        </a:p>
      </dgm:t>
    </dgm:pt>
    <dgm:pt modelId="{1992AF29-B786-4D20-B3B0-BF1220C2873E}">
      <dgm:prSet custT="1"/>
      <dgm:spPr>
        <a:solidFill>
          <a:schemeClr val="accent6"/>
        </a:solidFill>
      </dgm:spPr>
      <dgm:t>
        <a:bodyPr/>
        <a:lstStyle/>
        <a:p>
          <a:pPr algn="ctr">
            <a:buFont typeface="Arial" panose="020B0604020202020204" pitchFamily="34" charset="0"/>
            <a:buChar char="•"/>
          </a:pPr>
          <a:r>
            <a:rPr lang="en-US" sz="1400"/>
            <a:t>Header (G90 absolute, G21 mm, M03 spindle, speed/feed, rapid to centroid, controlled Z drop)</a:t>
          </a:r>
        </a:p>
      </dgm:t>
    </dgm:pt>
    <dgm:pt modelId="{D17B8F2A-702A-40C5-9526-7CFA5695585E}" type="parTrans" cxnId="{9C9518CA-2245-40B5-B751-E60FE3BE3237}">
      <dgm:prSet/>
      <dgm:spPr/>
      <dgm:t>
        <a:bodyPr/>
        <a:lstStyle/>
        <a:p>
          <a:endParaRPr lang="en-US"/>
        </a:p>
      </dgm:t>
    </dgm:pt>
    <dgm:pt modelId="{6C0B4DBA-AB0E-429E-A1B1-0445C3520B84}" type="sibTrans" cxnId="{9C9518CA-2245-40B5-B751-E60FE3BE3237}">
      <dgm:prSet/>
      <dgm:spPr/>
      <dgm:t>
        <a:bodyPr/>
        <a:lstStyle/>
        <a:p>
          <a:endParaRPr lang="en-US"/>
        </a:p>
      </dgm:t>
    </dgm:pt>
    <dgm:pt modelId="{DC5F4DC1-D373-4A9B-BDE5-C463A2109FB0}">
      <dgm:prSet custT="1"/>
      <dgm:spPr>
        <a:solidFill>
          <a:schemeClr val="accent6"/>
        </a:solidFill>
      </dgm:spPr>
      <dgm:t>
        <a:bodyPr/>
        <a:lstStyle/>
        <a:p>
          <a:pPr algn="ctr">
            <a:buFont typeface="Times New Roman" panose="02020603050405020304" pitchFamily="18" charset="0"/>
            <a:buChar char="•"/>
          </a:pPr>
          <a:r>
            <a:rPr lang="en-US" sz="1800" b="1"/>
            <a:t>Configurability</a:t>
          </a:r>
          <a:r>
            <a:rPr lang="en-US" sz="1800"/>
            <a:t>:</a:t>
          </a:r>
        </a:p>
      </dgm:t>
    </dgm:pt>
    <dgm:pt modelId="{60D451CB-9689-4F6B-B814-EEE9AC7EA463}" type="parTrans" cxnId="{7810032D-E872-4B06-B315-525B42C7B176}">
      <dgm:prSet/>
      <dgm:spPr/>
      <dgm:t>
        <a:bodyPr/>
        <a:lstStyle/>
        <a:p>
          <a:endParaRPr lang="en-US"/>
        </a:p>
      </dgm:t>
    </dgm:pt>
    <dgm:pt modelId="{0B2FFF0E-84C1-4C41-BF7B-E795E51925F6}" type="sibTrans" cxnId="{7810032D-E872-4B06-B315-525B42C7B176}">
      <dgm:prSet/>
      <dgm:spPr/>
      <dgm:t>
        <a:bodyPr/>
        <a:lstStyle/>
        <a:p>
          <a:endParaRPr lang="en-US"/>
        </a:p>
      </dgm:t>
    </dgm:pt>
    <dgm:pt modelId="{6F39195A-21A8-4C31-989C-B6C16CAAEB14}">
      <dgm:prSet custT="1"/>
      <dgm:spPr>
        <a:solidFill>
          <a:schemeClr val="accent6"/>
        </a:solidFill>
      </dgm:spPr>
      <dgm:t>
        <a:bodyPr/>
        <a:lstStyle/>
        <a:p>
          <a:pPr algn="ctr">
            <a:buFont typeface="Times New Roman" panose="02020603050405020304" pitchFamily="18" charset="0"/>
            <a:buNone/>
          </a:pPr>
          <a:r>
            <a:rPr lang="en-US" sz="1400"/>
            <a:t>Configurable parameters</a:t>
          </a:r>
        </a:p>
      </dgm:t>
    </dgm:pt>
    <dgm:pt modelId="{E7597647-C8B1-485D-AD29-073655429877}" type="parTrans" cxnId="{4D105BCE-CFFC-4EAE-81D3-9EF1FF4A35EC}">
      <dgm:prSet/>
      <dgm:spPr/>
      <dgm:t>
        <a:bodyPr/>
        <a:lstStyle/>
        <a:p>
          <a:endParaRPr lang="en-US"/>
        </a:p>
      </dgm:t>
    </dgm:pt>
    <dgm:pt modelId="{DACD6596-0089-4012-ADAA-08B31D61BBE6}" type="sibTrans" cxnId="{4D105BCE-CFFC-4EAE-81D3-9EF1FF4A35EC}">
      <dgm:prSet/>
      <dgm:spPr/>
      <dgm:t>
        <a:bodyPr/>
        <a:lstStyle/>
        <a:p>
          <a:endParaRPr lang="en-US"/>
        </a:p>
      </dgm:t>
    </dgm:pt>
    <dgm:pt modelId="{7151BDD0-3D47-47D7-A567-834DBE7F28CA}">
      <dgm:prSet custT="1"/>
      <dgm:spPr>
        <a:solidFill>
          <a:schemeClr val="accent6"/>
        </a:solidFill>
      </dgm:spPr>
      <dgm:t>
        <a:bodyPr/>
        <a:lstStyle/>
        <a:p>
          <a:pPr algn="ctr">
            <a:buFont typeface="Arial" panose="020B0604020202020204" pitchFamily="34" charset="0"/>
            <a:buChar char="•"/>
          </a:pPr>
          <a:r>
            <a:rPr lang="en-US" sz="1400"/>
            <a:t>Transforms the STL into a mesh extract vertices by reshaping vectors.</a:t>
          </a:r>
        </a:p>
      </dgm:t>
    </dgm:pt>
    <dgm:pt modelId="{F20CE482-8633-4516-A635-B2DE8CD4144F}" type="sibTrans" cxnId="{C65BCF73-3A69-49A2-885E-8079678BDCF7}">
      <dgm:prSet/>
      <dgm:spPr/>
      <dgm:t>
        <a:bodyPr/>
        <a:lstStyle/>
        <a:p>
          <a:endParaRPr lang="en-US"/>
        </a:p>
      </dgm:t>
    </dgm:pt>
    <dgm:pt modelId="{CFE04DD6-1E86-4BAE-816F-1C6FE04262BB}" type="parTrans" cxnId="{C65BCF73-3A69-49A2-885E-8079678BDCF7}">
      <dgm:prSet/>
      <dgm:spPr/>
      <dgm:t>
        <a:bodyPr/>
        <a:lstStyle/>
        <a:p>
          <a:endParaRPr lang="en-US"/>
        </a:p>
      </dgm:t>
    </dgm:pt>
    <dgm:pt modelId="{B2F2E7C6-2A1D-4D4D-AD78-574340A85F9B}">
      <dgm:prSet custT="1"/>
      <dgm:spPr>
        <a:solidFill>
          <a:schemeClr val="accent6"/>
        </a:solidFill>
      </dgm:spPr>
      <dgm:t>
        <a:bodyPr/>
        <a:lstStyle/>
        <a:p>
          <a:pPr algn="ctr">
            <a:buFont typeface="Arial" panose="020B0604020202020204" pitchFamily="34" charset="0"/>
            <a:buChar char="•"/>
          </a:pPr>
          <a:r>
            <a:rPr lang="en-US" sz="1400"/>
            <a:t>Filters layers with fewer than 5 points.</a:t>
          </a:r>
        </a:p>
      </dgm:t>
    </dgm:pt>
    <dgm:pt modelId="{FCABCF87-ADC7-40DD-B17B-F99FB3705E86}" type="parTrans" cxnId="{BC4C4059-83E5-4059-A5E7-26770EB4B520}">
      <dgm:prSet/>
      <dgm:spPr/>
      <dgm:t>
        <a:bodyPr/>
        <a:lstStyle/>
        <a:p>
          <a:endParaRPr lang="en-US"/>
        </a:p>
      </dgm:t>
    </dgm:pt>
    <dgm:pt modelId="{F2C7B1CC-1849-4B94-9C05-A6F7E3771D45}" type="sibTrans" cxnId="{BC4C4059-83E5-4059-A5E7-26770EB4B520}">
      <dgm:prSet/>
      <dgm:spPr/>
      <dgm:t>
        <a:bodyPr/>
        <a:lstStyle/>
        <a:p>
          <a:endParaRPr lang="en-US"/>
        </a:p>
      </dgm:t>
    </dgm:pt>
    <dgm:pt modelId="{1C498271-7D6F-47E5-AB70-C115F98A993D}">
      <dgm:prSet custT="1"/>
      <dgm:spPr>
        <a:solidFill>
          <a:schemeClr val="accent6"/>
        </a:solidFill>
      </dgm:spPr>
      <dgm:t>
        <a:bodyPr/>
        <a:lstStyle/>
        <a:p>
          <a:pPr algn="ctr">
            <a:buFont typeface="Arial" panose="020B0604020202020204" pitchFamily="34" charset="0"/>
            <a:buChar char="•"/>
          </a:pPr>
          <a:r>
            <a:rPr lang="en-US" sz="1400"/>
            <a:t>Reassigns uniform Z levels based on average spacing.</a:t>
          </a:r>
        </a:p>
      </dgm:t>
    </dgm:pt>
    <dgm:pt modelId="{AC2F1072-2AF0-46C0-9792-33DE0BF557A8}" type="parTrans" cxnId="{891C5AF9-07B2-42FC-BD1C-E80716B45D3E}">
      <dgm:prSet/>
      <dgm:spPr/>
      <dgm:t>
        <a:bodyPr/>
        <a:lstStyle/>
        <a:p>
          <a:endParaRPr lang="en-US"/>
        </a:p>
      </dgm:t>
    </dgm:pt>
    <dgm:pt modelId="{A7577528-1A32-4620-9766-67D62F355263}" type="sibTrans" cxnId="{891C5AF9-07B2-42FC-BD1C-E80716B45D3E}">
      <dgm:prSet/>
      <dgm:spPr/>
      <dgm:t>
        <a:bodyPr/>
        <a:lstStyle/>
        <a:p>
          <a:endParaRPr lang="en-US"/>
        </a:p>
      </dgm:t>
    </dgm:pt>
    <dgm:pt modelId="{66881317-1D71-4662-8F19-6D90652FEFA6}">
      <dgm:prSet custT="1"/>
      <dgm:spPr>
        <a:solidFill>
          <a:schemeClr val="accent6"/>
        </a:solidFill>
      </dgm:spPr>
      <dgm:t>
        <a:bodyPr/>
        <a:lstStyle/>
        <a:p>
          <a:pPr algn="ctr">
            <a:buFont typeface="Arial" panose="020B0604020202020204" pitchFamily="34" charset="0"/>
            <a:buChar char="•"/>
          </a:pPr>
          <a:r>
            <a:rPr lang="en-US" sz="1400"/>
            <a:t>Filters close points (min distance)</a:t>
          </a:r>
        </a:p>
      </dgm:t>
    </dgm:pt>
    <dgm:pt modelId="{4F004DAE-D226-4630-82B1-E5E5C705E424}" type="parTrans" cxnId="{D8B652C4-9544-428B-993C-C58AE1D1CB39}">
      <dgm:prSet/>
      <dgm:spPr/>
      <dgm:t>
        <a:bodyPr/>
        <a:lstStyle/>
        <a:p>
          <a:endParaRPr lang="en-US"/>
        </a:p>
      </dgm:t>
    </dgm:pt>
    <dgm:pt modelId="{BA97D885-4CA8-4AE7-A259-7CB71E2A2CFB}" type="sibTrans" cxnId="{D8B652C4-9544-428B-993C-C58AE1D1CB39}">
      <dgm:prSet/>
      <dgm:spPr/>
      <dgm:t>
        <a:bodyPr/>
        <a:lstStyle/>
        <a:p>
          <a:endParaRPr lang="en-US"/>
        </a:p>
      </dgm:t>
    </dgm:pt>
    <dgm:pt modelId="{1CFDB40B-6831-492D-B1C5-3C6AA0C2853A}">
      <dgm:prSet/>
      <dgm:spPr>
        <a:solidFill>
          <a:schemeClr val="accent6"/>
        </a:solidFill>
      </dgm:spPr>
      <dgm:t>
        <a:bodyPr/>
        <a:lstStyle/>
        <a:p>
          <a:pPr algn="ctr">
            <a:buFont typeface="Arial" panose="020B0604020202020204" pitchFamily="34" charset="0"/>
            <a:buChar char="•"/>
          </a:pPr>
          <a:r>
            <a:rPr lang="en-US"/>
            <a:t>Connects layers by starting near the previous layer's exit point.</a:t>
          </a:r>
        </a:p>
      </dgm:t>
    </dgm:pt>
    <dgm:pt modelId="{D33BF829-9901-47BC-AA26-F1ADB4B2C3F3}" type="parTrans" cxnId="{F2EE6611-5F1D-4FEA-8760-CE540CDCF8BF}">
      <dgm:prSet/>
      <dgm:spPr/>
      <dgm:t>
        <a:bodyPr/>
        <a:lstStyle/>
        <a:p>
          <a:endParaRPr lang="en-US"/>
        </a:p>
      </dgm:t>
    </dgm:pt>
    <dgm:pt modelId="{6B1C0E2F-2942-46F3-B03D-103A86911425}" type="sibTrans" cxnId="{F2EE6611-5F1D-4FEA-8760-CE540CDCF8BF}">
      <dgm:prSet/>
      <dgm:spPr/>
      <dgm:t>
        <a:bodyPr/>
        <a:lstStyle/>
        <a:p>
          <a:endParaRPr lang="en-US"/>
        </a:p>
      </dgm:t>
    </dgm:pt>
    <dgm:pt modelId="{2A2085FA-90E6-456D-B49A-9C0FF4CD39CD}">
      <dgm:prSet custT="1"/>
      <dgm:spPr>
        <a:solidFill>
          <a:schemeClr val="accent6"/>
        </a:solidFill>
      </dgm:spPr>
      <dgm:t>
        <a:bodyPr/>
        <a:lstStyle/>
        <a:p>
          <a:pPr algn="ctr">
            <a:buFont typeface="Arial" panose="020B0604020202020204" pitchFamily="34" charset="0"/>
            <a:buChar char="•"/>
          </a:pPr>
          <a:r>
            <a:rPr lang="en-US" sz="1400"/>
            <a:t>TOOL_DIAMETER</a:t>
          </a:r>
        </a:p>
      </dgm:t>
    </dgm:pt>
    <dgm:pt modelId="{31931585-AF1C-4510-8088-B19E9A15E6EB}" type="parTrans" cxnId="{47616FB7-DAFC-4D46-9558-9B3D314E72D3}">
      <dgm:prSet/>
      <dgm:spPr/>
      <dgm:t>
        <a:bodyPr/>
        <a:lstStyle/>
        <a:p>
          <a:endParaRPr lang="en-US"/>
        </a:p>
      </dgm:t>
    </dgm:pt>
    <dgm:pt modelId="{55FA1AA9-C6FC-4FB6-AF52-7E0DF90CF9B0}" type="sibTrans" cxnId="{47616FB7-DAFC-4D46-9558-9B3D314E72D3}">
      <dgm:prSet/>
      <dgm:spPr/>
      <dgm:t>
        <a:bodyPr/>
        <a:lstStyle/>
        <a:p>
          <a:endParaRPr lang="en-US"/>
        </a:p>
      </dgm:t>
    </dgm:pt>
    <dgm:pt modelId="{2181132B-7E7A-4007-8E3C-C6641E3687A8}">
      <dgm:prSet custT="1"/>
      <dgm:spPr>
        <a:solidFill>
          <a:schemeClr val="accent6"/>
        </a:solidFill>
      </dgm:spPr>
      <dgm:t>
        <a:bodyPr/>
        <a:lstStyle/>
        <a:p>
          <a:pPr algn="ctr">
            <a:buFont typeface="Arial" panose="020B0604020202020204" pitchFamily="34" charset="0"/>
            <a:buChar char="•"/>
          </a:pPr>
          <a:r>
            <a:rPr lang="en-US" sz="1400"/>
            <a:t>LAYER_THICKNESS</a:t>
          </a:r>
        </a:p>
      </dgm:t>
    </dgm:pt>
    <dgm:pt modelId="{966AAB84-1AE5-4B72-B827-A2FB4E6C6596}" type="parTrans" cxnId="{505F0E20-15B4-49EC-AC22-58C6B7C5B71C}">
      <dgm:prSet/>
      <dgm:spPr/>
      <dgm:t>
        <a:bodyPr/>
        <a:lstStyle/>
        <a:p>
          <a:endParaRPr lang="en-US"/>
        </a:p>
      </dgm:t>
    </dgm:pt>
    <dgm:pt modelId="{880EFC2C-FF71-4040-B744-07E9F0BC3C22}" type="sibTrans" cxnId="{505F0E20-15B4-49EC-AC22-58C6B7C5B71C}">
      <dgm:prSet/>
      <dgm:spPr/>
      <dgm:t>
        <a:bodyPr/>
        <a:lstStyle/>
        <a:p>
          <a:endParaRPr lang="en-US"/>
        </a:p>
      </dgm:t>
    </dgm:pt>
    <dgm:pt modelId="{F6047288-0E51-4739-9B41-745E8B9A4BAA}">
      <dgm:prSet custT="1"/>
      <dgm:spPr>
        <a:solidFill>
          <a:schemeClr val="accent6"/>
        </a:solidFill>
      </dgm:spPr>
      <dgm:t>
        <a:bodyPr/>
        <a:lstStyle/>
        <a:p>
          <a:pPr algn="ctr">
            <a:buFont typeface="Arial" panose="020B0604020202020204" pitchFamily="34" charset="0"/>
            <a:buChar char="•"/>
          </a:pPr>
          <a:r>
            <a:rPr lang="en-US" sz="1400"/>
            <a:t>Z_OFFSET</a:t>
          </a:r>
        </a:p>
      </dgm:t>
    </dgm:pt>
    <dgm:pt modelId="{79DE2550-2862-4CEB-BA73-2A2860E37229}" type="parTrans" cxnId="{444E189B-FA12-485E-949C-5BB207C92C0D}">
      <dgm:prSet/>
      <dgm:spPr/>
      <dgm:t>
        <a:bodyPr/>
        <a:lstStyle/>
        <a:p>
          <a:endParaRPr lang="en-US"/>
        </a:p>
      </dgm:t>
    </dgm:pt>
    <dgm:pt modelId="{D6921928-8964-4783-9DD0-54E077E05750}" type="sibTrans" cxnId="{444E189B-FA12-485E-949C-5BB207C92C0D}">
      <dgm:prSet/>
      <dgm:spPr/>
      <dgm:t>
        <a:bodyPr/>
        <a:lstStyle/>
        <a:p>
          <a:endParaRPr lang="en-US"/>
        </a:p>
      </dgm:t>
    </dgm:pt>
    <dgm:pt modelId="{519A36D7-427F-4C50-8104-3989C0AD4A72}">
      <dgm:prSet custT="1"/>
      <dgm:spPr>
        <a:solidFill>
          <a:schemeClr val="accent6"/>
        </a:solidFill>
      </dgm:spPr>
      <dgm:t>
        <a:bodyPr/>
        <a:lstStyle/>
        <a:p>
          <a:pPr algn="ctr">
            <a:buFont typeface="Arial" panose="020B0604020202020204" pitchFamily="34" charset="0"/>
            <a:buChar char="•"/>
          </a:pPr>
          <a:r>
            <a:rPr lang="en-US" sz="1400"/>
            <a:t> MIN_DISTANCE,</a:t>
          </a:r>
        </a:p>
      </dgm:t>
    </dgm:pt>
    <dgm:pt modelId="{2C058E68-AE91-4FE9-9294-07A12427EDF3}" type="parTrans" cxnId="{15D1BCB8-66A6-46F9-8902-EA47CD1396D4}">
      <dgm:prSet/>
      <dgm:spPr/>
      <dgm:t>
        <a:bodyPr/>
        <a:lstStyle/>
        <a:p>
          <a:endParaRPr lang="en-US"/>
        </a:p>
      </dgm:t>
    </dgm:pt>
    <dgm:pt modelId="{E13407B4-1E4D-4F4C-A0DE-E3EAF6345C4C}" type="sibTrans" cxnId="{15D1BCB8-66A6-46F9-8902-EA47CD1396D4}">
      <dgm:prSet/>
      <dgm:spPr/>
      <dgm:t>
        <a:bodyPr/>
        <a:lstStyle/>
        <a:p>
          <a:endParaRPr lang="en-US"/>
        </a:p>
      </dgm:t>
    </dgm:pt>
    <dgm:pt modelId="{1A3378A4-D8A4-4F2A-8D3A-CFD3ED3CCC93}">
      <dgm:prSet custT="1"/>
      <dgm:spPr>
        <a:solidFill>
          <a:schemeClr val="accent6"/>
        </a:solidFill>
      </dgm:spPr>
      <dgm:t>
        <a:bodyPr/>
        <a:lstStyle/>
        <a:p>
          <a:pPr algn="ctr">
            <a:buFont typeface="Arial" panose="020B0604020202020204" pitchFamily="34" charset="0"/>
            <a:buChar char="•"/>
          </a:pPr>
          <a:r>
            <a:rPr lang="en-US" sz="1400"/>
            <a:t>SAFE_Z_RELATIVE</a:t>
          </a:r>
        </a:p>
      </dgm:t>
    </dgm:pt>
    <dgm:pt modelId="{97987343-ADD8-434F-A268-5830CEACAC43}" type="parTrans" cxnId="{4CE85004-A382-4B4D-86A8-7E858005C045}">
      <dgm:prSet/>
      <dgm:spPr/>
      <dgm:t>
        <a:bodyPr/>
        <a:lstStyle/>
        <a:p>
          <a:endParaRPr lang="en-US"/>
        </a:p>
      </dgm:t>
    </dgm:pt>
    <dgm:pt modelId="{A9FB1B2A-960B-4B48-8A53-285C8ECCE080}" type="sibTrans" cxnId="{4CE85004-A382-4B4D-86A8-7E858005C045}">
      <dgm:prSet/>
      <dgm:spPr/>
      <dgm:t>
        <a:bodyPr/>
        <a:lstStyle/>
        <a:p>
          <a:endParaRPr lang="en-US"/>
        </a:p>
      </dgm:t>
    </dgm:pt>
    <dgm:pt modelId="{707918AF-A4B4-4418-A1ED-98DE517BFEAA}">
      <dgm:prSet custT="1"/>
      <dgm:spPr>
        <a:solidFill>
          <a:schemeClr val="accent6"/>
        </a:solidFill>
      </dgm:spPr>
      <dgm:t>
        <a:bodyPr/>
        <a:lstStyle/>
        <a:p>
          <a:pPr algn="ctr">
            <a:buFont typeface="Arial" panose="020B0604020202020204" pitchFamily="34" charset="0"/>
            <a:buChar char="•"/>
          </a:pPr>
          <a:r>
            <a:rPr lang="en-US" sz="1400"/>
            <a:t> The toolpath with G01 </a:t>
          </a:r>
        </a:p>
      </dgm:t>
    </dgm:pt>
    <dgm:pt modelId="{F805CA2C-A6FD-4792-8C31-F2315DEFCA70}" type="parTrans" cxnId="{151C0993-8F6E-490A-AC17-2E5A32BDC46C}">
      <dgm:prSet/>
      <dgm:spPr/>
      <dgm:t>
        <a:bodyPr/>
        <a:lstStyle/>
        <a:p>
          <a:endParaRPr lang="en-US"/>
        </a:p>
      </dgm:t>
    </dgm:pt>
    <dgm:pt modelId="{1A881260-B1E1-4B9A-ABE3-BC2EBEFDAE0E}" type="sibTrans" cxnId="{151C0993-8F6E-490A-AC17-2E5A32BDC46C}">
      <dgm:prSet/>
      <dgm:spPr/>
      <dgm:t>
        <a:bodyPr/>
        <a:lstStyle/>
        <a:p>
          <a:endParaRPr lang="en-US"/>
        </a:p>
      </dgm:t>
    </dgm:pt>
    <dgm:pt modelId="{677A2273-5718-4C58-88B0-9FA72A719D66}">
      <dgm:prSet custT="1"/>
      <dgm:spPr>
        <a:solidFill>
          <a:schemeClr val="accent6"/>
        </a:solidFill>
      </dgm:spPr>
      <dgm:t>
        <a:bodyPr/>
        <a:lstStyle/>
        <a:p>
          <a:pPr algn="ctr">
            <a:buFont typeface="Arial" panose="020B0604020202020204" pitchFamily="34" charset="0"/>
            <a:buChar char="•"/>
          </a:pPr>
          <a:r>
            <a:rPr lang="en-US" sz="1400"/>
            <a:t>Footer (safe Z retract, M30 end) </a:t>
          </a:r>
        </a:p>
      </dgm:t>
    </dgm:pt>
    <dgm:pt modelId="{0ED4C61E-ACBD-4D41-9C28-4F515B143526}" type="parTrans" cxnId="{D29A22A9-5BAC-4358-95DE-1B3718486043}">
      <dgm:prSet/>
      <dgm:spPr/>
      <dgm:t>
        <a:bodyPr/>
        <a:lstStyle/>
        <a:p>
          <a:endParaRPr lang="en-US"/>
        </a:p>
      </dgm:t>
    </dgm:pt>
    <dgm:pt modelId="{DBB9B4C2-437C-4FBF-BEFF-792CD20FC65F}" type="sibTrans" cxnId="{D29A22A9-5BAC-4358-95DE-1B3718486043}">
      <dgm:prSet/>
      <dgm:spPr/>
      <dgm:t>
        <a:bodyPr/>
        <a:lstStyle/>
        <a:p>
          <a:endParaRPr lang="en-US"/>
        </a:p>
      </dgm:t>
    </dgm:pt>
    <dgm:pt modelId="{75EE4E62-EBF0-434E-8B07-D34146FAC10B}">
      <dgm:prSet custT="1"/>
      <dgm:spPr>
        <a:solidFill>
          <a:schemeClr val="accent6"/>
        </a:solidFill>
      </dgm:spPr>
      <dgm:t>
        <a:bodyPr/>
        <a:lstStyle/>
        <a:p>
          <a:pPr algn="ctr">
            <a:buFont typeface="Arial" panose="020B0604020202020204" pitchFamily="34" charset="0"/>
            <a:buChar char="•"/>
          </a:pPr>
          <a:r>
            <a:rPr lang="en-US" sz="1400"/>
            <a:t>Saves to 'Gchord.txt'.</a:t>
          </a:r>
        </a:p>
      </dgm:t>
    </dgm:pt>
    <dgm:pt modelId="{FC789A31-9A95-4E2A-990D-85F023262B4E}" type="parTrans" cxnId="{489DD0E6-4888-4338-9486-63516CCA8DAD}">
      <dgm:prSet/>
      <dgm:spPr/>
      <dgm:t>
        <a:bodyPr/>
        <a:lstStyle/>
        <a:p>
          <a:endParaRPr lang="en-US"/>
        </a:p>
      </dgm:t>
    </dgm:pt>
    <dgm:pt modelId="{D2B464FC-C8E7-4D7D-A4A4-3EBAFB6CBE34}" type="sibTrans" cxnId="{489DD0E6-4888-4338-9486-63516CCA8DAD}">
      <dgm:prSet/>
      <dgm:spPr/>
      <dgm:t>
        <a:bodyPr/>
        <a:lstStyle/>
        <a:p>
          <a:endParaRPr lang="en-US"/>
        </a:p>
      </dgm:t>
    </dgm:pt>
    <dgm:pt modelId="{970C2271-16F0-4826-85B8-09AB31B39328}">
      <dgm:prSet custT="1"/>
      <dgm:spPr>
        <a:solidFill>
          <a:schemeClr val="accent6"/>
        </a:solidFill>
      </dgm:spPr>
      <dgm:t>
        <a:bodyPr/>
        <a:lstStyle/>
        <a:p>
          <a:pPr algn="ctr">
            <a:buFont typeface="Times New Roman" panose="02020603050405020304" pitchFamily="18" charset="0"/>
            <a:buChar char="•"/>
          </a:pPr>
          <a:r>
            <a:rPr lang="en-US" sz="1800" b="1"/>
            <a:t>Output Precision and Rounding</a:t>
          </a:r>
          <a:r>
            <a:rPr lang="en-US" sz="1800"/>
            <a:t>: </a:t>
          </a:r>
        </a:p>
      </dgm:t>
    </dgm:pt>
    <dgm:pt modelId="{3A956EB9-DEC6-4CEC-B2B7-10A45FB49116}" type="parTrans" cxnId="{8AEFD804-5ED6-49EC-B813-70153C76F3CA}">
      <dgm:prSet/>
      <dgm:spPr/>
      <dgm:t>
        <a:bodyPr/>
        <a:lstStyle/>
        <a:p>
          <a:endParaRPr lang="en-US"/>
        </a:p>
      </dgm:t>
    </dgm:pt>
    <dgm:pt modelId="{53297DDE-1DAA-459D-87E2-FB03584E2490}" type="sibTrans" cxnId="{8AEFD804-5ED6-49EC-B813-70153C76F3CA}">
      <dgm:prSet/>
      <dgm:spPr/>
      <dgm:t>
        <a:bodyPr/>
        <a:lstStyle/>
        <a:p>
          <a:endParaRPr lang="en-US"/>
        </a:p>
      </dgm:t>
    </dgm:pt>
    <dgm:pt modelId="{B2F83BAF-E189-40AB-9A3C-BEA35569E9E4}">
      <dgm:prSet custT="1"/>
      <dgm:spPr>
        <a:solidFill>
          <a:schemeClr val="accent6"/>
        </a:solidFill>
      </dgm:spPr>
      <dgm:t>
        <a:bodyPr/>
        <a:lstStyle/>
        <a:p>
          <a:pPr algn="ctr">
            <a:buFont typeface="Arial" panose="020B0604020202020204" pitchFamily="34" charset="0"/>
            <a:buChar char="•"/>
          </a:pPr>
          <a:r>
            <a:rPr lang="en-US" sz="1400"/>
            <a:t>Rounds coordinates to 2 decimal places.</a:t>
          </a:r>
        </a:p>
      </dgm:t>
    </dgm:pt>
    <dgm:pt modelId="{E42DF1A8-E1B6-485C-8090-32507B54D04B}" type="parTrans" cxnId="{85BEAAC1-14E4-4A37-9CEF-CA69C3483851}">
      <dgm:prSet/>
      <dgm:spPr/>
      <dgm:t>
        <a:bodyPr/>
        <a:lstStyle/>
        <a:p>
          <a:endParaRPr lang="en-US"/>
        </a:p>
      </dgm:t>
    </dgm:pt>
    <dgm:pt modelId="{48F40A7F-D231-4920-82DB-AE05F138C1C3}" type="sibTrans" cxnId="{85BEAAC1-14E4-4A37-9CEF-CA69C3483851}">
      <dgm:prSet/>
      <dgm:spPr/>
      <dgm:t>
        <a:bodyPr/>
        <a:lstStyle/>
        <a:p>
          <a:endParaRPr lang="en-US"/>
        </a:p>
      </dgm:t>
    </dgm:pt>
    <dgm:pt modelId="{A9736AD0-2AD1-418D-827A-786E00578488}">
      <dgm:prSet custT="1"/>
      <dgm:spPr>
        <a:solidFill>
          <a:schemeClr val="accent6"/>
        </a:solidFill>
      </dgm:spPr>
      <dgm:t>
        <a:bodyPr/>
        <a:lstStyle/>
        <a:p>
          <a:pPr algn="ctr">
            <a:buFont typeface="Times New Roman" panose="02020603050405020304" pitchFamily="18" charset="0"/>
            <a:buChar char="•"/>
          </a:pPr>
          <a:r>
            <a:rPr lang="en-US" sz="1800" b="0"/>
            <a:t>Offsets and Adjustments: </a:t>
          </a:r>
          <a:endParaRPr lang="en-US" sz="1800"/>
        </a:p>
      </dgm:t>
    </dgm:pt>
    <dgm:pt modelId="{CC1E3CFE-FF1F-4196-B0C5-C032A22C6C1A}" type="parTrans" cxnId="{39EC901E-21B6-406E-B824-A642C11C1D34}">
      <dgm:prSet/>
      <dgm:spPr/>
      <dgm:t>
        <a:bodyPr/>
        <a:lstStyle/>
        <a:p>
          <a:endParaRPr lang="en-US"/>
        </a:p>
      </dgm:t>
    </dgm:pt>
    <dgm:pt modelId="{464B068D-A9AF-4E7F-950B-C6EC1C75E632}" type="sibTrans" cxnId="{39EC901E-21B6-406E-B824-A642C11C1D34}">
      <dgm:prSet/>
      <dgm:spPr/>
      <dgm:t>
        <a:bodyPr/>
        <a:lstStyle/>
        <a:p>
          <a:endParaRPr lang="en-US"/>
        </a:p>
      </dgm:t>
    </dgm:pt>
    <dgm:pt modelId="{0751882A-1FBC-4534-A49C-1F51A7E0A9BC}">
      <dgm:prSet custT="1"/>
      <dgm:spPr>
        <a:solidFill>
          <a:schemeClr val="accent6"/>
        </a:solidFill>
      </dgm:spPr>
      <dgm:t>
        <a:bodyPr/>
        <a:lstStyle/>
        <a:p>
          <a:pPr algn="ctr">
            <a:buFont typeface="Arial" panose="020B0604020202020204" pitchFamily="34" charset="0"/>
            <a:buChar char="•"/>
          </a:pPr>
          <a:r>
            <a:rPr lang="en-US" sz="1400"/>
            <a:t>Applies inward reverse offset by tool diameter using centroid direction</a:t>
          </a:r>
        </a:p>
      </dgm:t>
    </dgm:pt>
    <dgm:pt modelId="{975C3B69-FEF8-4794-8281-E1E3FED2B71A}" type="parTrans" cxnId="{EFE76064-5D1D-4ECC-936C-65C6D3F1F2B7}">
      <dgm:prSet/>
      <dgm:spPr/>
      <dgm:t>
        <a:bodyPr/>
        <a:lstStyle/>
        <a:p>
          <a:endParaRPr lang="en-US"/>
        </a:p>
      </dgm:t>
    </dgm:pt>
    <dgm:pt modelId="{3FDA8BE1-612B-4D48-8C25-7B1D03563672}" type="sibTrans" cxnId="{EFE76064-5D1D-4ECC-936C-65C6D3F1F2B7}">
      <dgm:prSet/>
      <dgm:spPr/>
      <dgm:t>
        <a:bodyPr/>
        <a:lstStyle/>
        <a:p>
          <a:endParaRPr lang="en-US"/>
        </a:p>
      </dgm:t>
    </dgm:pt>
    <dgm:pt modelId="{3215395E-CC26-4367-9135-8B7035979789}">
      <dgm:prSet custT="1"/>
      <dgm:spPr>
        <a:solidFill>
          <a:schemeClr val="accent6"/>
        </a:solidFill>
      </dgm:spPr>
      <dgm:t>
        <a:bodyPr/>
        <a:lstStyle/>
        <a:p>
          <a:pPr algn="ctr">
            <a:buFont typeface="Arial" panose="020B0604020202020204" pitchFamily="34" charset="0"/>
            <a:buChar char="•"/>
          </a:pPr>
          <a:r>
            <a:rPr lang="en-US" sz="1400"/>
            <a:t>Adds Z springback offset</a:t>
          </a:r>
        </a:p>
      </dgm:t>
    </dgm:pt>
    <dgm:pt modelId="{242484F4-2FFC-4166-9156-C4DE8C644E20}" type="parTrans" cxnId="{385F4676-6F38-46C9-9129-C1EB3598E4E1}">
      <dgm:prSet/>
      <dgm:spPr/>
      <dgm:t>
        <a:bodyPr/>
        <a:lstStyle/>
        <a:p>
          <a:endParaRPr lang="en-US"/>
        </a:p>
      </dgm:t>
    </dgm:pt>
    <dgm:pt modelId="{6EFE4C0F-D7B7-41B3-83FD-B9B66D1C6B08}" type="sibTrans" cxnId="{385F4676-6F38-46C9-9129-C1EB3598E4E1}">
      <dgm:prSet/>
      <dgm:spPr/>
      <dgm:t>
        <a:bodyPr/>
        <a:lstStyle/>
        <a:p>
          <a:endParaRPr lang="en-US"/>
        </a:p>
      </dgm:t>
    </dgm:pt>
    <dgm:pt modelId="{A61091A4-8452-4E12-9375-ED4D17425BE8}">
      <dgm:prSet custT="1"/>
      <dgm:spPr>
        <a:solidFill>
          <a:schemeClr val="accent6"/>
        </a:solidFill>
      </dgm:spPr>
      <dgm:t>
        <a:bodyPr/>
        <a:lstStyle/>
        <a:p>
          <a:pPr algn="ctr">
            <a:buFont typeface="Arial" panose="020B0604020202020204" pitchFamily="34" charset="0"/>
            <a:buChar char="•"/>
          </a:pPr>
          <a:r>
            <a:rPr lang="en-US" sz="1400"/>
            <a:t>Adds a global Z drop offset</a:t>
          </a:r>
        </a:p>
      </dgm:t>
    </dgm:pt>
    <dgm:pt modelId="{8551A7DC-FC4A-4ADB-B206-3CEAF2B511B3}" type="parTrans" cxnId="{6BAD5C3C-42D6-4DF7-A08F-BE66A7B3D4CE}">
      <dgm:prSet/>
      <dgm:spPr/>
      <dgm:t>
        <a:bodyPr/>
        <a:lstStyle/>
        <a:p>
          <a:endParaRPr lang="en-US"/>
        </a:p>
      </dgm:t>
    </dgm:pt>
    <dgm:pt modelId="{D5779B41-08D3-47E7-93EA-0A8C3D3F9CD8}" type="sibTrans" cxnId="{6BAD5C3C-42D6-4DF7-A08F-BE66A7B3D4CE}">
      <dgm:prSet/>
      <dgm:spPr/>
      <dgm:t>
        <a:bodyPr/>
        <a:lstStyle/>
        <a:p>
          <a:endParaRPr lang="en-US"/>
        </a:p>
      </dgm:t>
    </dgm:pt>
    <dgm:pt modelId="{FA9D1CE3-F98D-4A0F-870E-42483E4AE186}">
      <dgm:prSet custT="1"/>
      <dgm:spPr>
        <a:solidFill>
          <a:schemeClr val="accent6"/>
        </a:solidFill>
      </dgm:spPr>
      <dgm:t>
        <a:bodyPr/>
        <a:lstStyle/>
        <a:p>
          <a:pPr algn="ctr">
            <a:buFont typeface="Arial" panose="020B0604020202020204" pitchFamily="34" charset="0"/>
            <a:buChar char="•"/>
          </a:pPr>
          <a:r>
            <a:rPr lang="en-US" sz="1400"/>
            <a:t>Smooths points post-offset.</a:t>
          </a:r>
        </a:p>
      </dgm:t>
    </dgm:pt>
    <dgm:pt modelId="{9DAC16C6-0420-40E0-B590-84EB42C82355}" type="parTrans" cxnId="{F0978364-7A26-453F-BAA2-C98A30AD1BF2}">
      <dgm:prSet/>
      <dgm:spPr/>
      <dgm:t>
        <a:bodyPr/>
        <a:lstStyle/>
        <a:p>
          <a:endParaRPr lang="en-US"/>
        </a:p>
      </dgm:t>
    </dgm:pt>
    <dgm:pt modelId="{A1A941C2-1080-4514-9D3C-E98D20018E8B}" type="sibTrans" cxnId="{F0978364-7A26-453F-BAA2-C98A30AD1BF2}">
      <dgm:prSet/>
      <dgm:spPr/>
      <dgm:t>
        <a:bodyPr/>
        <a:lstStyle/>
        <a:p>
          <a:endParaRPr lang="en-US"/>
        </a:p>
      </dgm:t>
    </dgm:pt>
    <dgm:pt modelId="{A3FAAD35-C1F1-4B32-889C-2D3744A6200F}">
      <dgm:prSet/>
      <dgm:spPr>
        <a:solidFill>
          <a:schemeClr val="accent6"/>
        </a:solidFill>
      </dgm:spPr>
      <dgm:t>
        <a:bodyPr/>
        <a:lstStyle/>
        <a:p>
          <a:pPr algn="ctr">
            <a:buFont typeface="Arial" panose="020B0604020202020204" pitchFamily="34" charset="0"/>
            <a:buChar char="•"/>
          </a:pPr>
          <a:r>
            <a:rPr lang="en-US"/>
            <a:t>Closes each layer loop</a:t>
          </a:r>
        </a:p>
      </dgm:t>
    </dgm:pt>
    <dgm:pt modelId="{1FFC38AE-16F5-4DA6-A1D3-8CF038B32DFB}" type="parTrans" cxnId="{A2759C71-751A-4D41-8D38-527095E52A3C}">
      <dgm:prSet/>
      <dgm:spPr/>
      <dgm:t>
        <a:bodyPr/>
        <a:lstStyle/>
        <a:p>
          <a:endParaRPr lang="en-US"/>
        </a:p>
      </dgm:t>
    </dgm:pt>
    <dgm:pt modelId="{CEB861D7-BF80-4C93-BA75-E489795DBF6A}" type="sibTrans" cxnId="{A2759C71-751A-4D41-8D38-527095E52A3C}">
      <dgm:prSet/>
      <dgm:spPr/>
      <dgm:t>
        <a:bodyPr/>
        <a:lstStyle/>
        <a:p>
          <a:endParaRPr lang="en-US"/>
        </a:p>
      </dgm:t>
    </dgm:pt>
    <dgm:pt modelId="{1B6FA07A-A348-4882-BBAB-0B1400D9303C}" type="pres">
      <dgm:prSet presAssocID="{DC1E4203-2F25-469A-AD84-93C704A821F9}" presName="diagram" presStyleCnt="0">
        <dgm:presLayoutVars>
          <dgm:dir/>
          <dgm:resizeHandles val="exact"/>
        </dgm:presLayoutVars>
      </dgm:prSet>
      <dgm:spPr/>
    </dgm:pt>
    <dgm:pt modelId="{10876066-D232-43D7-A109-99513F08741E}" type="pres">
      <dgm:prSet presAssocID="{B892729B-4C15-4196-8B1E-6FD108E8A5CD}" presName="node" presStyleLbl="node1" presStyleIdx="0" presStyleCnt="9" custScaleX="791498" custScaleY="811045">
        <dgm:presLayoutVars>
          <dgm:bulletEnabled val="1"/>
        </dgm:presLayoutVars>
      </dgm:prSet>
      <dgm:spPr/>
    </dgm:pt>
    <dgm:pt modelId="{F53D35F2-04E2-465C-9618-9311C222DE1B}" type="pres">
      <dgm:prSet presAssocID="{7A18A6E0-4A15-49F1-A68D-84E6709BBFEF}" presName="sibTrans" presStyleCnt="0"/>
      <dgm:spPr/>
    </dgm:pt>
    <dgm:pt modelId="{FEC7EE8C-942D-4682-9FBE-DEBF0ED526F6}" type="pres">
      <dgm:prSet presAssocID="{0997DF1D-FE40-4B2C-8218-979F72A194EE}" presName="node" presStyleLbl="node1" presStyleIdx="1" presStyleCnt="9" custScaleX="791498" custScaleY="811045">
        <dgm:presLayoutVars>
          <dgm:bulletEnabled val="1"/>
        </dgm:presLayoutVars>
      </dgm:prSet>
      <dgm:spPr/>
    </dgm:pt>
    <dgm:pt modelId="{C673985A-5ED8-45DC-9094-CE7CB0775FBA}" type="pres">
      <dgm:prSet presAssocID="{0BDB303A-0745-4418-82F7-034D6438582D}" presName="sibTrans" presStyleCnt="0"/>
      <dgm:spPr/>
    </dgm:pt>
    <dgm:pt modelId="{C174CE73-EA12-409F-9DAE-7745398C2341}" type="pres">
      <dgm:prSet presAssocID="{B5F76E07-8B3D-4470-A0E1-78DD5420D43A}" presName="node" presStyleLbl="node1" presStyleIdx="2" presStyleCnt="9" custScaleX="791498" custScaleY="811045">
        <dgm:presLayoutVars>
          <dgm:bulletEnabled val="1"/>
        </dgm:presLayoutVars>
      </dgm:prSet>
      <dgm:spPr/>
    </dgm:pt>
    <dgm:pt modelId="{78064D49-74A5-4AAB-A578-B021ACC8A550}" type="pres">
      <dgm:prSet presAssocID="{CD9096B0-D28B-4363-85A4-C5BD32B1DCD6}" presName="sibTrans" presStyleCnt="0"/>
      <dgm:spPr/>
    </dgm:pt>
    <dgm:pt modelId="{76B1A383-3A53-47A8-A61F-A6FD28C04CBE}" type="pres">
      <dgm:prSet presAssocID="{23BA9E18-F353-48EB-A0B1-E077B30F2C10}" presName="node" presStyleLbl="node1" presStyleIdx="3" presStyleCnt="9" custScaleX="791498" custScaleY="811045">
        <dgm:presLayoutVars>
          <dgm:bulletEnabled val="1"/>
        </dgm:presLayoutVars>
      </dgm:prSet>
      <dgm:spPr/>
    </dgm:pt>
    <dgm:pt modelId="{F679826D-ABF0-4D4A-B6B1-74DFE714CDA1}" type="pres">
      <dgm:prSet presAssocID="{C96F307A-7D37-47D1-A818-BC9B7EB02FB0}" presName="sibTrans" presStyleCnt="0"/>
      <dgm:spPr/>
    </dgm:pt>
    <dgm:pt modelId="{0366AA8E-7563-4456-8D55-3E328D0219C0}" type="pres">
      <dgm:prSet presAssocID="{970C2271-16F0-4826-85B8-09AB31B39328}" presName="node" presStyleLbl="node1" presStyleIdx="4" presStyleCnt="9" custScaleX="791498" custScaleY="811045">
        <dgm:presLayoutVars>
          <dgm:bulletEnabled val="1"/>
        </dgm:presLayoutVars>
      </dgm:prSet>
      <dgm:spPr/>
    </dgm:pt>
    <dgm:pt modelId="{70854668-CB20-482B-B58B-CDE6DBC1B56C}" type="pres">
      <dgm:prSet presAssocID="{53297DDE-1DAA-459D-87E2-FB03584E2490}" presName="sibTrans" presStyleCnt="0"/>
      <dgm:spPr/>
    </dgm:pt>
    <dgm:pt modelId="{2C48D448-E449-46EB-B9EB-01A1490F81A2}" type="pres">
      <dgm:prSet presAssocID="{360DAD67-C7EE-4494-ADBC-B148007C816E}" presName="node" presStyleLbl="node1" presStyleIdx="5" presStyleCnt="9" custScaleX="791498" custScaleY="811045">
        <dgm:presLayoutVars>
          <dgm:bulletEnabled val="1"/>
        </dgm:presLayoutVars>
      </dgm:prSet>
      <dgm:spPr/>
    </dgm:pt>
    <dgm:pt modelId="{2A92DF27-9EE5-4AA6-8B2B-2AA74ECC3FA8}" type="pres">
      <dgm:prSet presAssocID="{3177AE44-7D57-4235-800C-9E1E6AC20D4D}" presName="sibTrans" presStyleCnt="0"/>
      <dgm:spPr/>
    </dgm:pt>
    <dgm:pt modelId="{B901B163-4141-4DFF-97C5-FE65CC0EBADA}" type="pres">
      <dgm:prSet presAssocID="{A9736AD0-2AD1-418D-827A-786E00578488}" presName="node" presStyleLbl="node1" presStyleIdx="6" presStyleCnt="9" custScaleX="791498" custScaleY="811045">
        <dgm:presLayoutVars>
          <dgm:bulletEnabled val="1"/>
        </dgm:presLayoutVars>
      </dgm:prSet>
      <dgm:spPr/>
    </dgm:pt>
    <dgm:pt modelId="{D2465D83-CF10-498C-89DE-E96A2B1AF511}" type="pres">
      <dgm:prSet presAssocID="{464B068D-A9AF-4E7F-950B-C6EC1C75E632}" presName="sibTrans" presStyleCnt="0"/>
      <dgm:spPr/>
    </dgm:pt>
    <dgm:pt modelId="{537F88F2-AE08-4BDC-85D7-EC453405A087}" type="pres">
      <dgm:prSet presAssocID="{5FC90942-015F-444A-A02B-46F4A0ED85B6}" presName="node" presStyleLbl="node1" presStyleIdx="7" presStyleCnt="9" custScaleX="791498" custScaleY="811045">
        <dgm:presLayoutVars>
          <dgm:bulletEnabled val="1"/>
        </dgm:presLayoutVars>
      </dgm:prSet>
      <dgm:spPr/>
    </dgm:pt>
    <dgm:pt modelId="{EBB8ED1E-0242-452C-A73E-EDF272CC0E91}" type="pres">
      <dgm:prSet presAssocID="{604AEB62-F22E-4D7E-9EC0-FCDB73410685}" presName="sibTrans" presStyleCnt="0"/>
      <dgm:spPr/>
    </dgm:pt>
    <dgm:pt modelId="{CF3B23E7-51E2-4A49-A77F-24E0A4BF1A4F}" type="pres">
      <dgm:prSet presAssocID="{DC5F4DC1-D373-4A9B-BDE5-C463A2109FB0}" presName="node" presStyleLbl="node1" presStyleIdx="8" presStyleCnt="9" custScaleX="791498" custScaleY="811045">
        <dgm:presLayoutVars>
          <dgm:bulletEnabled val="1"/>
        </dgm:presLayoutVars>
      </dgm:prSet>
      <dgm:spPr/>
    </dgm:pt>
  </dgm:ptLst>
  <dgm:cxnLst>
    <dgm:cxn modelId="{347D4E03-C2C4-43E1-A12B-613E815B13B3}" type="presOf" srcId="{A9736AD0-2AD1-418D-827A-786E00578488}" destId="{B901B163-4141-4DFF-97C5-FE65CC0EBADA}" srcOrd="0" destOrd="0" presId="urn:microsoft.com/office/officeart/2005/8/layout/default"/>
    <dgm:cxn modelId="{A823B103-6ACB-480E-BDCB-D202770D3141}" srcId="{DC1E4203-2F25-469A-AD84-93C704A821F9}" destId="{0997DF1D-FE40-4B2C-8218-979F72A194EE}" srcOrd="1" destOrd="0" parTransId="{ED422DF3-1AFB-4361-A328-6539A12C00E3}" sibTransId="{0BDB303A-0745-4418-82F7-034D6438582D}"/>
    <dgm:cxn modelId="{4CE85004-A382-4B4D-86A8-7E858005C045}" srcId="{DC5F4DC1-D373-4A9B-BDE5-C463A2109FB0}" destId="{1A3378A4-D8A4-4F2A-8D3A-CFD3ED3CCC93}" srcOrd="5" destOrd="0" parTransId="{97987343-ADD8-434F-A268-5830CEACAC43}" sibTransId="{A9FB1B2A-960B-4B48-8A53-285C8ECCE080}"/>
    <dgm:cxn modelId="{8AEFD804-5ED6-49EC-B813-70153C76F3CA}" srcId="{DC1E4203-2F25-469A-AD84-93C704A821F9}" destId="{970C2271-16F0-4826-85B8-09AB31B39328}" srcOrd="4" destOrd="0" parTransId="{3A956EB9-DEC6-4CEC-B2B7-10A45FB49116}" sibTransId="{53297DDE-1DAA-459D-87E2-FB03584E2490}"/>
    <dgm:cxn modelId="{64089307-F6A6-4E51-8118-ACA40CE60F32}" type="presOf" srcId="{DC1E4203-2F25-469A-AD84-93C704A821F9}" destId="{1B6FA07A-A348-4882-BBAB-0B1400D9303C}" srcOrd="0" destOrd="0" presId="urn:microsoft.com/office/officeart/2005/8/layout/default"/>
    <dgm:cxn modelId="{8D35530C-D2CC-48F0-93B6-77120BB8A240}" type="presOf" srcId="{23BA9E18-F353-48EB-A0B1-E077B30F2C10}" destId="{76B1A383-3A53-47A8-A61F-A6FD28C04CBE}" srcOrd="0" destOrd="0" presId="urn:microsoft.com/office/officeart/2005/8/layout/default"/>
    <dgm:cxn modelId="{F2EE6611-5F1D-4FEA-8760-CE540CDCF8BF}" srcId="{360DAD67-C7EE-4494-ADBC-B148007C816E}" destId="{1CFDB40B-6831-492D-B1C5-3C6AA0C2853A}" srcOrd="2" destOrd="0" parTransId="{D33BF829-9901-47BC-AA26-F1ADB4B2C3F3}" sibTransId="{6B1C0E2F-2942-46F3-B03D-103A86911425}"/>
    <dgm:cxn modelId="{43BA0714-0CA8-4F4F-9006-152B4E646047}" type="presOf" srcId="{707918AF-A4B4-4418-A1ED-98DE517BFEAA}" destId="{537F88F2-AE08-4BDC-85D7-EC453405A087}" srcOrd="0" destOrd="2" presId="urn:microsoft.com/office/officeart/2005/8/layout/default"/>
    <dgm:cxn modelId="{6CDD751C-1E9C-418B-B34B-4A69940729B9}" type="presOf" srcId="{1992AF29-B786-4D20-B3B0-BF1220C2873E}" destId="{537F88F2-AE08-4BDC-85D7-EC453405A087}" srcOrd="0" destOrd="1" presId="urn:microsoft.com/office/officeart/2005/8/layout/default"/>
    <dgm:cxn modelId="{39EC901E-21B6-406E-B824-A642C11C1D34}" srcId="{DC1E4203-2F25-469A-AD84-93C704A821F9}" destId="{A9736AD0-2AD1-418D-827A-786E00578488}" srcOrd="6" destOrd="0" parTransId="{CC1E3CFE-FF1F-4196-B0C5-C032A22C6C1A}" sibTransId="{464B068D-A9AF-4E7F-950B-C6EC1C75E632}"/>
    <dgm:cxn modelId="{505F0E20-15B4-49EC-AC22-58C6B7C5B71C}" srcId="{DC5F4DC1-D373-4A9B-BDE5-C463A2109FB0}" destId="{2181132B-7E7A-4007-8E3C-C6641E3687A8}" srcOrd="2" destOrd="0" parTransId="{966AAB84-1AE5-4B72-B827-A2FB4E6C6596}" sibTransId="{880EFC2C-FF71-4040-B744-07E9F0BC3C22}"/>
    <dgm:cxn modelId="{AE3CA921-E4E6-4578-9B4E-CAEDF8533E90}" type="presOf" srcId="{B2F83BAF-E189-40AB-9A3C-BEA35569E9E4}" destId="{0366AA8E-7563-4456-8D55-3E328D0219C0}" srcOrd="0" destOrd="1" presId="urn:microsoft.com/office/officeart/2005/8/layout/default"/>
    <dgm:cxn modelId="{1EEA7827-ED1D-4D79-AFE5-3B9AE5595137}" type="presOf" srcId="{DC5F4DC1-D373-4A9B-BDE5-C463A2109FB0}" destId="{CF3B23E7-51E2-4A49-A77F-24E0A4BF1A4F}" srcOrd="0" destOrd="0" presId="urn:microsoft.com/office/officeart/2005/8/layout/default"/>
    <dgm:cxn modelId="{CC556929-108C-4A33-AB98-8934115913D7}" type="presOf" srcId="{A61091A4-8452-4E12-9375-ED4D17425BE8}" destId="{B901B163-4141-4DFF-97C5-FE65CC0EBADA}" srcOrd="0" destOrd="3" presId="urn:microsoft.com/office/officeart/2005/8/layout/default"/>
    <dgm:cxn modelId="{7810032D-E872-4B06-B315-525B42C7B176}" srcId="{DC1E4203-2F25-469A-AD84-93C704A821F9}" destId="{DC5F4DC1-D373-4A9B-BDE5-C463A2109FB0}" srcOrd="8" destOrd="0" parTransId="{60D451CB-9689-4F6B-B814-EEE9AC7EA463}" sibTransId="{0B2FFF0E-84C1-4C41-BF7B-E795E51925F6}"/>
    <dgm:cxn modelId="{F0F5D93A-BFB8-4982-9C1B-A20C550397F2}" type="presOf" srcId="{6F39195A-21A8-4C31-989C-B6C16CAAEB14}" destId="{CF3B23E7-51E2-4A49-A77F-24E0A4BF1A4F}" srcOrd="0" destOrd="1" presId="urn:microsoft.com/office/officeart/2005/8/layout/default"/>
    <dgm:cxn modelId="{6BAD5C3C-42D6-4DF7-A08F-BE66A7B3D4CE}" srcId="{A9736AD0-2AD1-418D-827A-786E00578488}" destId="{A61091A4-8452-4E12-9375-ED4D17425BE8}" srcOrd="2" destOrd="0" parTransId="{8551A7DC-FC4A-4ADB-B206-3CEAF2B511B3}" sibTransId="{D5779B41-08D3-47E7-93EA-0A8C3D3F9CD8}"/>
    <dgm:cxn modelId="{DA375540-2000-490A-B4BC-6A0FFE94DE27}" type="presOf" srcId="{66881317-1D71-4662-8F19-6D90652FEFA6}" destId="{76B1A383-3A53-47A8-A61F-A6FD28C04CBE}" srcOrd="0" destOrd="2" presId="urn:microsoft.com/office/officeart/2005/8/layout/default"/>
    <dgm:cxn modelId="{AE2F8D5C-9489-4114-A25F-4CA4C37B029F}" type="presOf" srcId="{DB38E124-DCE0-4203-B2B7-19B85BD3FABF}" destId="{C174CE73-EA12-409F-9DAE-7745398C2341}" srcOrd="0" destOrd="1" presId="urn:microsoft.com/office/officeart/2005/8/layout/default"/>
    <dgm:cxn modelId="{CE9DA35E-9E69-4A82-953B-0BCB5785987A}" srcId="{B5F76E07-8B3D-4470-A0E1-78DD5420D43A}" destId="{DB38E124-DCE0-4203-B2B7-19B85BD3FABF}" srcOrd="0" destOrd="0" parTransId="{7A53224B-073B-4576-8CF5-910DE3C842A4}" sibTransId="{1E1B5C17-5D1B-4370-8DCA-BA89CB8DCC29}"/>
    <dgm:cxn modelId="{8469E35F-2246-4170-96D0-086BCC46FE1C}" type="presOf" srcId="{F6047288-0E51-4739-9B41-745E8B9A4BAA}" destId="{CF3B23E7-51E2-4A49-A77F-24E0A4BF1A4F}" srcOrd="0" destOrd="5" presId="urn:microsoft.com/office/officeart/2005/8/layout/default"/>
    <dgm:cxn modelId="{EFE76064-5D1D-4ECC-936C-65C6D3F1F2B7}" srcId="{A9736AD0-2AD1-418D-827A-786E00578488}" destId="{0751882A-1FBC-4534-A49C-1F51A7E0A9BC}" srcOrd="0" destOrd="0" parTransId="{975C3B69-FEF8-4794-8281-E1E3FED2B71A}" sibTransId="{3FDA8BE1-612B-4D48-8C25-7B1D03563672}"/>
    <dgm:cxn modelId="{F0978364-7A26-453F-BAA2-C98A30AD1BF2}" srcId="{A9736AD0-2AD1-418D-827A-786E00578488}" destId="{FA9D1CE3-F98D-4A0F-870E-42483E4AE186}" srcOrd="3" destOrd="0" parTransId="{9DAC16C6-0420-40E0-B590-84EB42C82355}" sibTransId="{A1A941C2-1080-4514-9D3C-E98D20018E8B}"/>
    <dgm:cxn modelId="{ACE9E548-F9A4-47A0-A176-818FFADE7EC0}" type="presOf" srcId="{3331B89E-31DD-4B3A-9123-25D25D5098F8}" destId="{FEC7EE8C-942D-4682-9FBE-DEBF0ED526F6}" srcOrd="0" destOrd="1" presId="urn:microsoft.com/office/officeart/2005/8/layout/default"/>
    <dgm:cxn modelId="{230FD269-B63D-4A6E-B0D0-9E9E20A50ADE}" type="presOf" srcId="{FA9D1CE3-F98D-4A0F-870E-42483E4AE186}" destId="{B901B163-4141-4DFF-97C5-FE65CC0EBADA}" srcOrd="0" destOrd="4" presId="urn:microsoft.com/office/officeart/2005/8/layout/default"/>
    <dgm:cxn modelId="{10896D4D-2025-423E-BF67-1EFD0EC7F259}" type="presOf" srcId="{0751882A-1FBC-4534-A49C-1F51A7E0A9BC}" destId="{B901B163-4141-4DFF-97C5-FE65CC0EBADA}" srcOrd="0" destOrd="1" presId="urn:microsoft.com/office/officeart/2005/8/layout/default"/>
    <dgm:cxn modelId="{2E6F516E-1D36-4F87-94B3-7D6FA26A8232}" type="presOf" srcId="{B5F76E07-8B3D-4470-A0E1-78DD5420D43A}" destId="{C174CE73-EA12-409F-9DAE-7745398C2341}" srcOrd="0" destOrd="0" presId="urn:microsoft.com/office/officeart/2005/8/layout/default"/>
    <dgm:cxn modelId="{A691EE4E-69CC-40E2-88A5-FD8F25BD9D36}" type="presOf" srcId="{360DAD67-C7EE-4494-ADBC-B148007C816E}" destId="{2C48D448-E449-46EB-B9EB-01A1490F81A2}" srcOrd="0" destOrd="0" presId="urn:microsoft.com/office/officeart/2005/8/layout/default"/>
    <dgm:cxn modelId="{A2759C71-751A-4D41-8D38-527095E52A3C}" srcId="{360DAD67-C7EE-4494-ADBC-B148007C816E}" destId="{A3FAAD35-C1F1-4B32-889C-2D3744A6200F}" srcOrd="1" destOrd="0" parTransId="{1FFC38AE-16F5-4DA6-A1D3-8CF038B32DFB}" sibTransId="{CEB861D7-BF80-4C93-BA75-E489795DBF6A}"/>
    <dgm:cxn modelId="{7628A051-962D-42EA-9E39-856A695D2076}" type="presOf" srcId="{970C2271-16F0-4826-85B8-09AB31B39328}" destId="{0366AA8E-7563-4456-8D55-3E328D0219C0}" srcOrd="0" destOrd="0" presId="urn:microsoft.com/office/officeart/2005/8/layout/default"/>
    <dgm:cxn modelId="{FBAFA571-52EF-4B15-ABB3-CE06EFC8F802}" type="presOf" srcId="{5FC90942-015F-444A-A02B-46F4A0ED85B6}" destId="{537F88F2-AE08-4BDC-85D7-EC453405A087}" srcOrd="0" destOrd="0" presId="urn:microsoft.com/office/officeart/2005/8/layout/default"/>
    <dgm:cxn modelId="{2FC43252-35E2-4E29-918C-CC6C53562AC8}" type="presOf" srcId="{519A36D7-427F-4C50-8104-3989C0AD4A72}" destId="{CF3B23E7-51E2-4A49-A77F-24E0A4BF1A4F}" srcOrd="0" destOrd="4" presId="urn:microsoft.com/office/officeart/2005/8/layout/default"/>
    <dgm:cxn modelId="{C65BCF73-3A69-49A2-885E-8079678BDCF7}" srcId="{B892729B-4C15-4196-8B1E-6FD108E8A5CD}" destId="{7151BDD0-3D47-47D7-A567-834DBE7F28CA}" srcOrd="0" destOrd="0" parTransId="{CFE04DD6-1E86-4BAE-816F-1C6FE04262BB}" sibTransId="{F20CE482-8633-4516-A635-B2DE8CD4144F}"/>
    <dgm:cxn modelId="{B5FBB375-9C23-40F4-9487-84A6595FDFA5}" type="presOf" srcId="{0997DF1D-FE40-4B2C-8218-979F72A194EE}" destId="{FEC7EE8C-942D-4682-9FBE-DEBF0ED526F6}" srcOrd="0" destOrd="0" presId="urn:microsoft.com/office/officeart/2005/8/layout/default"/>
    <dgm:cxn modelId="{385F4676-6F38-46C9-9129-C1EB3598E4E1}" srcId="{A9736AD0-2AD1-418D-827A-786E00578488}" destId="{3215395E-CC26-4367-9135-8B7035979789}" srcOrd="1" destOrd="0" parTransId="{242484F4-2FFC-4166-9156-C4DE8C644E20}" sibTransId="{6EFE4C0F-D7B7-41B3-83FD-B9B66D1C6B08}"/>
    <dgm:cxn modelId="{C6B94558-87FD-4540-B2DE-C2FE46046286}" srcId="{DC1E4203-2F25-469A-AD84-93C704A821F9}" destId="{B5F76E07-8B3D-4470-A0E1-78DD5420D43A}" srcOrd="2" destOrd="0" parTransId="{55192316-2BD6-4277-991F-3EDCB121EA6E}" sibTransId="{CD9096B0-D28B-4363-85A4-C5BD32B1DCD6}"/>
    <dgm:cxn modelId="{54B6C078-352E-4ED6-83B4-AE6F5E6F9256}" type="presOf" srcId="{2A2085FA-90E6-456D-B49A-9C0FF4CD39CD}" destId="{CF3B23E7-51E2-4A49-A77F-24E0A4BF1A4F}" srcOrd="0" destOrd="2" presId="urn:microsoft.com/office/officeart/2005/8/layout/default"/>
    <dgm:cxn modelId="{BC4C4059-83E5-4059-A5E7-26770EB4B520}" srcId="{0997DF1D-FE40-4B2C-8218-979F72A194EE}" destId="{B2F2E7C6-2A1D-4D4D-AD78-574340A85F9B}" srcOrd="1" destOrd="0" parTransId="{FCABCF87-ADC7-40DD-B17B-F99FB3705E86}" sibTransId="{F2C7B1CC-1849-4B94-9C05-A6F7E3771D45}"/>
    <dgm:cxn modelId="{0BA6757B-A197-4C99-8837-D239E428FCA7}" srcId="{360DAD67-C7EE-4494-ADBC-B148007C816E}" destId="{9C048BD8-6EAC-43A7-B000-053A612268BF}" srcOrd="0" destOrd="0" parTransId="{FF5F3181-BCD3-4183-B419-5A8A66A50D2D}" sibTransId="{C5B7951E-C5E0-4B31-9DA5-1B7A1E9FF9EA}"/>
    <dgm:cxn modelId="{4A7FA17B-4AC9-44F0-A7A0-2595120FB9E1}" type="presOf" srcId="{4D4DBE2A-D244-4E4A-835F-EEDBB3279498}" destId="{76B1A383-3A53-47A8-A61F-A6FD28C04CBE}" srcOrd="0" destOrd="1" presId="urn:microsoft.com/office/officeart/2005/8/layout/default"/>
    <dgm:cxn modelId="{FD62937C-88CA-4CDF-A359-C0AB67354F1F}" type="presOf" srcId="{677A2273-5718-4C58-88B0-9FA72A719D66}" destId="{537F88F2-AE08-4BDC-85D7-EC453405A087}" srcOrd="0" destOrd="3" presId="urn:microsoft.com/office/officeart/2005/8/layout/default"/>
    <dgm:cxn modelId="{90CD7892-D2D0-4BFF-818B-15C6B59E63BE}" srcId="{DC1E4203-2F25-469A-AD84-93C704A821F9}" destId="{5FC90942-015F-444A-A02B-46F4A0ED85B6}" srcOrd="7" destOrd="0" parTransId="{CD918696-4265-46A3-92A1-2A0D9605A4B7}" sibTransId="{604AEB62-F22E-4D7E-9EC0-FCDB73410685}"/>
    <dgm:cxn modelId="{151C0993-8F6E-490A-AC17-2E5A32BDC46C}" srcId="{5FC90942-015F-444A-A02B-46F4A0ED85B6}" destId="{707918AF-A4B4-4418-A1ED-98DE517BFEAA}" srcOrd="1" destOrd="0" parTransId="{F805CA2C-A6FD-4792-8C31-F2315DEFCA70}" sibTransId="{1A881260-B1E1-4B9A-ABE3-BC2EBEFDAE0E}"/>
    <dgm:cxn modelId="{B1FC2494-9CB5-4D65-90AD-FAD9743D1602}" srcId="{DC1E4203-2F25-469A-AD84-93C704A821F9}" destId="{360DAD67-C7EE-4494-ADBC-B148007C816E}" srcOrd="5" destOrd="0" parTransId="{1D9F4282-2E68-4725-8E2A-F30CD581E8E4}" sibTransId="{3177AE44-7D57-4235-800C-9E1E6AC20D4D}"/>
    <dgm:cxn modelId="{53C7DB94-3F42-48EE-8D09-C75C2AF351BA}" type="presOf" srcId="{7151BDD0-3D47-47D7-A567-834DBE7F28CA}" destId="{10876066-D232-43D7-A109-99513F08741E}" srcOrd="0" destOrd="1" presId="urn:microsoft.com/office/officeart/2005/8/layout/default"/>
    <dgm:cxn modelId="{444E189B-FA12-485E-949C-5BB207C92C0D}" srcId="{DC5F4DC1-D373-4A9B-BDE5-C463A2109FB0}" destId="{F6047288-0E51-4739-9B41-745E8B9A4BAA}" srcOrd="4" destOrd="0" parTransId="{79DE2550-2862-4CEB-BA73-2A2860E37229}" sibTransId="{D6921928-8964-4783-9DD0-54E077E05750}"/>
    <dgm:cxn modelId="{63DA49A3-4598-4798-A6F2-BF5E22F63950}" type="presOf" srcId="{B2F2E7C6-2A1D-4D4D-AD78-574340A85F9B}" destId="{FEC7EE8C-942D-4682-9FBE-DEBF0ED526F6}" srcOrd="0" destOrd="2" presId="urn:microsoft.com/office/officeart/2005/8/layout/default"/>
    <dgm:cxn modelId="{692EE9A5-7637-4792-9AC8-A5D5230C5DF7}" type="presOf" srcId="{9C048BD8-6EAC-43A7-B000-053A612268BF}" destId="{2C48D448-E449-46EB-B9EB-01A1490F81A2}" srcOrd="0" destOrd="1" presId="urn:microsoft.com/office/officeart/2005/8/layout/default"/>
    <dgm:cxn modelId="{D29A22A9-5BAC-4358-95DE-1B3718486043}" srcId="{5FC90942-015F-444A-A02B-46F4A0ED85B6}" destId="{677A2273-5718-4C58-88B0-9FA72A719D66}" srcOrd="2" destOrd="0" parTransId="{0ED4C61E-ACBD-4D41-9C28-4F515B143526}" sibTransId="{DBB9B4C2-437C-4FBF-BEFF-792CD20FC65F}"/>
    <dgm:cxn modelId="{47616FB7-DAFC-4D46-9558-9B3D314E72D3}" srcId="{DC5F4DC1-D373-4A9B-BDE5-C463A2109FB0}" destId="{2A2085FA-90E6-456D-B49A-9C0FF4CD39CD}" srcOrd="1" destOrd="0" parTransId="{31931585-AF1C-4510-8088-B19E9A15E6EB}" sibTransId="{55FA1AA9-C6FC-4FB6-AF52-7E0DF90CF9B0}"/>
    <dgm:cxn modelId="{15D1BCB8-66A6-46F9-8902-EA47CD1396D4}" srcId="{DC5F4DC1-D373-4A9B-BDE5-C463A2109FB0}" destId="{519A36D7-427F-4C50-8104-3989C0AD4A72}" srcOrd="3" destOrd="0" parTransId="{2C058E68-AE91-4FE9-9294-07A12427EDF3}" sibTransId="{E13407B4-1E4D-4F4C-A0DE-E3EAF6345C4C}"/>
    <dgm:cxn modelId="{85BEAAC1-14E4-4A37-9CEF-CA69C3483851}" srcId="{970C2271-16F0-4826-85B8-09AB31B39328}" destId="{B2F83BAF-E189-40AB-9A3C-BEA35569E9E4}" srcOrd="0" destOrd="0" parTransId="{E42DF1A8-E1B6-485C-8090-32507B54D04B}" sibTransId="{48F40A7F-D231-4920-82DB-AE05F138C1C3}"/>
    <dgm:cxn modelId="{D8B652C4-9544-428B-993C-C58AE1D1CB39}" srcId="{23BA9E18-F353-48EB-A0B1-E077B30F2C10}" destId="{66881317-1D71-4662-8F19-6D90652FEFA6}" srcOrd="1" destOrd="0" parTransId="{4F004DAE-D226-4630-82B1-E5E5C705E424}" sibTransId="{BA97D885-4CA8-4AE7-A259-7CB71E2A2CFB}"/>
    <dgm:cxn modelId="{D65D17C9-E894-4903-A861-44CBE0AF0E95}" type="presOf" srcId="{A3FAAD35-C1F1-4B32-889C-2D3744A6200F}" destId="{2C48D448-E449-46EB-B9EB-01A1490F81A2}" srcOrd="0" destOrd="2" presId="urn:microsoft.com/office/officeart/2005/8/layout/default"/>
    <dgm:cxn modelId="{C6B953C9-ECA8-437A-B327-88CCAB7E4B94}" type="presOf" srcId="{1A3378A4-D8A4-4F2A-8D3A-CFD3ED3CCC93}" destId="{CF3B23E7-51E2-4A49-A77F-24E0A4BF1A4F}" srcOrd="0" destOrd="6" presId="urn:microsoft.com/office/officeart/2005/8/layout/default"/>
    <dgm:cxn modelId="{9C9518CA-2245-40B5-B751-E60FE3BE3237}" srcId="{5FC90942-015F-444A-A02B-46F4A0ED85B6}" destId="{1992AF29-B786-4D20-B3B0-BF1220C2873E}" srcOrd="0" destOrd="0" parTransId="{D17B8F2A-702A-40C5-9526-7CFA5695585E}" sibTransId="{6C0B4DBA-AB0E-429E-A1B1-0445C3520B84}"/>
    <dgm:cxn modelId="{2590DDCB-87FF-45EA-94EF-AB0B034272FD}" type="presOf" srcId="{3215395E-CC26-4367-9135-8B7035979789}" destId="{B901B163-4141-4DFF-97C5-FE65CC0EBADA}" srcOrd="0" destOrd="2" presId="urn:microsoft.com/office/officeart/2005/8/layout/default"/>
    <dgm:cxn modelId="{4D105BCE-CFFC-4EAE-81D3-9EF1FF4A35EC}" srcId="{DC5F4DC1-D373-4A9B-BDE5-C463A2109FB0}" destId="{6F39195A-21A8-4C31-989C-B6C16CAAEB14}" srcOrd="0" destOrd="0" parTransId="{E7597647-C8B1-485D-AD29-073655429877}" sibTransId="{DACD6596-0089-4012-ADAA-08B31D61BBE6}"/>
    <dgm:cxn modelId="{244AFCDE-C7F1-4CAF-A40C-52BCCA3AF5A5}" type="presOf" srcId="{1CFDB40B-6831-492D-B1C5-3C6AA0C2853A}" destId="{2C48D448-E449-46EB-B9EB-01A1490F81A2}" srcOrd="0" destOrd="3" presId="urn:microsoft.com/office/officeart/2005/8/layout/default"/>
    <dgm:cxn modelId="{AF4308DF-1F71-4ECE-9D57-6A1B82D06E7F}" type="presOf" srcId="{1C498271-7D6F-47E5-AB70-C115F98A993D}" destId="{C174CE73-EA12-409F-9DAE-7745398C2341}" srcOrd="0" destOrd="2" presId="urn:microsoft.com/office/officeart/2005/8/layout/default"/>
    <dgm:cxn modelId="{44DA2BE0-C1AB-40A8-B0AA-C9645B75C8DC}" srcId="{DC1E4203-2F25-469A-AD84-93C704A821F9}" destId="{23BA9E18-F353-48EB-A0B1-E077B30F2C10}" srcOrd="3" destOrd="0" parTransId="{C1EA08C9-CF45-4F5F-9B5D-192BA40BD79C}" sibTransId="{C96F307A-7D37-47D1-A818-BC9B7EB02FB0}"/>
    <dgm:cxn modelId="{E1E411E3-7731-4810-82EF-2E39DD2261C7}" type="presOf" srcId="{B892729B-4C15-4196-8B1E-6FD108E8A5CD}" destId="{10876066-D232-43D7-A109-99513F08741E}" srcOrd="0" destOrd="0" presId="urn:microsoft.com/office/officeart/2005/8/layout/default"/>
    <dgm:cxn modelId="{055114E3-EFE7-4898-AD65-044853D50323}" srcId="{0997DF1D-FE40-4B2C-8218-979F72A194EE}" destId="{3331B89E-31DD-4B3A-9123-25D25D5098F8}" srcOrd="0" destOrd="0" parTransId="{5DC8F200-C40C-483B-A728-ADDED4380AA0}" sibTransId="{1BC9DDE5-D076-4FAE-B2E8-1AE1C267118A}"/>
    <dgm:cxn modelId="{489DD0E6-4888-4338-9486-63516CCA8DAD}" srcId="{5FC90942-015F-444A-A02B-46F4A0ED85B6}" destId="{75EE4E62-EBF0-434E-8B07-D34146FAC10B}" srcOrd="3" destOrd="0" parTransId="{FC789A31-9A95-4E2A-990D-85F023262B4E}" sibTransId="{D2B464FC-C8E7-4D7D-A4A4-3EBAFB6CBE34}"/>
    <dgm:cxn modelId="{1751D2E6-79CB-42EF-B640-5EDF2BF7377A}" type="presOf" srcId="{75EE4E62-EBF0-434E-8B07-D34146FAC10B}" destId="{537F88F2-AE08-4BDC-85D7-EC453405A087}" srcOrd="0" destOrd="4" presId="urn:microsoft.com/office/officeart/2005/8/layout/default"/>
    <dgm:cxn modelId="{0A1522F6-4646-4D8E-88FC-BECE2320742C}" srcId="{23BA9E18-F353-48EB-A0B1-E077B30F2C10}" destId="{4D4DBE2A-D244-4E4A-835F-EEDBB3279498}" srcOrd="0" destOrd="0" parTransId="{FAFB7916-410B-4389-921A-BD60BAB2BA0A}" sibTransId="{2D9FB134-5D0C-44A9-AC91-B44081555952}"/>
    <dgm:cxn modelId="{891C5AF9-07B2-42FC-BD1C-E80716B45D3E}" srcId="{B5F76E07-8B3D-4470-A0E1-78DD5420D43A}" destId="{1C498271-7D6F-47E5-AB70-C115F98A993D}" srcOrd="1" destOrd="0" parTransId="{AC2F1072-2AF0-46C0-9792-33DE0BF557A8}" sibTransId="{A7577528-1A32-4620-9766-67D62F355263}"/>
    <dgm:cxn modelId="{798038FD-4CD1-4105-9308-9BC2449ECA7E}" srcId="{DC1E4203-2F25-469A-AD84-93C704A821F9}" destId="{B892729B-4C15-4196-8B1E-6FD108E8A5CD}" srcOrd="0" destOrd="0" parTransId="{15B019A9-CD34-46CE-8659-F357107A3D00}" sibTransId="{7A18A6E0-4A15-49F1-A68D-84E6709BBFEF}"/>
    <dgm:cxn modelId="{F97E26FF-E70F-47F3-99A9-6DED824BDE98}" type="presOf" srcId="{2181132B-7E7A-4007-8E3C-C6641E3687A8}" destId="{CF3B23E7-51E2-4A49-A77F-24E0A4BF1A4F}" srcOrd="0" destOrd="3" presId="urn:microsoft.com/office/officeart/2005/8/layout/default"/>
    <dgm:cxn modelId="{0F18892B-DECC-4D20-AF37-9AA1FD471A2E}" type="presParOf" srcId="{1B6FA07A-A348-4882-BBAB-0B1400D9303C}" destId="{10876066-D232-43D7-A109-99513F08741E}" srcOrd="0" destOrd="0" presId="urn:microsoft.com/office/officeart/2005/8/layout/default"/>
    <dgm:cxn modelId="{E0455053-22FC-4CB1-BC9B-ACC8220307CD}" type="presParOf" srcId="{1B6FA07A-A348-4882-BBAB-0B1400D9303C}" destId="{F53D35F2-04E2-465C-9618-9311C222DE1B}" srcOrd="1" destOrd="0" presId="urn:microsoft.com/office/officeart/2005/8/layout/default"/>
    <dgm:cxn modelId="{9F89C843-AD5C-4997-AFFC-EF29D6394A7A}" type="presParOf" srcId="{1B6FA07A-A348-4882-BBAB-0B1400D9303C}" destId="{FEC7EE8C-942D-4682-9FBE-DEBF0ED526F6}" srcOrd="2" destOrd="0" presId="urn:microsoft.com/office/officeart/2005/8/layout/default"/>
    <dgm:cxn modelId="{BEBDE18B-221C-4201-8EAF-333BE5DF9F07}" type="presParOf" srcId="{1B6FA07A-A348-4882-BBAB-0B1400D9303C}" destId="{C673985A-5ED8-45DC-9094-CE7CB0775FBA}" srcOrd="3" destOrd="0" presId="urn:microsoft.com/office/officeart/2005/8/layout/default"/>
    <dgm:cxn modelId="{ACAB15FA-C0E6-4621-825F-5E74264DEFF6}" type="presParOf" srcId="{1B6FA07A-A348-4882-BBAB-0B1400D9303C}" destId="{C174CE73-EA12-409F-9DAE-7745398C2341}" srcOrd="4" destOrd="0" presId="urn:microsoft.com/office/officeart/2005/8/layout/default"/>
    <dgm:cxn modelId="{6D6E7ED7-7239-48B8-8940-E4A776015526}" type="presParOf" srcId="{1B6FA07A-A348-4882-BBAB-0B1400D9303C}" destId="{78064D49-74A5-4AAB-A578-B021ACC8A550}" srcOrd="5" destOrd="0" presId="urn:microsoft.com/office/officeart/2005/8/layout/default"/>
    <dgm:cxn modelId="{DB262B1E-A59E-40FF-B323-82B486CF9739}" type="presParOf" srcId="{1B6FA07A-A348-4882-BBAB-0B1400D9303C}" destId="{76B1A383-3A53-47A8-A61F-A6FD28C04CBE}" srcOrd="6" destOrd="0" presId="urn:microsoft.com/office/officeart/2005/8/layout/default"/>
    <dgm:cxn modelId="{6B793053-A011-4C6E-9E30-BBB6C7F2B8FD}" type="presParOf" srcId="{1B6FA07A-A348-4882-BBAB-0B1400D9303C}" destId="{F679826D-ABF0-4D4A-B6B1-74DFE714CDA1}" srcOrd="7" destOrd="0" presId="urn:microsoft.com/office/officeart/2005/8/layout/default"/>
    <dgm:cxn modelId="{DBC8EF81-EE58-4A93-B730-107441DDA64F}" type="presParOf" srcId="{1B6FA07A-A348-4882-BBAB-0B1400D9303C}" destId="{0366AA8E-7563-4456-8D55-3E328D0219C0}" srcOrd="8" destOrd="0" presId="urn:microsoft.com/office/officeart/2005/8/layout/default"/>
    <dgm:cxn modelId="{E904FCA4-BF65-41D8-A733-011D6E9F3AC7}" type="presParOf" srcId="{1B6FA07A-A348-4882-BBAB-0B1400D9303C}" destId="{70854668-CB20-482B-B58B-CDE6DBC1B56C}" srcOrd="9" destOrd="0" presId="urn:microsoft.com/office/officeart/2005/8/layout/default"/>
    <dgm:cxn modelId="{4810B60B-1D2E-408D-A863-7511A26413C3}" type="presParOf" srcId="{1B6FA07A-A348-4882-BBAB-0B1400D9303C}" destId="{2C48D448-E449-46EB-B9EB-01A1490F81A2}" srcOrd="10" destOrd="0" presId="urn:microsoft.com/office/officeart/2005/8/layout/default"/>
    <dgm:cxn modelId="{0C657C1B-A7B7-4726-942E-6308EE1AE082}" type="presParOf" srcId="{1B6FA07A-A348-4882-BBAB-0B1400D9303C}" destId="{2A92DF27-9EE5-4AA6-8B2B-2AA74ECC3FA8}" srcOrd="11" destOrd="0" presId="urn:microsoft.com/office/officeart/2005/8/layout/default"/>
    <dgm:cxn modelId="{FA61FFEB-6DA9-4998-B804-67F8B69723C3}" type="presParOf" srcId="{1B6FA07A-A348-4882-BBAB-0B1400D9303C}" destId="{B901B163-4141-4DFF-97C5-FE65CC0EBADA}" srcOrd="12" destOrd="0" presId="urn:microsoft.com/office/officeart/2005/8/layout/default"/>
    <dgm:cxn modelId="{A8BA23C5-9065-4688-A3E3-62AACCA4609D}" type="presParOf" srcId="{1B6FA07A-A348-4882-BBAB-0B1400D9303C}" destId="{D2465D83-CF10-498C-89DE-E96A2B1AF511}" srcOrd="13" destOrd="0" presId="urn:microsoft.com/office/officeart/2005/8/layout/default"/>
    <dgm:cxn modelId="{5A7D9DBF-B132-4118-9945-890010577BB1}" type="presParOf" srcId="{1B6FA07A-A348-4882-BBAB-0B1400D9303C}" destId="{537F88F2-AE08-4BDC-85D7-EC453405A087}" srcOrd="14" destOrd="0" presId="urn:microsoft.com/office/officeart/2005/8/layout/default"/>
    <dgm:cxn modelId="{0F4D5789-C175-4E0F-A1EB-F64FA42EB03F}" type="presParOf" srcId="{1B6FA07A-A348-4882-BBAB-0B1400D9303C}" destId="{EBB8ED1E-0242-452C-A73E-EDF272CC0E91}" srcOrd="15" destOrd="0" presId="urn:microsoft.com/office/officeart/2005/8/layout/default"/>
    <dgm:cxn modelId="{5DC353B9-03D7-428C-B804-5ABA8F052CA3}" type="presParOf" srcId="{1B6FA07A-A348-4882-BBAB-0B1400D9303C}" destId="{CF3B23E7-51E2-4A49-A77F-24E0A4BF1A4F}"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A939FB-9639-455E-8AAA-68ADDF7B3028}">
      <dsp:nvSpPr>
        <dsp:cNvPr id="0" name=""/>
        <dsp:cNvSpPr/>
      </dsp:nvSpPr>
      <dsp:spPr>
        <a:xfrm>
          <a:off x="4626" y="582870"/>
          <a:ext cx="1750739" cy="1247402"/>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bg1"/>
              </a:solidFill>
              <a:latin typeface="+mj-lt"/>
            </a:rPr>
            <a:t>STL Data</a:t>
          </a:r>
        </a:p>
      </dsp:txBody>
      <dsp:txXfrm>
        <a:off x="41161" y="619405"/>
        <a:ext cx="1677669" cy="1174332"/>
      </dsp:txXfrm>
    </dsp:sp>
    <dsp:sp modelId="{796AB7A5-ACB5-4EC2-8C9A-07AE062A5B88}">
      <dsp:nvSpPr>
        <dsp:cNvPr id="0" name=""/>
        <dsp:cNvSpPr/>
      </dsp:nvSpPr>
      <dsp:spPr>
        <a:xfrm>
          <a:off x="1930440" y="989480"/>
          <a:ext cx="371156" cy="434183"/>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1930440" y="1076317"/>
        <a:ext cx="259809" cy="260509"/>
      </dsp:txXfrm>
    </dsp:sp>
    <dsp:sp modelId="{118C2573-48C0-4E40-9429-761A7853F569}">
      <dsp:nvSpPr>
        <dsp:cNvPr id="0" name=""/>
        <dsp:cNvSpPr/>
      </dsp:nvSpPr>
      <dsp:spPr>
        <a:xfrm>
          <a:off x="2455661" y="582870"/>
          <a:ext cx="1750739" cy="1247402"/>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bg1"/>
              </a:solidFill>
              <a:latin typeface="+mj-lt"/>
            </a:rPr>
            <a:t>Point Cloud Formation</a:t>
          </a:r>
        </a:p>
      </dsp:txBody>
      <dsp:txXfrm>
        <a:off x="2492196" y="619405"/>
        <a:ext cx="1677669" cy="1174332"/>
      </dsp:txXfrm>
    </dsp:sp>
    <dsp:sp modelId="{CCAD73D1-3F3B-44B5-92FD-FB5C8CC699EE}">
      <dsp:nvSpPr>
        <dsp:cNvPr id="0" name=""/>
        <dsp:cNvSpPr/>
      </dsp:nvSpPr>
      <dsp:spPr>
        <a:xfrm>
          <a:off x="4381475" y="989480"/>
          <a:ext cx="371156" cy="434183"/>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381475" y="1076317"/>
        <a:ext cx="259809" cy="260509"/>
      </dsp:txXfrm>
    </dsp:sp>
    <dsp:sp modelId="{12BDA978-51CD-4342-B3DB-50EEA6F20091}">
      <dsp:nvSpPr>
        <dsp:cNvPr id="0" name=""/>
        <dsp:cNvSpPr/>
      </dsp:nvSpPr>
      <dsp:spPr>
        <a:xfrm>
          <a:off x="4906697" y="582870"/>
          <a:ext cx="1781640" cy="1247402"/>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bg1"/>
              </a:solidFill>
              <a:latin typeface="+mj-lt"/>
            </a:rPr>
            <a:t>Toolpath Generation</a:t>
          </a:r>
        </a:p>
      </dsp:txBody>
      <dsp:txXfrm>
        <a:off x="4943232" y="619405"/>
        <a:ext cx="1708570" cy="1174332"/>
      </dsp:txXfrm>
    </dsp:sp>
    <dsp:sp modelId="{39E365C3-EF61-48EB-9CAF-3106C0728B0C}">
      <dsp:nvSpPr>
        <dsp:cNvPr id="0" name=""/>
        <dsp:cNvSpPr/>
      </dsp:nvSpPr>
      <dsp:spPr>
        <a:xfrm>
          <a:off x="6863412" y="989480"/>
          <a:ext cx="371156" cy="434183"/>
        </a:xfrm>
        <a:prstGeom prst="rightArrow">
          <a:avLst>
            <a:gd name="adj1" fmla="val 60000"/>
            <a:gd name="adj2" fmla="val 50000"/>
          </a:avLst>
        </a:prstGeom>
        <a:solidFill>
          <a:schemeClr val="accent2"/>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6863412" y="1076317"/>
        <a:ext cx="259809" cy="260509"/>
      </dsp:txXfrm>
    </dsp:sp>
    <dsp:sp modelId="{9523F211-D72D-4F46-AE18-24C03FBBB474}">
      <dsp:nvSpPr>
        <dsp:cNvPr id="0" name=""/>
        <dsp:cNvSpPr/>
      </dsp:nvSpPr>
      <dsp:spPr>
        <a:xfrm>
          <a:off x="7388633" y="582870"/>
          <a:ext cx="1750739" cy="1247402"/>
        </a:xfrm>
        <a:prstGeom prst="roundRect">
          <a:avLst>
            <a:gd name="adj" fmla="val 10000"/>
          </a:avLst>
        </a:prstGeom>
        <a:gradFill rotWithShape="1">
          <a:gsLst>
            <a:gs pos="0">
              <a:schemeClr val="accent6">
                <a:shade val="51000"/>
                <a:satMod val="130000"/>
              </a:schemeClr>
            </a:gs>
            <a:gs pos="80000">
              <a:schemeClr val="accent6">
                <a:shade val="93000"/>
                <a:satMod val="130000"/>
              </a:schemeClr>
            </a:gs>
            <a:gs pos="100000">
              <a:schemeClr val="accent6">
                <a:shade val="94000"/>
                <a:satMod val="135000"/>
              </a:schemeClr>
            </a:gs>
          </a:gsLst>
          <a:lin ang="16200000" scaled="0"/>
        </a:gradFill>
        <a:ln w="9525" cap="flat" cmpd="sng" algn="ctr">
          <a:solidFill>
            <a:schemeClr val="accent6">
              <a:shade val="95000"/>
              <a:satMod val="105000"/>
            </a:schemeClr>
          </a:solidFill>
          <a:prstDash val="solid"/>
        </a:ln>
        <a:effectLst>
          <a:outerShdw blurRad="40000" dist="23000" dir="5400000" rotWithShape="0">
            <a:srgbClr val="000000">
              <a:alpha val="35000"/>
            </a:srgbClr>
          </a:outerShdw>
        </a:effectLst>
      </dsp:spPr>
      <dsp:style>
        <a:lnRef idx="1">
          <a:schemeClr val="accent6"/>
        </a:lnRef>
        <a:fillRef idx="3">
          <a:schemeClr val="accent6"/>
        </a:fillRef>
        <a:effectRef idx="2">
          <a:schemeClr val="accent6"/>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bg1"/>
              </a:solidFill>
              <a:latin typeface="+mj-lt"/>
            </a:rPr>
            <a:t>G-Code</a:t>
          </a:r>
        </a:p>
      </dsp:txBody>
      <dsp:txXfrm>
        <a:off x="7425168" y="619405"/>
        <a:ext cx="1677669" cy="11743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876066-D232-43D7-A109-99513F08741E}">
      <dsp:nvSpPr>
        <dsp:cNvPr id="0" name=""/>
        <dsp:cNvSpPr/>
      </dsp:nvSpPr>
      <dsp:spPr>
        <a:xfrm>
          <a:off x="382448" y="19775"/>
          <a:ext cx="2769705" cy="1669310"/>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STL Loading Method</a:t>
          </a:r>
        </a:p>
      </dsp:txBody>
      <dsp:txXfrm>
        <a:off x="382448" y="19775"/>
        <a:ext cx="2769705" cy="1669310"/>
      </dsp:txXfrm>
    </dsp:sp>
    <dsp:sp modelId="{FEC7EE8C-942D-4682-9FBE-DEBF0ED526F6}">
      <dsp:nvSpPr>
        <dsp:cNvPr id="0" name=""/>
        <dsp:cNvSpPr/>
      </dsp:nvSpPr>
      <dsp:spPr>
        <a:xfrm>
          <a:off x="3187147"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Point Processing and Filtering</a:t>
          </a:r>
        </a:p>
      </dsp:txBody>
      <dsp:txXfrm>
        <a:off x="3187147" y="2998"/>
        <a:ext cx="2769705" cy="1702864"/>
      </dsp:txXfrm>
    </dsp:sp>
    <dsp:sp modelId="{C174CE73-EA12-409F-9DAE-7745398C2341}">
      <dsp:nvSpPr>
        <dsp:cNvPr id="0" name=""/>
        <dsp:cNvSpPr/>
      </dsp:nvSpPr>
      <dsp:spPr>
        <a:xfrm>
          <a:off x="5991846"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Layer Identification</a:t>
          </a:r>
        </a:p>
      </dsp:txBody>
      <dsp:txXfrm>
        <a:off x="5991846" y="2998"/>
        <a:ext cx="2769705" cy="1702864"/>
      </dsp:txXfrm>
    </dsp:sp>
    <dsp:sp modelId="{76B1A383-3A53-47A8-A61F-A6FD28C04CBE}">
      <dsp:nvSpPr>
        <dsp:cNvPr id="0" name=""/>
        <dsp:cNvSpPr/>
      </dsp:nvSpPr>
      <dsp:spPr>
        <a:xfrm>
          <a:off x="382448"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Per-Layer Path Generation</a:t>
          </a:r>
        </a:p>
      </dsp:txBody>
      <dsp:txXfrm>
        <a:off x="382448" y="1740855"/>
        <a:ext cx="2769705" cy="1702864"/>
      </dsp:txXfrm>
    </dsp:sp>
    <dsp:sp modelId="{0366AA8E-7563-4456-8D55-3E328D0219C0}">
      <dsp:nvSpPr>
        <dsp:cNvPr id="0" name=""/>
        <dsp:cNvSpPr/>
      </dsp:nvSpPr>
      <dsp:spPr>
        <a:xfrm>
          <a:off x="3187147"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Output Precision and Rounding</a:t>
          </a:r>
        </a:p>
      </dsp:txBody>
      <dsp:txXfrm>
        <a:off x="3187147" y="1740855"/>
        <a:ext cx="2769705" cy="1702864"/>
      </dsp:txXfrm>
    </dsp:sp>
    <dsp:sp modelId="{2C48D448-E449-46EB-B9EB-01A1490F81A2}">
      <dsp:nvSpPr>
        <dsp:cNvPr id="0" name=""/>
        <dsp:cNvSpPr/>
      </dsp:nvSpPr>
      <dsp:spPr>
        <a:xfrm>
          <a:off x="5991846"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Path Ordering and Connection</a:t>
          </a:r>
        </a:p>
      </dsp:txBody>
      <dsp:txXfrm>
        <a:off x="5991846" y="1740855"/>
        <a:ext cx="2769705" cy="1702864"/>
      </dsp:txXfrm>
    </dsp:sp>
    <dsp:sp modelId="{B901B163-4141-4DFF-97C5-FE65CC0EBADA}">
      <dsp:nvSpPr>
        <dsp:cNvPr id="0" name=""/>
        <dsp:cNvSpPr/>
      </dsp:nvSpPr>
      <dsp:spPr>
        <a:xfrm>
          <a:off x="382448"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Offsets and Adjustments </a:t>
          </a:r>
        </a:p>
      </dsp:txBody>
      <dsp:txXfrm>
        <a:off x="382448" y="3478713"/>
        <a:ext cx="2769705" cy="1702864"/>
      </dsp:txXfrm>
    </dsp:sp>
    <dsp:sp modelId="{537F88F2-AE08-4BDC-85D7-EC453405A087}">
      <dsp:nvSpPr>
        <dsp:cNvPr id="0" name=""/>
        <dsp:cNvSpPr/>
      </dsp:nvSpPr>
      <dsp:spPr>
        <a:xfrm>
          <a:off x="3187147"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G-Code Generation </a:t>
          </a:r>
        </a:p>
      </dsp:txBody>
      <dsp:txXfrm>
        <a:off x="3187147" y="3478713"/>
        <a:ext cx="2769705" cy="1702864"/>
      </dsp:txXfrm>
    </dsp:sp>
    <dsp:sp modelId="{CF3B23E7-51E2-4A49-A77F-24E0A4BF1A4F}">
      <dsp:nvSpPr>
        <dsp:cNvPr id="0" name=""/>
        <dsp:cNvSpPr/>
      </dsp:nvSpPr>
      <dsp:spPr>
        <a:xfrm>
          <a:off x="5991846"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Times New Roman" panose="02020603050405020304" pitchFamily="18" charset="0"/>
            <a:buNone/>
          </a:pPr>
          <a:r>
            <a:rPr lang="en-US" sz="2000" b="1" kern="1200"/>
            <a:t>Configurability</a:t>
          </a:r>
        </a:p>
      </dsp:txBody>
      <dsp:txXfrm>
        <a:off x="5991846" y="3478713"/>
        <a:ext cx="2769705" cy="17028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876066-D232-43D7-A109-99513F08741E}">
      <dsp:nvSpPr>
        <dsp:cNvPr id="0" name=""/>
        <dsp:cNvSpPr/>
      </dsp:nvSpPr>
      <dsp:spPr>
        <a:xfrm>
          <a:off x="382448"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STL Loading Method</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Transforms the STL into a mesh extract vertices by reshaping vectors.</a:t>
          </a:r>
        </a:p>
      </dsp:txBody>
      <dsp:txXfrm>
        <a:off x="382448" y="2998"/>
        <a:ext cx="2769705" cy="1702864"/>
      </dsp:txXfrm>
    </dsp:sp>
    <dsp:sp modelId="{FEC7EE8C-942D-4682-9FBE-DEBF0ED526F6}">
      <dsp:nvSpPr>
        <dsp:cNvPr id="0" name=""/>
        <dsp:cNvSpPr/>
      </dsp:nvSpPr>
      <dsp:spPr>
        <a:xfrm>
          <a:off x="3187147"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Point Processing and Filtering</a:t>
          </a:r>
          <a:r>
            <a:rPr lang="en-US" sz="1800" kern="1200"/>
            <a:t>:</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Removes duplicate and invalid coordinates</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Filters layers with fewer than 5 points.</a:t>
          </a:r>
        </a:p>
      </dsp:txBody>
      <dsp:txXfrm>
        <a:off x="3187147" y="2998"/>
        <a:ext cx="2769705" cy="1702864"/>
      </dsp:txXfrm>
    </dsp:sp>
    <dsp:sp modelId="{C174CE73-EA12-409F-9DAE-7745398C2341}">
      <dsp:nvSpPr>
        <dsp:cNvPr id="0" name=""/>
        <dsp:cNvSpPr/>
      </dsp:nvSpPr>
      <dsp:spPr>
        <a:xfrm>
          <a:off x="5991846" y="2998"/>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Layer Identification</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Sorts unique Z levels from largest to smallest Z levels.</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Reassigns uniform Z levels based on average spacing.</a:t>
          </a:r>
        </a:p>
      </dsp:txBody>
      <dsp:txXfrm>
        <a:off x="5991846" y="2998"/>
        <a:ext cx="2769705" cy="1702864"/>
      </dsp:txXfrm>
    </dsp:sp>
    <dsp:sp modelId="{76B1A383-3A53-47A8-A61F-A6FD28C04CBE}">
      <dsp:nvSpPr>
        <dsp:cNvPr id="0" name=""/>
        <dsp:cNvSpPr/>
      </dsp:nvSpPr>
      <dsp:spPr>
        <a:xfrm>
          <a:off x="382448"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Per-Layer Path Generation</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Computes the </a:t>
          </a:r>
          <a:r>
            <a:rPr lang="en-US" sz="1400" kern="1200" err="1"/>
            <a:t>convexhull</a:t>
          </a:r>
          <a:r>
            <a:rPr lang="en-US" sz="1400" kern="1200"/>
            <a:t> for the outer boundary</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Filters close points (min distance)</a:t>
          </a:r>
        </a:p>
      </dsp:txBody>
      <dsp:txXfrm>
        <a:off x="382448" y="1740855"/>
        <a:ext cx="2769705" cy="1702864"/>
      </dsp:txXfrm>
    </dsp:sp>
    <dsp:sp modelId="{0366AA8E-7563-4456-8D55-3E328D0219C0}">
      <dsp:nvSpPr>
        <dsp:cNvPr id="0" name=""/>
        <dsp:cNvSpPr/>
      </dsp:nvSpPr>
      <dsp:spPr>
        <a:xfrm>
          <a:off x="3187147"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Output Precision and Rounding</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Rounds coordinates to 2 decimal places.</a:t>
          </a:r>
        </a:p>
      </dsp:txBody>
      <dsp:txXfrm>
        <a:off x="3187147" y="1740855"/>
        <a:ext cx="2769705" cy="1702864"/>
      </dsp:txXfrm>
    </dsp:sp>
    <dsp:sp modelId="{2C48D448-E449-46EB-B9EB-01A1490F81A2}">
      <dsp:nvSpPr>
        <dsp:cNvPr id="0" name=""/>
        <dsp:cNvSpPr/>
      </dsp:nvSpPr>
      <dsp:spPr>
        <a:xfrm>
          <a:off x="5991846" y="1740855"/>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Path Ordering and Connection</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Sorts points to form a non-overlapping toolpath</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Closes each layer loop</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Connects layers by starting near the previous layer's exit point.</a:t>
          </a:r>
        </a:p>
      </dsp:txBody>
      <dsp:txXfrm>
        <a:off x="5991846" y="1740855"/>
        <a:ext cx="2769705" cy="1702864"/>
      </dsp:txXfrm>
    </dsp:sp>
    <dsp:sp modelId="{B901B163-4141-4DFF-97C5-FE65CC0EBADA}">
      <dsp:nvSpPr>
        <dsp:cNvPr id="0" name=""/>
        <dsp:cNvSpPr/>
      </dsp:nvSpPr>
      <dsp:spPr>
        <a:xfrm>
          <a:off x="382448"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0" kern="1200"/>
            <a:t>Offsets and Adjustments: </a:t>
          </a:r>
          <a:endParaRPr lang="en-US" sz="1800" kern="1200"/>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Applies inward reverse offset by tool diameter using centroid direction</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Adds Z springback offset</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Adds a global Z drop offset</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Smooths points post-offset.</a:t>
          </a:r>
        </a:p>
      </dsp:txBody>
      <dsp:txXfrm>
        <a:off x="382448" y="3478713"/>
        <a:ext cx="2769705" cy="1702864"/>
      </dsp:txXfrm>
    </dsp:sp>
    <dsp:sp modelId="{537F88F2-AE08-4BDC-85D7-EC453405A087}">
      <dsp:nvSpPr>
        <dsp:cNvPr id="0" name=""/>
        <dsp:cNvSpPr/>
      </dsp:nvSpPr>
      <dsp:spPr>
        <a:xfrm>
          <a:off x="3187147"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G-Code Generation</a:t>
          </a:r>
          <a:r>
            <a:rPr lang="en-US" sz="1800" kern="1200"/>
            <a:t>: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Header (G90 absolute, G21 mm, M03 spindle, speed/feed, rapid to centroid, controlled Z drop)</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 The toolpath with G01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Footer (safe Z retract, M30 end) </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Saves to 'Gchord.txt'.</a:t>
          </a:r>
        </a:p>
      </dsp:txBody>
      <dsp:txXfrm>
        <a:off x="3187147" y="3478713"/>
        <a:ext cx="2769705" cy="1702864"/>
      </dsp:txXfrm>
    </dsp:sp>
    <dsp:sp modelId="{CF3B23E7-51E2-4A49-A77F-24E0A4BF1A4F}">
      <dsp:nvSpPr>
        <dsp:cNvPr id="0" name=""/>
        <dsp:cNvSpPr/>
      </dsp:nvSpPr>
      <dsp:spPr>
        <a:xfrm>
          <a:off x="5991846" y="3478713"/>
          <a:ext cx="2769705" cy="1702864"/>
        </a:xfrm>
        <a:prstGeom prst="rect">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Font typeface="Times New Roman" panose="02020603050405020304" pitchFamily="18" charset="0"/>
            <a:buNone/>
          </a:pPr>
          <a:r>
            <a:rPr lang="en-US" sz="1800" b="1" kern="1200"/>
            <a:t>Configurability</a:t>
          </a:r>
          <a:r>
            <a:rPr lang="en-US" sz="1800" kern="1200"/>
            <a:t>:</a:t>
          </a:r>
        </a:p>
        <a:p>
          <a:pPr marL="114300" lvl="1" indent="-114300" algn="ctr" defTabSz="622300">
            <a:lnSpc>
              <a:spcPct val="90000"/>
            </a:lnSpc>
            <a:spcBef>
              <a:spcPct val="0"/>
            </a:spcBef>
            <a:spcAft>
              <a:spcPct val="15000"/>
            </a:spcAft>
            <a:buFont typeface="Times New Roman" panose="02020603050405020304" pitchFamily="18" charset="0"/>
            <a:buNone/>
          </a:pPr>
          <a:r>
            <a:rPr lang="en-US" sz="1400" kern="1200"/>
            <a:t>Configurable parameters</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TOOL_DIAMETER</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LAYER_THICKNESS</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 MIN_DISTANCE,</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Z_OFFSET</a:t>
          </a:r>
        </a:p>
        <a:p>
          <a:pPr marL="114300" lvl="1" indent="-114300" algn="ctr" defTabSz="622300">
            <a:lnSpc>
              <a:spcPct val="90000"/>
            </a:lnSpc>
            <a:spcBef>
              <a:spcPct val="0"/>
            </a:spcBef>
            <a:spcAft>
              <a:spcPct val="15000"/>
            </a:spcAft>
            <a:buFont typeface="Arial" panose="020B0604020202020204" pitchFamily="34" charset="0"/>
            <a:buChar char="•"/>
          </a:pPr>
          <a:r>
            <a:rPr lang="en-US" sz="1400" kern="1200"/>
            <a:t>SAFE_Z_RELATIVE</a:t>
          </a:r>
        </a:p>
      </dsp:txBody>
      <dsp:txXfrm>
        <a:off x="5991846" y="3478713"/>
        <a:ext cx="2769705" cy="170286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3F53F75-C1DA-0512-6C82-F64B6AEB10EE}"/>
              </a:ext>
            </a:extLst>
          </p:cNvPr>
          <p:cNvSpPr>
            <a:spLocks noGrp="1" noChangeArrowheads="1"/>
          </p:cNvSpPr>
          <p:nvPr>
            <p:ph type="hdr" sz="quarter"/>
          </p:nvPr>
        </p:nvSpPr>
        <p:spPr bwMode="auto">
          <a:xfrm>
            <a:off x="0" y="0"/>
            <a:ext cx="2944813" cy="49371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3" name="Rectangle 3">
            <a:extLst>
              <a:ext uri="{FF2B5EF4-FFF2-40B4-BE49-F238E27FC236}">
                <a16:creationId xmlns:a16="http://schemas.microsoft.com/office/drawing/2014/main" id="{E6BB8024-D372-9976-4B19-2D8852E146B9}"/>
              </a:ext>
            </a:extLst>
          </p:cNvPr>
          <p:cNvSpPr>
            <a:spLocks noGrp="1" noChangeArrowheads="1"/>
          </p:cNvSpPr>
          <p:nvPr>
            <p:ph type="dt" sz="quarter" idx="1"/>
          </p:nvPr>
        </p:nvSpPr>
        <p:spPr bwMode="auto">
          <a:xfrm>
            <a:off x="3852863" y="0"/>
            <a:ext cx="2944812" cy="49371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algn="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4" name="Rectangle 4">
            <a:extLst>
              <a:ext uri="{FF2B5EF4-FFF2-40B4-BE49-F238E27FC236}">
                <a16:creationId xmlns:a16="http://schemas.microsoft.com/office/drawing/2014/main" id="{A1C3BE65-FFAD-209A-6BDD-7A277F692CFD}"/>
              </a:ext>
            </a:extLst>
          </p:cNvPr>
          <p:cNvSpPr>
            <a:spLocks noGrp="1" noChangeArrowheads="1"/>
          </p:cNvSpPr>
          <p:nvPr>
            <p:ph type="ftr" sz="quarter" idx="2"/>
          </p:nvPr>
        </p:nvSpPr>
        <p:spPr bwMode="auto">
          <a:xfrm>
            <a:off x="0" y="9432925"/>
            <a:ext cx="2944813" cy="493713"/>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1205" name="Rectangle 5">
            <a:extLst>
              <a:ext uri="{FF2B5EF4-FFF2-40B4-BE49-F238E27FC236}">
                <a16:creationId xmlns:a16="http://schemas.microsoft.com/office/drawing/2014/main" id="{C24D4990-80C3-608D-8DAC-6F670764E213}"/>
              </a:ext>
            </a:extLst>
          </p:cNvPr>
          <p:cNvSpPr>
            <a:spLocks noGrp="1" noChangeArrowheads="1"/>
          </p:cNvSpPr>
          <p:nvPr>
            <p:ph type="sldNum" sz="quarter" idx="3"/>
          </p:nvPr>
        </p:nvSpPr>
        <p:spPr bwMode="auto">
          <a:xfrm>
            <a:off x="3852863" y="9432925"/>
            <a:ext cx="2944812" cy="493713"/>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algn="r" defTabSz="911225" eaLnBrk="1" hangingPunct="1">
              <a:defRPr sz="1200" b="0">
                <a:solidFill>
                  <a:schemeClr val="tx1"/>
                </a:solidFill>
                <a:latin typeface="Times New Roman" panose="02020603050405020304" pitchFamily="18" charset="0"/>
              </a:defRPr>
            </a:lvl1pPr>
          </a:lstStyle>
          <a:p>
            <a:fld id="{128C1B10-77F8-448B-B9A2-FDFE01719F35}"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DC3044C-ACCD-DC32-BDB3-F037F674950F}"/>
              </a:ext>
            </a:extLst>
          </p:cNvPr>
          <p:cNvSpPr>
            <a:spLocks noGrp="1" noChangeArrowheads="1"/>
          </p:cNvSpPr>
          <p:nvPr>
            <p:ph type="hdr" sz="quarter"/>
          </p:nvPr>
        </p:nvSpPr>
        <p:spPr bwMode="auto">
          <a:xfrm>
            <a:off x="0" y="0"/>
            <a:ext cx="2938463" cy="44926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6323" name="Rectangle 3">
            <a:extLst>
              <a:ext uri="{FF2B5EF4-FFF2-40B4-BE49-F238E27FC236}">
                <a16:creationId xmlns:a16="http://schemas.microsoft.com/office/drawing/2014/main" id="{01852A72-5817-7912-0E6A-3EE26BE79D58}"/>
              </a:ext>
            </a:extLst>
          </p:cNvPr>
          <p:cNvSpPr>
            <a:spLocks noGrp="1" noChangeArrowheads="1"/>
          </p:cNvSpPr>
          <p:nvPr>
            <p:ph type="dt" idx="1"/>
          </p:nvPr>
        </p:nvSpPr>
        <p:spPr bwMode="auto">
          <a:xfrm>
            <a:off x="3833813" y="0"/>
            <a:ext cx="2938462" cy="449263"/>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lvl1pPr algn="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2052" name="Rectangle 4">
            <a:extLst>
              <a:ext uri="{FF2B5EF4-FFF2-40B4-BE49-F238E27FC236}">
                <a16:creationId xmlns:a16="http://schemas.microsoft.com/office/drawing/2014/main" id="{D820BA7F-624C-AF88-275E-B8986ABD4F82}"/>
              </a:ext>
            </a:extLst>
          </p:cNvPr>
          <p:cNvSpPr>
            <a:spLocks noGrp="1" noRot="1" noChangeAspect="1" noChangeArrowheads="1" noTextEdit="1"/>
          </p:cNvSpPr>
          <p:nvPr>
            <p:ph type="sldImg" idx="2"/>
          </p:nvPr>
        </p:nvSpPr>
        <p:spPr bwMode="auto">
          <a:xfrm>
            <a:off x="955675" y="784225"/>
            <a:ext cx="4916488" cy="36893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5" name="Rectangle 5">
            <a:extLst>
              <a:ext uri="{FF2B5EF4-FFF2-40B4-BE49-F238E27FC236}">
                <a16:creationId xmlns:a16="http://schemas.microsoft.com/office/drawing/2014/main" id="{74155B95-63B6-E502-630B-F5DAF8A89EE2}"/>
              </a:ext>
            </a:extLst>
          </p:cNvPr>
          <p:cNvSpPr>
            <a:spLocks noGrp="1" noChangeArrowheads="1"/>
          </p:cNvSpPr>
          <p:nvPr>
            <p:ph type="body" sz="quarter" idx="3"/>
          </p:nvPr>
        </p:nvSpPr>
        <p:spPr bwMode="auto">
          <a:xfrm>
            <a:off x="895350" y="4700588"/>
            <a:ext cx="4983163" cy="4476750"/>
          </a:xfrm>
          <a:prstGeom prst="rect">
            <a:avLst/>
          </a:prstGeom>
          <a:noFill/>
          <a:ln w="9525">
            <a:noFill/>
            <a:miter lim="800000"/>
            <a:headEnd/>
            <a:tailEnd/>
          </a:ln>
          <a:effectLst/>
        </p:spPr>
        <p:txBody>
          <a:bodyPr vert="horz" wrap="square" lIns="91229" tIns="45615" rIns="91229" bIns="45615"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6326" name="Rectangle 6">
            <a:extLst>
              <a:ext uri="{FF2B5EF4-FFF2-40B4-BE49-F238E27FC236}">
                <a16:creationId xmlns:a16="http://schemas.microsoft.com/office/drawing/2014/main" id="{E3096649-36E5-7BFE-FAFE-F0ED2FE6451B}"/>
              </a:ext>
            </a:extLst>
          </p:cNvPr>
          <p:cNvSpPr>
            <a:spLocks noGrp="1" noChangeArrowheads="1"/>
          </p:cNvSpPr>
          <p:nvPr>
            <p:ph type="ftr" sz="quarter" idx="4"/>
          </p:nvPr>
        </p:nvSpPr>
        <p:spPr bwMode="auto">
          <a:xfrm>
            <a:off x="0" y="9402763"/>
            <a:ext cx="2938463" cy="555625"/>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defTabSz="912720" eaLnBrk="1" hangingPunct="1">
              <a:defRPr sz="1200" b="0">
                <a:solidFill>
                  <a:schemeClr val="tx1"/>
                </a:solidFill>
                <a:latin typeface="Times New Roman" pitchFamily="18" charset="0"/>
                <a:ea typeface="ＭＳ Ｐゴシック" charset="-128"/>
              </a:defRPr>
            </a:lvl1pPr>
          </a:lstStyle>
          <a:p>
            <a:pPr>
              <a:defRPr/>
            </a:pPr>
            <a:endParaRPr lang="en-US" altLang="ja-JP"/>
          </a:p>
        </p:txBody>
      </p:sp>
      <p:sp>
        <p:nvSpPr>
          <p:cNvPr id="56327" name="Rectangle 7">
            <a:extLst>
              <a:ext uri="{FF2B5EF4-FFF2-40B4-BE49-F238E27FC236}">
                <a16:creationId xmlns:a16="http://schemas.microsoft.com/office/drawing/2014/main" id="{A20E5BC9-436C-73B6-2CA4-86732798CA68}"/>
              </a:ext>
            </a:extLst>
          </p:cNvPr>
          <p:cNvSpPr>
            <a:spLocks noGrp="1" noChangeArrowheads="1"/>
          </p:cNvSpPr>
          <p:nvPr>
            <p:ph type="sldNum" sz="quarter" idx="5"/>
          </p:nvPr>
        </p:nvSpPr>
        <p:spPr bwMode="auto">
          <a:xfrm>
            <a:off x="3833813" y="9402763"/>
            <a:ext cx="2938462" cy="555625"/>
          </a:xfrm>
          <a:prstGeom prst="rect">
            <a:avLst/>
          </a:prstGeom>
          <a:noFill/>
          <a:ln w="9525">
            <a:noFill/>
            <a:miter lim="800000"/>
            <a:headEnd/>
            <a:tailEnd/>
          </a:ln>
          <a:effectLst/>
        </p:spPr>
        <p:txBody>
          <a:bodyPr vert="horz" wrap="square" lIns="91229" tIns="45615" rIns="91229" bIns="45615" numCol="1" anchor="b" anchorCtr="0" compatLnSpc="1">
            <a:prstTxWarp prst="textNoShape">
              <a:avLst/>
            </a:prstTxWarp>
          </a:bodyPr>
          <a:lstStyle>
            <a:lvl1pPr algn="r" defTabSz="911225" eaLnBrk="1" hangingPunct="1">
              <a:defRPr sz="1200" b="0">
                <a:solidFill>
                  <a:schemeClr val="tx1"/>
                </a:solidFill>
                <a:latin typeface="Times New Roman" panose="02020603050405020304" pitchFamily="18" charset="0"/>
              </a:defRPr>
            </a:lvl1pPr>
          </a:lstStyle>
          <a:p>
            <a:fld id="{164FDCDA-5C8E-4E20-BEC5-4BA3DAEABBE8}"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282E2B2D-1E16-B7A8-E965-9DC1AB1826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0</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FA138C78-6632-6580-74AD-7C4AA1AFA6EB}"/>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753CAD00-980D-EB4B-1EA7-B28EA3F3AD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Hello. My name is Karter Wong, and I will be presenting my research topic: the Development of CAM systems for the Incremental Forming of CFRTP from 3D CAD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 イメージ プレースホルダー 1">
            <a:extLst>
              <a:ext uri="{FF2B5EF4-FFF2-40B4-BE49-F238E27FC236}">
                <a16:creationId xmlns:a16="http://schemas.microsoft.com/office/drawing/2014/main" id="{4D243014-28A5-8A7E-EFE9-67DB99393F93}"/>
              </a:ext>
            </a:extLst>
          </p:cNvPr>
          <p:cNvSpPr>
            <a:spLocks noGrp="1" noRot="1" noChangeAspect="1" noTextEdit="1"/>
          </p:cNvSpPr>
          <p:nvPr>
            <p:ph type="sldImg"/>
          </p:nvPr>
        </p:nvSpPr>
        <p:spPr>
          <a:ln/>
        </p:spPr>
      </p:sp>
      <p:sp>
        <p:nvSpPr>
          <p:cNvPr id="9219" name="ノート プレースホルダー 2">
            <a:extLst>
              <a:ext uri="{FF2B5EF4-FFF2-40B4-BE49-F238E27FC236}">
                <a16:creationId xmlns:a16="http://schemas.microsoft.com/office/drawing/2014/main" id="{927E7AAD-04EE-EDDC-404E-8F71464D7A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Today, I will briefly review some background information, the previous research on the topic, the progress that I have made during this past year, a brief overview of the Experiment, the result, and finally summarize the findings and improvements that can be made for this research topic.</a:t>
            </a:r>
          </a:p>
        </p:txBody>
      </p:sp>
      <p:sp>
        <p:nvSpPr>
          <p:cNvPr id="9220" name="スライド番号プレースホルダー 3">
            <a:extLst>
              <a:ext uri="{FF2B5EF4-FFF2-40B4-BE49-F238E27FC236}">
                <a16:creationId xmlns:a16="http://schemas.microsoft.com/office/drawing/2014/main" id="{C384925D-D166-5D94-E1C7-9D32F140C2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051BA3E1-8B04-44E3-94CD-35294639971C}" type="slidenum">
              <a:rPr lang="en-US" altLang="ja-JP" sz="1200" b="0">
                <a:solidFill>
                  <a:schemeClr val="tx1"/>
                </a:solidFill>
                <a:latin typeface="Times New Roman" panose="02020603050405020304" pitchFamily="18" charset="0"/>
              </a:rPr>
              <a:pPr/>
              <a:t>1</a:t>
            </a:fld>
            <a:endParaRPr lang="en-US" altLang="ja-JP" sz="1200" b="0">
              <a:solidFill>
                <a:schemeClr val="tx1"/>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So, what is Incremental forming?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Incremental forming is a flexible forming process that can shape sheets of various materials using plastic deformation of the sheet with a tool into the desired shape.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Unlike traditional manufacturing processes, it does not require dies or molds, making it ideal for low-volume production, prototyping, or custom parts. The tool follows a programmed path to manufacture shell shapes, offering reduced setup and production costs.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It also allows the production of various products in small quantities, where mold creation would be too expensive.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a:t>
            </a:fld>
            <a:endParaRPr lang="en-US" altLang="ja-JP"/>
          </a:p>
        </p:txBody>
      </p:sp>
    </p:spTree>
    <p:extLst>
      <p:ext uri="{BB962C8B-B14F-4D97-AF65-F5344CB8AC3E}">
        <p14:creationId xmlns:p14="http://schemas.microsoft.com/office/powerpoint/2010/main" val="3283909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BB3F6-8B56-F9AC-80E8-190D8C889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8EEE8-930D-463A-2A74-50E838753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BA1F6-C61E-880D-6E92-9703A67D5544}"/>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An example of Incremental forming in use today is by car manufacturers like Ford, Nissan, and Lexus. These manufacturers use incremental forming to prototype new vehicle designs and add minor customizations to vehicles, as seen on the Lexus LC edge, as shown here.</a:t>
            </a:r>
          </a:p>
        </p:txBody>
      </p:sp>
      <p:sp>
        <p:nvSpPr>
          <p:cNvPr id="4" name="Slide Number Placeholder 3">
            <a:extLst>
              <a:ext uri="{FF2B5EF4-FFF2-40B4-BE49-F238E27FC236}">
                <a16:creationId xmlns:a16="http://schemas.microsoft.com/office/drawing/2014/main" id="{330EC824-0504-FD55-81C0-CCF0F8FC49A8}"/>
              </a:ext>
            </a:extLst>
          </p:cNvPr>
          <p:cNvSpPr>
            <a:spLocks noGrp="1"/>
          </p:cNvSpPr>
          <p:nvPr>
            <p:ph type="sldNum" sz="quarter" idx="5"/>
          </p:nvPr>
        </p:nvSpPr>
        <p:spPr/>
        <p:txBody>
          <a:bodyPr/>
          <a:lstStyle/>
          <a:p>
            <a:fld id="{164FDCDA-5C8E-4E20-BEC5-4BA3DAEABBE8}" type="slidenum">
              <a:rPr lang="en-US" altLang="ja-JP" smtClean="0"/>
              <a:pPr/>
              <a:t>3</a:t>
            </a:fld>
            <a:endParaRPr lang="en-US" altLang="ja-JP"/>
          </a:p>
        </p:txBody>
      </p:sp>
    </p:spTree>
    <p:extLst>
      <p:ext uri="{BB962C8B-B14F-4D97-AF65-F5344CB8AC3E}">
        <p14:creationId xmlns:p14="http://schemas.microsoft.com/office/powerpoint/2010/main" val="539569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My research is based on a previous research project that developed a simple Python-based CAM system that could generate a tool path and conducted experiments to test the tool path.</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CAM system developed during the previous research can be described in four steps: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First, STL data from the 3D CAD data is converted into a point cloud, a collection of points from the triangles given by the STL file.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Next, the point cloud's points are grouped into layers defined by the Z coordinate. During this process, the program looks for the points on the outermost part of the figure so that the toolpath is not generated with unnecessary movements.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Third, the toolpath is calculated by calculating the distances from the tool's current position to the other points on the layer and moving to the point with the shortest distance. This process is repeated for each layer of the shape.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final step is to convert the X, Y, and Z coordinates into G-code so that a CNC machine can read the generated tool path and manufacture a product.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4</a:t>
            </a:fld>
            <a:endParaRPr lang="en-US" altLang="ja-JP"/>
          </a:p>
        </p:txBody>
      </p:sp>
    </p:spTree>
    <p:extLst>
      <p:ext uri="{BB962C8B-B14F-4D97-AF65-F5344CB8AC3E}">
        <p14:creationId xmlns:p14="http://schemas.microsoft.com/office/powerpoint/2010/main" val="3501955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42526-5D3F-8A6C-8E9D-6AD7E6227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E21BF-F9BB-775C-F960-766AAED6AC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8C3BEA-2AF0-AB45-4F41-76BF4DE725DF}"/>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The CAM system, while effective for simple shapes, had limitations when applied to more complex shapes. These included generating inefficient toolpaths with unnecessary tool movements, long toolpath generation times, and an overall inefficient workflow to go from design to manufacturing. The changes made to the CAM system in this research study address these issues.</a:t>
            </a:r>
          </a:p>
        </p:txBody>
      </p:sp>
      <p:sp>
        <p:nvSpPr>
          <p:cNvPr id="4" name="Slide Number Placeholder 3">
            <a:extLst>
              <a:ext uri="{FF2B5EF4-FFF2-40B4-BE49-F238E27FC236}">
                <a16:creationId xmlns:a16="http://schemas.microsoft.com/office/drawing/2014/main" id="{BA5CEACD-3946-D019-A470-DC5747AE477D}"/>
              </a:ext>
            </a:extLst>
          </p:cNvPr>
          <p:cNvSpPr>
            <a:spLocks noGrp="1"/>
          </p:cNvSpPr>
          <p:nvPr>
            <p:ph type="sldNum" sz="quarter" idx="5"/>
          </p:nvPr>
        </p:nvSpPr>
        <p:spPr/>
        <p:txBody>
          <a:bodyPr/>
          <a:lstStyle/>
          <a:p>
            <a:fld id="{164FDCDA-5C8E-4E20-BEC5-4BA3DAEABBE8}" type="slidenum">
              <a:rPr lang="en-US" altLang="ja-JP" smtClean="0"/>
              <a:pPr/>
              <a:t>5</a:t>
            </a:fld>
            <a:endParaRPr lang="en-US" altLang="ja-JP"/>
          </a:p>
        </p:txBody>
      </p:sp>
    </p:spTree>
    <p:extLst>
      <p:ext uri="{BB962C8B-B14F-4D97-AF65-F5344CB8AC3E}">
        <p14:creationId xmlns:p14="http://schemas.microsoft.com/office/powerpoint/2010/main" val="4073014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The enhancements to the CAM system can be categorized into nine key areas, visualized in these boxes, which address the issues previously mentioned.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top six boxes, focus on point management. They filter and remove duplicate or invalid points that could skew the path; sort points more efficiently by the Z coordinate; introduced rounding mechanisms to enhance toolpath accuracy; removing layers with fewer than five points; and optimized the toolpath generation to minimize unnecessary loops or jumps.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bottom-left box handles CNC-specific criteria such as a tool's diameter, compensates for material springback, and considers the physical limits of the machining center, such as travel ranges and safety boundaries.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Finally, the last two boxes enhance usability, and users can now customize the G-code output based on specific equipment or experimental conditions, and the system automatically adds the initial setup commands and termination sequences, speeding up the experimental process.</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6</a:t>
            </a:fld>
            <a:endParaRPr lang="en-US" altLang="ja-JP"/>
          </a:p>
        </p:txBody>
      </p:sp>
    </p:spTree>
    <p:extLst>
      <p:ext uri="{BB962C8B-B14F-4D97-AF65-F5344CB8AC3E}">
        <p14:creationId xmlns:p14="http://schemas.microsoft.com/office/powerpoint/2010/main" val="246052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To evaluate these changes to the CAM system, a more challenging test shape was used instead of the truncated cone used in the prior research.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new shape is a rectangular prism with chamfered and rounded edges, measuring 30 mm by 30 mm by 9.9 mm thick.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These dimensions were chosen to fit within the CNC machine, ensure no sharp 90-degree angles, introduce sufficient complexity to stress-test the path generation, and mimic real-world parts.</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7</a:t>
            </a:fld>
            <a:endParaRPr lang="en-US" altLang="ja-JP"/>
          </a:p>
        </p:txBody>
      </p:sp>
    </p:spTree>
    <p:extLst>
      <p:ext uri="{BB962C8B-B14F-4D97-AF65-F5344CB8AC3E}">
        <p14:creationId xmlns:p14="http://schemas.microsoft.com/office/powerpoint/2010/main" val="1279333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93BB8-325D-6A22-02F8-B95A17853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75901-889B-5682-CC11-FCF2245A5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282F6-270A-46C3-30C2-EBBF65DF721D}"/>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When generating the toolpath for this test shape, the updated CAM system significantly reduced toolpath generation time from the previous research's 2.5 hours to 2 seconds. The toolpaths of both CAM systems were simulated using </a:t>
            </a:r>
            <a:r>
              <a:rPr kumimoji="1" lang="en-US" sz="1200" kern="1200" dirty="0" err="1">
                <a:solidFill>
                  <a:schemeClr val="tx1"/>
                </a:solidFill>
                <a:effectLst/>
                <a:latin typeface="Times New Roman" pitchFamily="18" charset="0"/>
                <a:ea typeface="ＭＳ Ｐ明朝" charset="-128"/>
                <a:cs typeface="+mn-cs"/>
              </a:rPr>
              <a:t>NCviewer</a:t>
            </a:r>
            <a:r>
              <a:rPr kumimoji="1" lang="en-US" sz="1200" kern="1200" dirty="0">
                <a:solidFill>
                  <a:schemeClr val="tx1"/>
                </a:solidFill>
                <a:effectLst/>
                <a:latin typeface="Times New Roman" pitchFamily="18" charset="0"/>
                <a:ea typeface="ＭＳ Ｐ明朝" charset="-128"/>
                <a:cs typeface="+mn-cs"/>
              </a:rPr>
              <a:t> to check for any toolpath errors.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As you can see from the figures, the previous CAM system adds a lot of unnecessary points to the toolpath, causing an increased generation time.</a:t>
            </a:r>
          </a:p>
        </p:txBody>
      </p:sp>
      <p:sp>
        <p:nvSpPr>
          <p:cNvPr id="4" name="Slide Number Placeholder 3">
            <a:extLst>
              <a:ext uri="{FF2B5EF4-FFF2-40B4-BE49-F238E27FC236}">
                <a16:creationId xmlns:a16="http://schemas.microsoft.com/office/drawing/2014/main" id="{E85E8B36-D7B8-DA29-3A47-B74071538FC6}"/>
              </a:ext>
            </a:extLst>
          </p:cNvPr>
          <p:cNvSpPr>
            <a:spLocks noGrp="1"/>
          </p:cNvSpPr>
          <p:nvPr>
            <p:ph type="sldNum" sz="quarter" idx="5"/>
          </p:nvPr>
        </p:nvSpPr>
        <p:spPr/>
        <p:txBody>
          <a:bodyPr/>
          <a:lstStyle/>
          <a:p>
            <a:fld id="{164FDCDA-5C8E-4E20-BEC5-4BA3DAEABBE8}" type="slidenum">
              <a:rPr lang="en-US" altLang="ja-JP" smtClean="0"/>
              <a:pPr/>
              <a:t>8</a:t>
            </a:fld>
            <a:endParaRPr lang="en-US" altLang="ja-JP"/>
          </a:p>
        </p:txBody>
      </p:sp>
    </p:spTree>
    <p:extLst>
      <p:ext uri="{BB962C8B-B14F-4D97-AF65-F5344CB8AC3E}">
        <p14:creationId xmlns:p14="http://schemas.microsoft.com/office/powerpoint/2010/main" val="492090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6E278-FDE2-7F2F-C968-C88E81B85EAA}"/>
            </a:ext>
          </a:extLst>
        </p:cNvPr>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CE0319B3-98DC-7951-9030-913A0487E1AE}"/>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C4367C15-550C-6756-63A5-F249587790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With the tool path verified, the incremental forming trials using an MC430L machining center could begin. The workpiece was a 110 mm by 110 mm by 1 mm sheet of CFRTP, secured over a custom mold measuring 89.92 mm by 89.92 mm by 20 mm. The forming tool used was a 5 mm diameter rod, as shown here. </a:t>
            </a:r>
          </a:p>
        </p:txBody>
      </p:sp>
      <p:sp>
        <p:nvSpPr>
          <p:cNvPr id="13316" name="スライド番号プレースホルダー 3">
            <a:extLst>
              <a:ext uri="{FF2B5EF4-FFF2-40B4-BE49-F238E27FC236}">
                <a16:creationId xmlns:a16="http://schemas.microsoft.com/office/drawing/2014/main" id="{BFB33728-5464-2E61-D106-DB3DD110E5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9</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89371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87380-4FF1-CBD6-C21A-8BF7C5D73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15A86-785C-9559-E547-52A979B8D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875779-EE69-3001-C076-40BC3496A0BE}"/>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For the CFRTP experiments, a T-22 H oil bath system was used to uniformly and precisely heat the silicon oil and CFRTP to the required temperature. The jig, holding the mold, is mounted at the bath's base, with the CFRTP sheet secured to the jig.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This controlled heating is needed for the incremental forming of CFRTP, as its formability is better when heated, allowing for deeper forming depths and better shape retention compared to room-temperature processing. </a:t>
            </a:r>
          </a:p>
        </p:txBody>
      </p:sp>
      <p:sp>
        <p:nvSpPr>
          <p:cNvPr id="4" name="Slide Number Placeholder 3">
            <a:extLst>
              <a:ext uri="{FF2B5EF4-FFF2-40B4-BE49-F238E27FC236}">
                <a16:creationId xmlns:a16="http://schemas.microsoft.com/office/drawing/2014/main" id="{56BE3304-2EE0-C4D4-1ECD-F3B6F20554FD}"/>
              </a:ext>
            </a:extLst>
          </p:cNvPr>
          <p:cNvSpPr>
            <a:spLocks noGrp="1"/>
          </p:cNvSpPr>
          <p:nvPr>
            <p:ph type="sldNum" sz="quarter" idx="5"/>
          </p:nvPr>
        </p:nvSpPr>
        <p:spPr/>
        <p:txBody>
          <a:bodyPr/>
          <a:lstStyle/>
          <a:p>
            <a:fld id="{164FDCDA-5C8E-4E20-BEC5-4BA3DAEABBE8}" type="slidenum">
              <a:rPr lang="en-US" altLang="ja-JP" smtClean="0"/>
              <a:pPr/>
              <a:t>10</a:t>
            </a:fld>
            <a:endParaRPr lang="en-US" altLang="ja-JP"/>
          </a:p>
        </p:txBody>
      </p:sp>
    </p:spTree>
    <p:extLst>
      <p:ext uri="{BB962C8B-B14F-4D97-AF65-F5344CB8AC3E}">
        <p14:creationId xmlns:p14="http://schemas.microsoft.com/office/powerpoint/2010/main" val="2795454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F6A19-C645-78EE-5C31-435F108D3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3D499-22BB-077C-A9D2-A7E11DF9D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560A2-D317-49A9-EA6D-B165D5ACE20D}"/>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In this study, four types of incremental forming tests were done—tests using nylon sheets and discontinuous CFRTP as materials, and both with and without the mold. The nylon trials were used to prove toolpath feasibility and won't be explained, as the focus is on CFRTP performance.</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feed rate and spindle speed are based on the previous research's experimental conditions. The first test here has a slower speed as a safety measure, as it was the first test that was done with the heated oil bath.</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For CFRTP, four tests were performed under varying conditions, as shown on the slide. The two at 120 degrees Celsius had rough surfaces and fracturing because the sheets were removed from the oil bath too early, causing uneven cooling. The 150-degree tests succeeded in forming the test shape with no fracturing and relatively smoother surfaces.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Due to technical issues with our 3D scanner, a detailed analysis was limited, so the only measurement taken was the forming depth, as it was the only one that could be taken accurately.</a:t>
            </a:r>
          </a:p>
        </p:txBody>
      </p:sp>
      <p:sp>
        <p:nvSpPr>
          <p:cNvPr id="4" name="Slide Number Placeholder 3">
            <a:extLst>
              <a:ext uri="{FF2B5EF4-FFF2-40B4-BE49-F238E27FC236}">
                <a16:creationId xmlns:a16="http://schemas.microsoft.com/office/drawing/2014/main" id="{E8A1219E-F8A4-19DA-EB9F-1F326590E527}"/>
              </a:ext>
            </a:extLst>
          </p:cNvPr>
          <p:cNvSpPr>
            <a:spLocks noGrp="1"/>
          </p:cNvSpPr>
          <p:nvPr>
            <p:ph type="sldNum" sz="quarter" idx="5"/>
          </p:nvPr>
        </p:nvSpPr>
        <p:spPr/>
        <p:txBody>
          <a:bodyPr/>
          <a:lstStyle/>
          <a:p>
            <a:fld id="{164FDCDA-5C8E-4E20-BEC5-4BA3DAEABBE8}" type="slidenum">
              <a:rPr lang="en-US" altLang="ja-JP" smtClean="0"/>
              <a:pPr/>
              <a:t>11</a:t>
            </a:fld>
            <a:endParaRPr lang="en-US" altLang="ja-JP"/>
          </a:p>
        </p:txBody>
      </p:sp>
    </p:spTree>
    <p:extLst>
      <p:ext uri="{BB962C8B-B14F-4D97-AF65-F5344CB8AC3E}">
        <p14:creationId xmlns:p14="http://schemas.microsoft.com/office/powerpoint/2010/main" val="3521991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CD256-CE2F-49F1-5B7B-B92897286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1AD22-61BF-753C-0A69-5D6289222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6FA3D-4392-013B-0887-3C1B5C1EB64F}"/>
              </a:ext>
            </a:extLst>
          </p:cNvPr>
          <p:cNvSpPr>
            <a:spLocks noGrp="1"/>
          </p:cNvSpPr>
          <p:nvPr>
            <p:ph type="body" idx="1"/>
          </p:nvPr>
        </p:nvSpPr>
        <p:spPr/>
        <p:txBody>
          <a:bodyPr/>
          <a:lstStyle/>
          <a:p>
            <a:r>
              <a:rPr kumimoji="1" lang="en-US" sz="1200" kern="1200" dirty="0">
                <a:solidFill>
                  <a:schemeClr val="tx1"/>
                </a:solidFill>
                <a:effectLst/>
                <a:latin typeface="Times New Roman" pitchFamily="18" charset="0"/>
                <a:ea typeface="ＭＳ Ｐ明朝" charset="-128"/>
                <a:cs typeface="+mn-cs"/>
              </a:rPr>
              <a:t>A visual side-by-side comparison of the CFRTP results with and without the mold shows advantages to using a mold: The max depth of a test with a mold was 10.8 mm, exceeding the 9.9 mm target depth, and preserved the geometry with higher fidelity whereas the test without the mold did not.</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These results confirm that the upgraded CAM system can generate reliable tool paths for complex shapes incremental forming of CFRTP.</a:t>
            </a:r>
          </a:p>
        </p:txBody>
      </p:sp>
      <p:sp>
        <p:nvSpPr>
          <p:cNvPr id="4" name="Slide Number Placeholder 3">
            <a:extLst>
              <a:ext uri="{FF2B5EF4-FFF2-40B4-BE49-F238E27FC236}">
                <a16:creationId xmlns:a16="http://schemas.microsoft.com/office/drawing/2014/main" id="{38E701A5-E9E9-6D91-4C4D-FD0D92303C36}"/>
              </a:ext>
            </a:extLst>
          </p:cNvPr>
          <p:cNvSpPr>
            <a:spLocks noGrp="1"/>
          </p:cNvSpPr>
          <p:nvPr>
            <p:ph type="sldNum" sz="quarter" idx="5"/>
          </p:nvPr>
        </p:nvSpPr>
        <p:spPr/>
        <p:txBody>
          <a:bodyPr/>
          <a:lstStyle/>
          <a:p>
            <a:fld id="{164FDCDA-5C8E-4E20-BEC5-4BA3DAEABBE8}" type="slidenum">
              <a:rPr lang="en-US" altLang="ja-JP" smtClean="0"/>
              <a:pPr/>
              <a:t>12</a:t>
            </a:fld>
            <a:endParaRPr lang="en-US" altLang="ja-JP"/>
          </a:p>
        </p:txBody>
      </p:sp>
    </p:spTree>
    <p:extLst>
      <p:ext uri="{BB962C8B-B14F-4D97-AF65-F5344CB8AC3E}">
        <p14:creationId xmlns:p14="http://schemas.microsoft.com/office/powerpoint/2010/main" val="1233769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A544-9E06-C4D8-B41E-559714AFF7F9}"/>
            </a:ext>
          </a:extLst>
        </p:cNvPr>
        <p:cNvGrpSpPr/>
        <p:nvPr/>
      </p:nvGrpSpPr>
      <p:grpSpPr>
        <a:xfrm>
          <a:off x="0" y="0"/>
          <a:ext cx="0" cy="0"/>
          <a:chOff x="0" y="0"/>
          <a:chExt cx="0" cy="0"/>
        </a:xfrm>
      </p:grpSpPr>
      <p:sp>
        <p:nvSpPr>
          <p:cNvPr id="16386" name="スライド イメージ プレースホルダ 1">
            <a:extLst>
              <a:ext uri="{FF2B5EF4-FFF2-40B4-BE49-F238E27FC236}">
                <a16:creationId xmlns:a16="http://schemas.microsoft.com/office/drawing/2014/main" id="{E0FAC5F0-3AEC-13FA-37ED-A43517BBF2F6}"/>
              </a:ext>
            </a:extLst>
          </p:cNvPr>
          <p:cNvSpPr>
            <a:spLocks noGrp="1" noRot="1" noChangeAspect="1" noTextEdit="1"/>
          </p:cNvSpPr>
          <p:nvPr>
            <p:ph type="sldImg"/>
          </p:nvPr>
        </p:nvSpPr>
        <p:spPr>
          <a:ln/>
        </p:spPr>
      </p:sp>
      <p:sp>
        <p:nvSpPr>
          <p:cNvPr id="16387" name="ノート プレースホルダ 2">
            <a:extLst>
              <a:ext uri="{FF2B5EF4-FFF2-40B4-BE49-F238E27FC236}">
                <a16:creationId xmlns:a16="http://schemas.microsoft.com/office/drawing/2014/main" id="{4DEB027D-2010-D6A4-3CA3-13F772E4F77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In summary, the changes made to the previous CAM system solved several issues, such as generating precise tool paths for intricate shapes, reducing generation times to near-instantaneous levels, and simplifying the workflow for faster prototyping.</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The forming depths averaged within a 5% margin of error, with the molds having less error. The 150°C temperature proved optimal, consistent with earlier findings. However, this data set is small, so the data may not be accurate. </a:t>
            </a:r>
          </a:p>
        </p:txBody>
      </p:sp>
      <p:sp>
        <p:nvSpPr>
          <p:cNvPr id="16388" name="スライド番号プレースホルダ 3">
            <a:extLst>
              <a:ext uri="{FF2B5EF4-FFF2-40B4-BE49-F238E27FC236}">
                <a16:creationId xmlns:a16="http://schemas.microsoft.com/office/drawing/2014/main" id="{A277A0C1-8A08-37A6-365D-8261ECE00FC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E245534-AA22-4C2B-8098-70AD90F155E6}" type="slidenum">
              <a:rPr lang="en-US" altLang="ja-JP" sz="1200" b="0">
                <a:solidFill>
                  <a:schemeClr val="tx1"/>
                </a:solidFill>
                <a:latin typeface="Times New Roman" panose="02020603050405020304" pitchFamily="18" charset="0"/>
              </a:rPr>
              <a:pPr/>
              <a:t>13</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607357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5C9AA-D105-750A-3710-495F23AB8131}"/>
            </a:ext>
          </a:extLst>
        </p:cNvPr>
        <p:cNvGrpSpPr/>
        <p:nvPr/>
      </p:nvGrpSpPr>
      <p:grpSpPr>
        <a:xfrm>
          <a:off x="0" y="0"/>
          <a:ext cx="0" cy="0"/>
          <a:chOff x="0" y="0"/>
          <a:chExt cx="0" cy="0"/>
        </a:xfrm>
      </p:grpSpPr>
      <p:sp>
        <p:nvSpPr>
          <p:cNvPr id="16386" name="スライド イメージ プレースホルダ 1">
            <a:extLst>
              <a:ext uri="{FF2B5EF4-FFF2-40B4-BE49-F238E27FC236}">
                <a16:creationId xmlns:a16="http://schemas.microsoft.com/office/drawing/2014/main" id="{F44C9E83-03E3-85D6-53B5-A29B7CCAE787}"/>
              </a:ext>
            </a:extLst>
          </p:cNvPr>
          <p:cNvSpPr>
            <a:spLocks noGrp="1" noRot="1" noChangeAspect="1" noTextEdit="1"/>
          </p:cNvSpPr>
          <p:nvPr>
            <p:ph type="sldImg"/>
          </p:nvPr>
        </p:nvSpPr>
        <p:spPr>
          <a:ln/>
        </p:spPr>
      </p:sp>
      <p:sp>
        <p:nvSpPr>
          <p:cNvPr id="16387" name="ノート プレースホルダ 2">
            <a:extLst>
              <a:ext uri="{FF2B5EF4-FFF2-40B4-BE49-F238E27FC236}">
                <a16:creationId xmlns:a16="http://schemas.microsoft.com/office/drawing/2014/main" id="{A2B74FE2-972A-5EF9-943E-163FB91748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That said, there are further improvements to be made. On the CAM side, additional optimizations could include automated origin detection for the workpiece and jig, accelerating setup times by eliminating manual alignment, which currently slows down experiments.</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Experimentally, developing a way to cool the oil bath would enable multiple tests per day, as the current cooldown period restricts experiments to one a day. </a:t>
            </a:r>
          </a:p>
          <a:p>
            <a:endParaRPr kumimoji="1" lang="en-US" sz="1200" kern="1200" dirty="0">
              <a:solidFill>
                <a:schemeClr val="tx1"/>
              </a:solidFill>
              <a:effectLst/>
              <a:latin typeface="Times New Roman" pitchFamily="18" charset="0"/>
              <a:ea typeface="ＭＳ Ｐ明朝" charset="-128"/>
              <a:cs typeface="+mn-cs"/>
            </a:endParaRPr>
          </a:p>
          <a:p>
            <a:r>
              <a:rPr kumimoji="1" lang="en-US" sz="1200" kern="1200" dirty="0">
                <a:solidFill>
                  <a:schemeClr val="tx1"/>
                </a:solidFill>
                <a:effectLst/>
                <a:latin typeface="Times New Roman" pitchFamily="18" charset="0"/>
                <a:ea typeface="ＭＳ Ｐ明朝" charset="-128"/>
                <a:cs typeface="+mn-cs"/>
              </a:rPr>
              <a:t>Lastly, getting a 3D scanner would allow comprehensive post-forming analysis, including thickness uniformity and geometric deviation metrics, for deeper insights.</a:t>
            </a:r>
          </a:p>
        </p:txBody>
      </p:sp>
      <p:sp>
        <p:nvSpPr>
          <p:cNvPr id="16388" name="スライド番号プレースホルダ 3">
            <a:extLst>
              <a:ext uri="{FF2B5EF4-FFF2-40B4-BE49-F238E27FC236}">
                <a16:creationId xmlns:a16="http://schemas.microsoft.com/office/drawing/2014/main" id="{3B9F021E-89DB-D7FF-BD02-9CD7C294AF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E245534-AA22-4C2B-8098-70AD90F155E6}" type="slidenum">
              <a:rPr lang="en-US" altLang="ja-JP" sz="1200" b="0">
                <a:solidFill>
                  <a:schemeClr val="tx1"/>
                </a:solidFill>
                <a:latin typeface="Times New Roman" panose="02020603050405020304" pitchFamily="18" charset="0"/>
              </a:rPr>
              <a:pPr/>
              <a:t>14</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384398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F9AF-F12E-A749-9BAE-AE0BB280B989}"/>
            </a:ext>
          </a:extLst>
        </p:cNvPr>
        <p:cNvGrpSpPr/>
        <p:nvPr/>
      </p:nvGrpSpPr>
      <p:grpSpPr>
        <a:xfrm>
          <a:off x="0" y="0"/>
          <a:ext cx="0" cy="0"/>
          <a:chOff x="0" y="0"/>
          <a:chExt cx="0" cy="0"/>
        </a:xfrm>
      </p:grpSpPr>
      <p:sp>
        <p:nvSpPr>
          <p:cNvPr id="5122" name="Rectangle 7">
            <a:extLst>
              <a:ext uri="{FF2B5EF4-FFF2-40B4-BE49-F238E27FC236}">
                <a16:creationId xmlns:a16="http://schemas.microsoft.com/office/drawing/2014/main" id="{E3D15706-BDAD-5CFA-A6C4-C4FE8FC64A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15</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2EC6394D-1331-EBFA-7C75-8A0289E944B8}"/>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DBEB1D49-6A98-37B7-8329-F685383B8F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dirty="0">
                <a:solidFill>
                  <a:schemeClr val="tx1"/>
                </a:solidFill>
                <a:effectLst/>
                <a:latin typeface="Times New Roman" pitchFamily="18" charset="0"/>
                <a:ea typeface="ＭＳ Ｐ明朝" charset="-128"/>
                <a:cs typeface="+mn-cs"/>
              </a:rPr>
              <a:t>Here are my citations. Thank you for your attention</a:t>
            </a:r>
          </a:p>
        </p:txBody>
      </p:sp>
    </p:spTree>
    <p:extLst>
      <p:ext uri="{BB962C8B-B14F-4D97-AF65-F5344CB8AC3E}">
        <p14:creationId xmlns:p14="http://schemas.microsoft.com/office/powerpoint/2010/main" val="479187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D0B18-2ED6-07FD-2773-5D6228818474}"/>
            </a:ext>
          </a:extLst>
        </p:cNvPr>
        <p:cNvGrpSpPr/>
        <p:nvPr/>
      </p:nvGrpSpPr>
      <p:grpSpPr>
        <a:xfrm>
          <a:off x="0" y="0"/>
          <a:ext cx="0" cy="0"/>
          <a:chOff x="0" y="0"/>
          <a:chExt cx="0" cy="0"/>
        </a:xfrm>
      </p:grpSpPr>
      <p:sp>
        <p:nvSpPr>
          <p:cNvPr id="5122" name="Rectangle 7">
            <a:extLst>
              <a:ext uri="{FF2B5EF4-FFF2-40B4-BE49-F238E27FC236}">
                <a16:creationId xmlns:a16="http://schemas.microsoft.com/office/drawing/2014/main" id="{234AF060-259A-71E8-05D8-432A96AF3D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16</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05587BA6-FA34-F863-A066-BF667D0A1452}"/>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F762AB9F-A179-5CBC-EEE6-9691B04131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sz="1200" kern="1200" dirty="0">
              <a:solidFill>
                <a:schemeClr val="tx1"/>
              </a:solidFill>
              <a:effectLst/>
              <a:latin typeface="Times New Roman" pitchFamily="18" charset="0"/>
              <a:ea typeface="ＭＳ Ｐ明朝" charset="-128"/>
              <a:cs typeface="+mn-cs"/>
            </a:endParaRPr>
          </a:p>
        </p:txBody>
      </p:sp>
    </p:spTree>
    <p:extLst>
      <p:ext uri="{BB962C8B-B14F-4D97-AF65-F5344CB8AC3E}">
        <p14:creationId xmlns:p14="http://schemas.microsoft.com/office/powerpoint/2010/main" val="2187630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EB47-5C63-D42B-1F56-77B327DFA255}"/>
            </a:ext>
          </a:extLst>
        </p:cNvPr>
        <p:cNvGrpSpPr/>
        <p:nvPr/>
      </p:nvGrpSpPr>
      <p:grpSpPr>
        <a:xfrm>
          <a:off x="0" y="0"/>
          <a:ext cx="0" cy="0"/>
          <a:chOff x="0" y="0"/>
          <a:chExt cx="0" cy="0"/>
        </a:xfrm>
      </p:grpSpPr>
      <p:sp>
        <p:nvSpPr>
          <p:cNvPr id="5122" name="Rectangle 7">
            <a:extLst>
              <a:ext uri="{FF2B5EF4-FFF2-40B4-BE49-F238E27FC236}">
                <a16:creationId xmlns:a16="http://schemas.microsoft.com/office/drawing/2014/main" id="{4AF42197-B75A-F4C6-0721-383D5FBCA2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12948B6-8563-47F8-A7CF-CEC6FD88496B}" type="slidenum">
              <a:rPr lang="en-US" altLang="ja-JP" sz="1200" b="0">
                <a:solidFill>
                  <a:schemeClr val="tx1"/>
                </a:solidFill>
                <a:latin typeface="Times New Roman" panose="02020603050405020304" pitchFamily="18" charset="0"/>
              </a:rPr>
              <a:pPr/>
              <a:t>17</a:t>
            </a:fld>
            <a:endParaRPr lang="en-US" altLang="ja-JP" sz="1200" b="0">
              <a:solidFill>
                <a:schemeClr val="tx1"/>
              </a:solidFill>
              <a:latin typeface="Times New Roman" panose="02020603050405020304" pitchFamily="18" charset="0"/>
            </a:endParaRPr>
          </a:p>
        </p:txBody>
      </p:sp>
      <p:sp>
        <p:nvSpPr>
          <p:cNvPr id="5123" name="Rectangle 2">
            <a:extLst>
              <a:ext uri="{FF2B5EF4-FFF2-40B4-BE49-F238E27FC236}">
                <a16:creationId xmlns:a16="http://schemas.microsoft.com/office/drawing/2014/main" id="{6BC49930-628C-DBF4-7D95-87E51B006825}"/>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0B90CDB1-0595-F0BB-F870-4FA4C38F79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sz="1200" kern="1200" dirty="0">
              <a:solidFill>
                <a:schemeClr val="tx1"/>
              </a:solidFill>
              <a:effectLst/>
              <a:latin typeface="Times New Roman" pitchFamily="18" charset="0"/>
              <a:ea typeface="ＭＳ Ｐ明朝" charset="-128"/>
              <a:cs typeface="+mn-cs"/>
            </a:endParaRPr>
          </a:p>
        </p:txBody>
      </p:sp>
    </p:spTree>
    <p:extLst>
      <p:ext uri="{BB962C8B-B14F-4D97-AF65-F5344CB8AC3E}">
        <p14:creationId xmlns:p14="http://schemas.microsoft.com/office/powerpoint/2010/main" val="3476036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What are CAD and CAM systems?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CAD and CAM systems are different technologies used for product design and manufacturing.</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CAD software creates, modifies, analyzes, and optimizes 2D or 3D digital models of physical objects. Engineers and designers can visualize designs, perform simulations, and generate precise technical drawings. Some examples of CAD software are Creo and Fusion 360.</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CAM systems are software that uses CAD models to control and automate manufacturing processes, such as CNC machining, and 3D printing. The software generates tool paths and instructions for machines to produce parts efficiently and precisely. </a:t>
            </a:r>
          </a:p>
          <a:p>
            <a:endParaRPr kumimoji="1" lang="en-US" sz="1200" kern="1200">
              <a:solidFill>
                <a:schemeClr val="tx1"/>
              </a:solidFill>
              <a:effectLst/>
              <a:latin typeface="Times New Roman" pitchFamily="18" charset="0"/>
              <a:ea typeface="ＭＳ Ｐ明朝" charset="-128"/>
              <a:cs typeface="+mn-cs"/>
            </a:endParaRPr>
          </a:p>
          <a:p>
            <a:endParaRPr kumimoji="1" lang="en-US" sz="1200" kern="1200">
              <a:solidFill>
                <a:schemeClr val="tx1"/>
              </a:solidFill>
              <a:effectLst/>
              <a:latin typeface="Times New Roman" pitchFamily="18" charset="0"/>
              <a:ea typeface="ＭＳ Ｐ明朝" charset="-128"/>
              <a:cs typeface="+mn-cs"/>
            </a:endParaRPr>
          </a:p>
          <a:p>
            <a:endParaRPr kumimoji="1" lang="en-US" sz="1200" kern="1200">
              <a:solidFill>
                <a:schemeClr val="tx1"/>
              </a:solidFill>
              <a:effectLst/>
              <a:latin typeface="Times New Roman" pitchFamily="18" charset="0"/>
              <a:ea typeface="ＭＳ Ｐ明朝" charset="-128"/>
              <a:cs typeface="+mn-cs"/>
            </a:endParaRP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(Computer Numerical Control)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19</a:t>
            </a:fld>
            <a:endParaRPr lang="en-US" altLang="ja-JP"/>
          </a:p>
        </p:txBody>
      </p:sp>
    </p:spTree>
    <p:extLst>
      <p:ext uri="{BB962C8B-B14F-4D97-AF65-F5344CB8AC3E}">
        <p14:creationId xmlns:p14="http://schemas.microsoft.com/office/powerpoint/2010/main" val="2913099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Carbon Fiber Reinforced Thermoplastic (CFRTP) is a composite material that combines carbon fiber with a thermoplastic matrix, offering a high strength-to-weight ratio, durability, and recyclability compared to thermoset composites. It can be easily reshaped when heated, simplifying manufacturing and facilitating repairs, making it an ideal material for various industries where weight reduction, material strength and high upkeep is necessary. In industries like the automotive industry with the Lamborghini Aventador where carbon fiber is used in the frame of the vehicle, the aerospace industry where planes like the Airbus A380 uses CFRTP for various parts like the wings and the vertical tail wing. Trek's Madone bike frames leverage CFRTP for stiffness and reduced weight for sports equipment. </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20</a:t>
            </a:fld>
            <a:endParaRPr lang="en-US" altLang="ja-JP"/>
          </a:p>
        </p:txBody>
      </p:sp>
    </p:spTree>
    <p:extLst>
      <p:ext uri="{BB962C8B-B14F-4D97-AF65-F5344CB8AC3E}">
        <p14:creationId xmlns:p14="http://schemas.microsoft.com/office/powerpoint/2010/main" val="14354189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56B3A-DAFB-B61A-856E-FE8F13FEC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AF982-DA44-99CE-5359-4D5444234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BC937-6DEA-3C9D-7687-13706C97184B}"/>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So, what is Incremental forming?</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Incremental forming is a flexible forming process that can shape sheets of various materials using plastic deformation of the sheet with a tool into the desired shape.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Unlike traditional manufacturing processes, it does not require dies or molds, making it ideal for low-volume production, prototyping, or custom parts. The tool follows a programmed path to manufacture shell shapes, offering reduced setup and production costs.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It also allows the production of various products in small quantities, where mold creation would be too expensive. </a:t>
            </a:r>
          </a:p>
          <a:p>
            <a:endParaRPr kumimoji="1" lang="en-US" sz="1200" kern="1200">
              <a:solidFill>
                <a:schemeClr val="tx1"/>
              </a:solidFill>
              <a:effectLst/>
              <a:latin typeface="Times New Roman" pitchFamily="18" charset="0"/>
              <a:ea typeface="ＭＳ Ｐ明朝" charset="-128"/>
              <a:cs typeface="+mn-cs"/>
            </a:endParaRPr>
          </a:p>
        </p:txBody>
      </p:sp>
      <p:sp>
        <p:nvSpPr>
          <p:cNvPr id="4" name="Slide Number Placeholder 3">
            <a:extLst>
              <a:ext uri="{FF2B5EF4-FFF2-40B4-BE49-F238E27FC236}">
                <a16:creationId xmlns:a16="http://schemas.microsoft.com/office/drawing/2014/main" id="{7790F122-2C8F-8F35-087F-C2E37FE5AF80}"/>
              </a:ext>
            </a:extLst>
          </p:cNvPr>
          <p:cNvSpPr>
            <a:spLocks noGrp="1"/>
          </p:cNvSpPr>
          <p:nvPr>
            <p:ph type="sldNum" sz="quarter" idx="5"/>
          </p:nvPr>
        </p:nvSpPr>
        <p:spPr/>
        <p:txBody>
          <a:bodyPr/>
          <a:lstStyle/>
          <a:p>
            <a:fld id="{164FDCDA-5C8E-4E20-BEC5-4BA3DAEABBE8}" type="slidenum">
              <a:rPr lang="en-US" altLang="ja-JP" smtClean="0"/>
              <a:pPr/>
              <a:t>21</a:t>
            </a:fld>
            <a:endParaRPr lang="en-US" altLang="ja-JP"/>
          </a:p>
        </p:txBody>
      </p:sp>
    </p:spTree>
    <p:extLst>
      <p:ext uri="{BB962C8B-B14F-4D97-AF65-F5344CB8AC3E}">
        <p14:creationId xmlns:p14="http://schemas.microsoft.com/office/powerpoint/2010/main" val="403985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Between now and the next presentation, my goal is to conduct experiments with CRTP in an oil bath with and without the mold. I will also learn how to use the 3D scanner to analyze the results, as right now, it is hard to determine accurately if the test piece was formed to the correct specifications.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After this, I will attempt to improve the formability of the test shape.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experimental equipment will be the same as that used in previous research. The T -22H oil bath and silicon oil will be used to heat the CFRTP for forming.</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test piece will be a sheet of CFRTP that is 110 mm × 110 mm thick and 1 mm thick.</a:t>
            </a:r>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22</a:t>
            </a:fld>
            <a:endParaRPr lang="en-US" altLang="ja-JP"/>
          </a:p>
        </p:txBody>
      </p:sp>
    </p:spTree>
    <p:extLst>
      <p:ext uri="{BB962C8B-B14F-4D97-AF65-F5344CB8AC3E}">
        <p14:creationId xmlns:p14="http://schemas.microsoft.com/office/powerpoint/2010/main" val="24700489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C1347318-EDA7-03DA-A7A4-3660588E9983}"/>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272364DD-A87F-2E7C-225D-E74B3CC93C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sz="1200" kern="1200">
              <a:solidFill>
                <a:schemeClr val="tx1"/>
              </a:solidFill>
              <a:effectLst/>
              <a:latin typeface="Times New Roman" pitchFamily="18" charset="0"/>
              <a:ea typeface="ＭＳ Ｐ明朝" charset="-128"/>
              <a:cs typeface="+mn-cs"/>
            </a:endParaRPr>
          </a:p>
        </p:txBody>
      </p:sp>
      <p:sp>
        <p:nvSpPr>
          <p:cNvPr id="13316" name="スライド番号プレースホルダー 3">
            <a:extLst>
              <a:ext uri="{FF2B5EF4-FFF2-40B4-BE49-F238E27FC236}">
                <a16:creationId xmlns:a16="http://schemas.microsoft.com/office/drawing/2014/main" id="{DF1A66F7-DD91-1EE9-A158-4FE667928E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23</a:t>
            </a:fld>
            <a:endParaRPr lang="en-US" altLang="ja-JP" sz="1200" b="0">
              <a:solidFill>
                <a:schemeClr val="tx1"/>
              </a:solidFill>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839AB-E297-0C5C-7F4D-0E11A17E5B4C}"/>
            </a:ext>
          </a:extLst>
        </p:cNvPr>
        <p:cNvGrpSpPr/>
        <p:nvPr/>
      </p:nvGrpSpPr>
      <p:grpSpPr>
        <a:xfrm>
          <a:off x="0" y="0"/>
          <a:ext cx="0" cy="0"/>
          <a:chOff x="0" y="0"/>
          <a:chExt cx="0" cy="0"/>
        </a:xfrm>
      </p:grpSpPr>
      <p:sp>
        <p:nvSpPr>
          <p:cNvPr id="13314" name="スライド イメージ プレースホルダー 1">
            <a:extLst>
              <a:ext uri="{FF2B5EF4-FFF2-40B4-BE49-F238E27FC236}">
                <a16:creationId xmlns:a16="http://schemas.microsoft.com/office/drawing/2014/main" id="{45EB18A1-298D-46CE-D721-EF0C0C82E33B}"/>
              </a:ext>
            </a:extLst>
          </p:cNvPr>
          <p:cNvSpPr>
            <a:spLocks noGrp="1" noRot="1" noChangeAspect="1" noTextEdit="1"/>
          </p:cNvSpPr>
          <p:nvPr>
            <p:ph type="sldImg"/>
          </p:nvPr>
        </p:nvSpPr>
        <p:spPr>
          <a:ln/>
        </p:spPr>
      </p:sp>
      <p:sp>
        <p:nvSpPr>
          <p:cNvPr id="13315" name="ノート プレースホルダー 2">
            <a:extLst>
              <a:ext uri="{FF2B5EF4-FFF2-40B4-BE49-F238E27FC236}">
                <a16:creationId xmlns:a16="http://schemas.microsoft.com/office/drawing/2014/main" id="{5B5E64DC-7E51-9696-C02D-A2A1A8C6DE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en-US" sz="1200" kern="1200">
              <a:solidFill>
                <a:schemeClr val="tx1"/>
              </a:solidFill>
              <a:effectLst/>
              <a:latin typeface="Times New Roman" pitchFamily="18" charset="0"/>
              <a:ea typeface="ＭＳ Ｐ明朝" charset="-128"/>
              <a:cs typeface="+mn-cs"/>
            </a:endParaRPr>
          </a:p>
        </p:txBody>
      </p:sp>
      <p:sp>
        <p:nvSpPr>
          <p:cNvPr id="13316" name="スライド番号プレースホルダー 3">
            <a:extLst>
              <a:ext uri="{FF2B5EF4-FFF2-40B4-BE49-F238E27FC236}">
                <a16:creationId xmlns:a16="http://schemas.microsoft.com/office/drawing/2014/main" id="{DAB61529-92FD-6A16-1977-583040974B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3DAC67EF-DDD4-4F47-BA28-B6C8A2F1D6D3}" type="slidenum">
              <a:rPr lang="en-US" altLang="ja-JP" sz="1200" b="0">
                <a:solidFill>
                  <a:schemeClr val="tx1"/>
                </a:solidFill>
                <a:latin typeface="Times New Roman" panose="02020603050405020304" pitchFamily="18" charset="0"/>
              </a:rPr>
              <a:pPr/>
              <a:t>25</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511399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B9CCF-0FB8-7FFC-43C3-7A5A0F8E0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BEA78-107F-AD58-A768-91377AB04D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9946D-9469-2BEF-8B5C-E9943B34A83E}"/>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As mentioned before, The updated CAM system significantly reduced toolpath generation time for a complex test shape from 2.5 hours to 2 seconds. The tests demonstrated that the toolpath of the enhanced CAM system worked. The tests with a mold achieved better results, consistently forming depths ranging from 8 to 10 mm and retaining the test shape better than in the tests without the mold. The system excels in handling complex geometries and streamlining manufacturing, but further research is needed to optimize CFRTP forming and enhance analysis methods.</a:t>
            </a:r>
          </a:p>
        </p:txBody>
      </p:sp>
      <p:sp>
        <p:nvSpPr>
          <p:cNvPr id="4" name="Slide Number Placeholder 3">
            <a:extLst>
              <a:ext uri="{FF2B5EF4-FFF2-40B4-BE49-F238E27FC236}">
                <a16:creationId xmlns:a16="http://schemas.microsoft.com/office/drawing/2014/main" id="{DA734577-7BBB-4A15-C791-5C877B5DFBA7}"/>
              </a:ext>
            </a:extLst>
          </p:cNvPr>
          <p:cNvSpPr>
            <a:spLocks noGrp="1"/>
          </p:cNvSpPr>
          <p:nvPr>
            <p:ph type="sldNum" sz="quarter" idx="5"/>
          </p:nvPr>
        </p:nvSpPr>
        <p:spPr/>
        <p:txBody>
          <a:bodyPr/>
          <a:lstStyle/>
          <a:p>
            <a:fld id="{164FDCDA-5C8E-4E20-BEC5-4BA3DAEABBE8}" type="slidenum">
              <a:rPr lang="en-US" altLang="ja-JP" smtClean="0"/>
              <a:pPr/>
              <a:t>26</a:t>
            </a:fld>
            <a:endParaRPr lang="en-US" altLang="ja-JP"/>
          </a:p>
        </p:txBody>
      </p:sp>
    </p:spTree>
    <p:extLst>
      <p:ext uri="{BB962C8B-B14F-4D97-AF65-F5344CB8AC3E}">
        <p14:creationId xmlns:p14="http://schemas.microsoft.com/office/powerpoint/2010/main" val="17865114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9A9A2-AFD8-77AB-A3A5-F43F3F4E9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A9B80-9C1E-5BC4-E43D-4C822050D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BE425-9659-7324-5E6D-37240804BC52}"/>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As mentioned before, The updated CAM system significantly reduced toolpath generation time for a complex test shape from 2.5 hours to 2 seconds. The tests demonstrated that the toolpath of the enhanced CAM system worked. The tests with a mold achieved better results, consistently forming depths ranging from 8 to 10 mm and retaining the test shape better than in the tests without the mold. The system excels in handling complex geometries and streamlining manufacturing, but further research is needed to optimize CFRTP forming and enhance analysis methods.</a:t>
            </a:r>
          </a:p>
        </p:txBody>
      </p:sp>
      <p:sp>
        <p:nvSpPr>
          <p:cNvPr id="4" name="Slide Number Placeholder 3">
            <a:extLst>
              <a:ext uri="{FF2B5EF4-FFF2-40B4-BE49-F238E27FC236}">
                <a16:creationId xmlns:a16="http://schemas.microsoft.com/office/drawing/2014/main" id="{C2E7ABC2-B9DF-2DD1-F1B1-04B42D09C269}"/>
              </a:ext>
            </a:extLst>
          </p:cNvPr>
          <p:cNvSpPr>
            <a:spLocks noGrp="1"/>
          </p:cNvSpPr>
          <p:nvPr>
            <p:ph type="sldNum" sz="quarter" idx="5"/>
          </p:nvPr>
        </p:nvSpPr>
        <p:spPr/>
        <p:txBody>
          <a:bodyPr/>
          <a:lstStyle/>
          <a:p>
            <a:fld id="{164FDCDA-5C8E-4E20-BEC5-4BA3DAEABBE8}" type="slidenum">
              <a:rPr lang="en-US" altLang="ja-JP" smtClean="0"/>
              <a:pPr/>
              <a:t>27</a:t>
            </a:fld>
            <a:endParaRPr lang="en-US" altLang="ja-JP"/>
          </a:p>
        </p:txBody>
      </p:sp>
    </p:spTree>
    <p:extLst>
      <p:ext uri="{BB962C8B-B14F-4D97-AF65-F5344CB8AC3E}">
        <p14:creationId xmlns:p14="http://schemas.microsoft.com/office/powerpoint/2010/main" val="807967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64FDCDA-5C8E-4E20-BEC5-4BA3DAEABBE8}" type="slidenum">
              <a:rPr lang="en-US" altLang="ja-JP" smtClean="0"/>
              <a:pPr/>
              <a:t>28</a:t>
            </a:fld>
            <a:endParaRPr lang="en-US" altLang="ja-JP"/>
          </a:p>
        </p:txBody>
      </p:sp>
    </p:spTree>
    <p:extLst>
      <p:ext uri="{BB962C8B-B14F-4D97-AF65-F5344CB8AC3E}">
        <p14:creationId xmlns:p14="http://schemas.microsoft.com/office/powerpoint/2010/main" val="18689359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B76E9-9F72-D7F3-B201-02E1566DE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60068-73DD-C390-3516-BFFC3024C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0C8F5-1C1A-D11B-8F52-2826950DBC56}"/>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The experimental conditions used for the oil testing will be based on the previous research's experimental conditions for the experiment that had the best results, as shown in the table on the right. The feed rate, spindle rotation, pitch, and temperature will be the same, while the other conditions will differ as the test shape is different. </a:t>
            </a:r>
          </a:p>
        </p:txBody>
      </p:sp>
      <p:sp>
        <p:nvSpPr>
          <p:cNvPr id="4" name="Slide Number Placeholder 3">
            <a:extLst>
              <a:ext uri="{FF2B5EF4-FFF2-40B4-BE49-F238E27FC236}">
                <a16:creationId xmlns:a16="http://schemas.microsoft.com/office/drawing/2014/main" id="{547002EB-7664-7DD8-EC55-C6D2CF48761B}"/>
              </a:ext>
            </a:extLst>
          </p:cNvPr>
          <p:cNvSpPr>
            <a:spLocks noGrp="1"/>
          </p:cNvSpPr>
          <p:nvPr>
            <p:ph type="sldNum" sz="quarter" idx="5"/>
          </p:nvPr>
        </p:nvSpPr>
        <p:spPr/>
        <p:txBody>
          <a:bodyPr/>
          <a:lstStyle/>
          <a:p>
            <a:fld id="{164FDCDA-5C8E-4E20-BEC5-4BA3DAEABBE8}" type="slidenum">
              <a:rPr lang="en-US" altLang="ja-JP" smtClean="0"/>
              <a:pPr/>
              <a:t>29</a:t>
            </a:fld>
            <a:endParaRPr lang="en-US" altLang="ja-JP"/>
          </a:p>
        </p:txBody>
      </p:sp>
    </p:spTree>
    <p:extLst>
      <p:ext uri="{BB962C8B-B14F-4D97-AF65-F5344CB8AC3E}">
        <p14:creationId xmlns:p14="http://schemas.microsoft.com/office/powerpoint/2010/main" val="3272932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C4D95-4656-1CA2-43F4-9BC3081DD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A08DF-99B3-4B24-05E0-A6B6B54F9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DB6CA0-E66F-8CF7-543C-B76B77CCE55C}"/>
              </a:ext>
            </a:extLst>
          </p:cNvPr>
          <p:cNvSpPr>
            <a:spLocks noGrp="1"/>
          </p:cNvSpPr>
          <p:nvPr>
            <p:ph type="body" idx="1"/>
          </p:nvPr>
        </p:nvSpPr>
        <p:spPr/>
        <p:txBody>
          <a:bodyPr/>
          <a:lstStyle/>
          <a:p>
            <a:r>
              <a:rPr kumimoji="1" lang="en-US" sz="1200" kern="1200">
                <a:solidFill>
                  <a:schemeClr val="tx1"/>
                </a:solidFill>
                <a:effectLst/>
                <a:latin typeface="Times New Roman" pitchFamily="18" charset="0"/>
                <a:ea typeface="ＭＳ Ｐ明朝" charset="-128"/>
                <a:cs typeface="+mn-cs"/>
              </a:rPr>
              <a:t>The changes to the previous CAM system that were made can be seen on the screen with these nine boxes. Address the issues that the previous CAM system had with sorting or filtering points, adjustments for use in CNC machines, and streamlining the process of design to manufacturing.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top 6 boxes on the slide deal with the sorting and filtering of points, removing duplicate and invalid points, sorting the points into layers, rounding points to increase the accuracy of the toolpath generated, removing layers with fewer than five points, and generating a tool path without inefficiencies.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bottom left box deals with the adjustments to the tool path so that it can be used in a CNC machine. These adjustments consider the tool's diameter, the spring back of a material, and the machining center's physical constraints. </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The final two boxes streamline the design to manufacturing process by allowing the user to adjust the code depending on experimental equipment and conditions, and automatically adding the initial setup commands and termination sequence that every toolpath needs.</a:t>
            </a:r>
          </a:p>
          <a:p>
            <a:endParaRPr kumimoji="1" lang="en-US" sz="1200" kern="1200">
              <a:solidFill>
                <a:schemeClr val="tx1"/>
              </a:solidFill>
              <a:effectLst/>
              <a:latin typeface="Times New Roman" pitchFamily="18" charset="0"/>
              <a:ea typeface="ＭＳ Ｐ明朝" charset="-128"/>
              <a:cs typeface="+mn-cs"/>
            </a:endParaRPr>
          </a:p>
          <a:p>
            <a:r>
              <a:rPr kumimoji="1" lang="en-US" sz="1200" kern="1200">
                <a:solidFill>
                  <a:schemeClr val="tx1"/>
                </a:solidFill>
                <a:effectLst/>
                <a:latin typeface="Times New Roman" pitchFamily="18" charset="0"/>
                <a:ea typeface="ＭＳ Ｐ明朝" charset="-128"/>
                <a:cs typeface="+mn-cs"/>
              </a:rPr>
              <a:t>#Hide the slide</a:t>
            </a:r>
          </a:p>
          <a:p>
            <a:r>
              <a:rPr kumimoji="1" lang="en-US" sz="1200" kern="1200">
                <a:solidFill>
                  <a:schemeClr val="tx1"/>
                </a:solidFill>
                <a:effectLst/>
                <a:latin typeface="Times New Roman" pitchFamily="18" charset="0"/>
                <a:ea typeface="ＭＳ Ｐ明朝" charset="-128"/>
                <a:cs typeface="+mn-cs"/>
              </a:rPr>
              <a:t># remove the </a:t>
            </a:r>
          </a:p>
          <a:p>
            <a:r>
              <a:rPr kumimoji="1" lang="en-US" sz="1200" kern="1200">
                <a:solidFill>
                  <a:schemeClr val="tx1"/>
                </a:solidFill>
                <a:effectLst/>
                <a:latin typeface="Times New Roman" pitchFamily="18" charset="0"/>
                <a:ea typeface="ＭＳ Ｐ明朝" charset="-128"/>
                <a:cs typeface="+mn-cs"/>
              </a:rPr>
              <a:t>#bullet points more effective</a:t>
            </a:r>
          </a:p>
          <a:p>
            <a:r>
              <a:rPr kumimoji="1" lang="en-US" sz="1200" kern="1200">
                <a:solidFill>
                  <a:schemeClr val="tx1"/>
                </a:solidFill>
                <a:effectLst/>
                <a:latin typeface="Times New Roman" pitchFamily="18" charset="0"/>
                <a:ea typeface="ＭＳ Ｐ明朝" charset="-128"/>
                <a:cs typeface="+mn-cs"/>
              </a:rPr>
              <a:t>#Change to one or two slides explain what I did </a:t>
            </a:r>
          </a:p>
        </p:txBody>
      </p:sp>
      <p:sp>
        <p:nvSpPr>
          <p:cNvPr id="4" name="Slide Number Placeholder 3">
            <a:extLst>
              <a:ext uri="{FF2B5EF4-FFF2-40B4-BE49-F238E27FC236}">
                <a16:creationId xmlns:a16="http://schemas.microsoft.com/office/drawing/2014/main" id="{CF77F5B6-C4DE-9CF2-0004-3A5A4D99CFDF}"/>
              </a:ext>
            </a:extLst>
          </p:cNvPr>
          <p:cNvSpPr>
            <a:spLocks noGrp="1"/>
          </p:cNvSpPr>
          <p:nvPr>
            <p:ph type="sldNum" sz="quarter" idx="5"/>
          </p:nvPr>
        </p:nvSpPr>
        <p:spPr/>
        <p:txBody>
          <a:bodyPr/>
          <a:lstStyle/>
          <a:p>
            <a:fld id="{164FDCDA-5C8E-4E20-BEC5-4BA3DAEABBE8}" type="slidenum">
              <a:rPr lang="en-US" altLang="ja-JP" smtClean="0"/>
              <a:pPr/>
              <a:t>30</a:t>
            </a:fld>
            <a:endParaRPr lang="en-US" altLang="ja-JP"/>
          </a:p>
        </p:txBody>
      </p:sp>
    </p:spTree>
    <p:extLst>
      <p:ext uri="{BB962C8B-B14F-4D97-AF65-F5344CB8AC3E}">
        <p14:creationId xmlns:p14="http://schemas.microsoft.com/office/powerpoint/2010/main" val="19949228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533A6-2759-C1A0-9B4D-38E70049E30F}"/>
            </a:ext>
          </a:extLst>
        </p:cNvPr>
        <p:cNvGrpSpPr/>
        <p:nvPr/>
      </p:nvGrpSpPr>
      <p:grpSpPr>
        <a:xfrm>
          <a:off x="0" y="0"/>
          <a:ext cx="0" cy="0"/>
          <a:chOff x="0" y="0"/>
          <a:chExt cx="0" cy="0"/>
        </a:xfrm>
      </p:grpSpPr>
      <p:sp>
        <p:nvSpPr>
          <p:cNvPr id="16386" name="スライド イメージ プレースホルダ 1">
            <a:extLst>
              <a:ext uri="{FF2B5EF4-FFF2-40B4-BE49-F238E27FC236}">
                <a16:creationId xmlns:a16="http://schemas.microsoft.com/office/drawing/2014/main" id="{ACB7245D-57DB-5478-8E57-AB27CC4EDB24}"/>
              </a:ext>
            </a:extLst>
          </p:cNvPr>
          <p:cNvSpPr>
            <a:spLocks noGrp="1" noRot="1" noChangeAspect="1" noTextEdit="1"/>
          </p:cNvSpPr>
          <p:nvPr>
            <p:ph type="sldImg"/>
          </p:nvPr>
        </p:nvSpPr>
        <p:spPr>
          <a:ln/>
        </p:spPr>
      </p:sp>
      <p:sp>
        <p:nvSpPr>
          <p:cNvPr id="16387" name="ノート プレースホルダ 2">
            <a:extLst>
              <a:ext uri="{FF2B5EF4-FFF2-40B4-BE49-F238E27FC236}">
                <a16:creationId xmlns:a16="http://schemas.microsoft.com/office/drawing/2014/main" id="{2469CC90-EE08-B30B-1C31-A8FE698EF5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kern="1200">
                <a:solidFill>
                  <a:schemeClr val="tx1"/>
                </a:solidFill>
                <a:effectLst/>
                <a:latin typeface="Times New Roman" pitchFamily="18" charset="0"/>
                <a:ea typeface="ＭＳ Ｐ明朝" charset="-128"/>
                <a:cs typeface="+mn-cs"/>
              </a:rPr>
              <a:t>This study successfully improved the previous research's CAM system, addressed several limitations the prior CAM system had, and solved three issues: generating precise, error-free toolpaths for complex geometries, reducing toolpath generation time for complex geometries, and streamlining the design-to-manufacturing process. </a:t>
            </a:r>
          </a:p>
          <a:p>
            <a:endParaRPr kumimoji="1" lang="en-US" sz="1200" kern="1200">
              <a:solidFill>
                <a:schemeClr val="tx1"/>
              </a:solidFill>
              <a:effectLst/>
              <a:latin typeface="Times New Roman" pitchFamily="18" charset="0"/>
              <a:ea typeface="ＭＳ Ｐ明朝" charset="-128"/>
              <a:cs typeface="+mn-cs"/>
            </a:endParaRPr>
          </a:p>
          <a:p>
            <a:r>
              <a:rPr lang="en-US"/>
              <a:t>The updated CAM system achieves near-100% time reduction, enabling rapid prototyping. Forming depths are within ~5% error of target on average, with molds improving consistency (lower error without over-forming). </a:t>
            </a:r>
          </a:p>
          <a:p>
            <a:endParaRPr lang="en-US"/>
          </a:p>
          <a:p>
            <a:r>
              <a:rPr lang="en-US"/>
              <a:t>Temperature at 150°C is critical, aligning with the previous researches temperature. </a:t>
            </a:r>
          </a:p>
          <a:p>
            <a:endParaRPr lang="en-US"/>
          </a:p>
          <a:p>
            <a:r>
              <a:rPr lang="en-US"/>
              <a:t>Small sample sizes (e.g., n=2 for CFRTP depths) prevent advanced stats like t-tests or ANOVA. No variance data for nylon tests or thickness measurements. Future work could quantify point reduction in CAM (e.g., pre/post-filtering counts) and add more replicates for depths (target n≥10 per condition) to compute reliable standard deviations. Integrate sensor data (e.g., force in Newtons) for correlation analysis (e.g., depth vs. temperature: linear regression slope from previous data ~0.1 mm/°C increase above 50°C).</a:t>
            </a:r>
            <a:endParaRPr kumimoji="1" lang="en-US" sz="1200" kern="1200">
              <a:solidFill>
                <a:schemeClr val="tx1"/>
              </a:solidFill>
              <a:effectLst/>
              <a:latin typeface="Times New Roman" pitchFamily="18" charset="0"/>
              <a:ea typeface="ＭＳ Ｐ明朝" charset="-128"/>
              <a:cs typeface="+mn-cs"/>
            </a:endParaRPr>
          </a:p>
        </p:txBody>
      </p:sp>
      <p:sp>
        <p:nvSpPr>
          <p:cNvPr id="16388" name="スライド番号プレースホルダ 3">
            <a:extLst>
              <a:ext uri="{FF2B5EF4-FFF2-40B4-BE49-F238E27FC236}">
                <a16:creationId xmlns:a16="http://schemas.microsoft.com/office/drawing/2014/main" id="{6D933BD1-4689-A6CD-CEEC-C455C06C99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defRPr kumimoji="1" sz="2800" b="1">
                <a:solidFill>
                  <a:srgbClr val="000099"/>
                </a:solidFill>
                <a:latin typeface="Arial" panose="020B0604020202020204" pitchFamily="34" charset="0"/>
                <a:ea typeface="ＭＳ Ｐゴシック" panose="020B0600070205080204" pitchFamily="50" charset="-128"/>
              </a:defRPr>
            </a:lvl1pPr>
            <a:lvl2pPr marL="742950" indent="-285750" defTabSz="911225">
              <a:defRPr kumimoji="1" sz="2800" b="1">
                <a:solidFill>
                  <a:srgbClr val="000099"/>
                </a:solidFill>
                <a:latin typeface="Arial" panose="020B0604020202020204" pitchFamily="34" charset="0"/>
                <a:ea typeface="ＭＳ Ｐゴシック" panose="020B0600070205080204" pitchFamily="50" charset="-128"/>
              </a:defRPr>
            </a:lvl2pPr>
            <a:lvl3pPr marL="1143000" indent="-228600" defTabSz="911225">
              <a:defRPr kumimoji="1" sz="2800" b="1">
                <a:solidFill>
                  <a:srgbClr val="000099"/>
                </a:solidFill>
                <a:latin typeface="Arial" panose="020B0604020202020204" pitchFamily="34" charset="0"/>
                <a:ea typeface="ＭＳ Ｐゴシック" panose="020B0600070205080204" pitchFamily="50" charset="-128"/>
              </a:defRPr>
            </a:lvl3pPr>
            <a:lvl4pPr marL="1600200" indent="-228600" defTabSz="911225">
              <a:defRPr kumimoji="1" sz="2800" b="1">
                <a:solidFill>
                  <a:srgbClr val="000099"/>
                </a:solidFill>
                <a:latin typeface="Arial" panose="020B0604020202020204" pitchFamily="34" charset="0"/>
                <a:ea typeface="ＭＳ Ｐゴシック" panose="020B0600070205080204" pitchFamily="50" charset="-128"/>
              </a:defRPr>
            </a:lvl4pPr>
            <a:lvl5pPr marL="2057400" indent="-228600" defTabSz="911225">
              <a:defRPr kumimoji="1" sz="2800" b="1">
                <a:solidFill>
                  <a:srgbClr val="000099"/>
                </a:solidFill>
                <a:latin typeface="Arial" panose="020B0604020202020204" pitchFamily="34" charset="0"/>
                <a:ea typeface="ＭＳ Ｐゴシック" panose="020B0600070205080204" pitchFamily="50" charset="-128"/>
              </a:defRPr>
            </a:lvl5pPr>
            <a:lvl6pPr marL="25146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6pPr>
            <a:lvl7pPr marL="29718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7pPr>
            <a:lvl8pPr marL="34290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8pPr>
            <a:lvl9pPr marL="3886200" indent="-228600" defTabSz="911225" eaLnBrk="0" fontAlgn="base" hangingPunct="0">
              <a:spcBef>
                <a:spcPct val="0"/>
              </a:spcBef>
              <a:spcAft>
                <a:spcPct val="0"/>
              </a:spcAft>
              <a:defRPr kumimoji="1" sz="2800" b="1">
                <a:solidFill>
                  <a:srgbClr val="000099"/>
                </a:solidFill>
                <a:latin typeface="Arial" panose="020B0604020202020204" pitchFamily="34" charset="0"/>
                <a:ea typeface="ＭＳ Ｐゴシック" panose="020B0600070205080204" pitchFamily="50" charset="-128"/>
              </a:defRPr>
            </a:lvl9pPr>
          </a:lstStyle>
          <a:p>
            <a:fld id="{2E245534-AA22-4C2B-8098-70AD90F155E6}" type="slidenum">
              <a:rPr lang="en-US" altLang="ja-JP" sz="1200" b="0">
                <a:solidFill>
                  <a:schemeClr val="tx1"/>
                </a:solidFill>
                <a:latin typeface="Times New Roman" panose="02020603050405020304" pitchFamily="18" charset="0"/>
              </a:rPr>
              <a:pPr/>
              <a:t>31</a:t>
            </a:fld>
            <a:endParaRPr lang="en-US" altLang="ja-JP"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858219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4">
            <a:extLst>
              <a:ext uri="{FF2B5EF4-FFF2-40B4-BE49-F238E27FC236}">
                <a16:creationId xmlns:a16="http://schemas.microsoft.com/office/drawing/2014/main" id="{CA439828-FEC1-DB8F-BF5D-AE3DD4BF8EC6}"/>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7C445BA2-7927-1D9D-5EDA-F7DDEB50DC5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90560E98-DB61-CCEA-B3D0-7DEE748FBC04}"/>
              </a:ext>
            </a:extLst>
          </p:cNvPr>
          <p:cNvSpPr>
            <a:spLocks noGrp="1" noChangeArrowheads="1"/>
          </p:cNvSpPr>
          <p:nvPr>
            <p:ph type="sldNum" sz="quarter" idx="12"/>
          </p:nvPr>
        </p:nvSpPr>
        <p:spPr>
          <a:ln/>
        </p:spPr>
        <p:txBody>
          <a:bodyPr/>
          <a:lstStyle>
            <a:lvl1pPr>
              <a:defRPr/>
            </a:lvl1pPr>
          </a:lstStyle>
          <a:p>
            <a:r>
              <a:rPr lang="en-US" altLang="ja-JP"/>
              <a:t>No.</a:t>
            </a:r>
            <a:fld id="{C234E099-0AB4-450A-BF20-F5388E2789CD}" type="slidenum">
              <a:rPr lang="en-US" altLang="ja-JP"/>
              <a:pPr/>
              <a:t>‹#›</a:t>
            </a:fld>
            <a:endParaRPr lang="en-US" altLang="ja-JP"/>
          </a:p>
        </p:txBody>
      </p:sp>
    </p:spTree>
    <p:extLst>
      <p:ext uri="{BB962C8B-B14F-4D97-AF65-F5344CB8AC3E}">
        <p14:creationId xmlns:p14="http://schemas.microsoft.com/office/powerpoint/2010/main" val="3415164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C2517CDC-B0BF-EA32-11CE-81E7390B467A}"/>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C5DDEC57-DF00-BAFC-AE48-FE0FC211B86F}"/>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F074E127-3ACF-3BAE-3B9D-1C10B1BB5B63}"/>
              </a:ext>
            </a:extLst>
          </p:cNvPr>
          <p:cNvSpPr>
            <a:spLocks noGrp="1" noChangeArrowheads="1"/>
          </p:cNvSpPr>
          <p:nvPr>
            <p:ph type="sldNum" sz="quarter" idx="12"/>
          </p:nvPr>
        </p:nvSpPr>
        <p:spPr>
          <a:ln/>
        </p:spPr>
        <p:txBody>
          <a:bodyPr/>
          <a:lstStyle>
            <a:lvl1pPr>
              <a:defRPr/>
            </a:lvl1pPr>
          </a:lstStyle>
          <a:p>
            <a:r>
              <a:rPr lang="en-US" altLang="ja-JP"/>
              <a:t>No.</a:t>
            </a:r>
            <a:fld id="{5C1FA935-C3F5-4DDE-9F4C-C9BD4960D2A8}" type="slidenum">
              <a:rPr lang="en-US" altLang="ja-JP"/>
              <a:pPr/>
              <a:t>‹#›</a:t>
            </a:fld>
            <a:endParaRPr lang="en-US" altLang="ja-JP"/>
          </a:p>
        </p:txBody>
      </p:sp>
    </p:spTree>
    <p:extLst>
      <p:ext uri="{BB962C8B-B14F-4D97-AF65-F5344CB8AC3E}">
        <p14:creationId xmlns:p14="http://schemas.microsoft.com/office/powerpoint/2010/main" val="2151893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4">
            <a:extLst>
              <a:ext uri="{FF2B5EF4-FFF2-40B4-BE49-F238E27FC236}">
                <a16:creationId xmlns:a16="http://schemas.microsoft.com/office/drawing/2014/main" id="{D64ABED1-AD63-3326-C1B6-401BD102E34A}"/>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A08D9ADC-D2A2-21E7-B65F-1C14FD138A2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6BC327E4-71F1-ADE1-4778-AEB67B4DECF8}"/>
              </a:ext>
            </a:extLst>
          </p:cNvPr>
          <p:cNvSpPr>
            <a:spLocks noGrp="1" noChangeArrowheads="1"/>
          </p:cNvSpPr>
          <p:nvPr>
            <p:ph type="sldNum" sz="quarter" idx="12"/>
          </p:nvPr>
        </p:nvSpPr>
        <p:spPr>
          <a:ln/>
        </p:spPr>
        <p:txBody>
          <a:bodyPr/>
          <a:lstStyle>
            <a:lvl1pPr>
              <a:defRPr/>
            </a:lvl1pPr>
          </a:lstStyle>
          <a:p>
            <a:r>
              <a:rPr lang="en-US" altLang="ja-JP"/>
              <a:t>No.</a:t>
            </a:r>
            <a:fld id="{2BED7F2E-8CDF-4546-8FE4-E96D4D70E0A2}" type="slidenum">
              <a:rPr lang="en-US" altLang="ja-JP"/>
              <a:pPr/>
              <a:t>‹#›</a:t>
            </a:fld>
            <a:endParaRPr lang="en-US" altLang="ja-JP"/>
          </a:p>
        </p:txBody>
      </p:sp>
    </p:spTree>
    <p:extLst>
      <p:ext uri="{BB962C8B-B14F-4D97-AF65-F5344CB8AC3E}">
        <p14:creationId xmlns:p14="http://schemas.microsoft.com/office/powerpoint/2010/main" val="838844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a:extLst>
              <a:ext uri="{FF2B5EF4-FFF2-40B4-BE49-F238E27FC236}">
                <a16:creationId xmlns:a16="http://schemas.microsoft.com/office/drawing/2014/main" id="{636E4818-9261-F9A4-58FD-26A968994A1C}"/>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F88D7C35-0049-B037-5BE0-C474BF5FE5F2}"/>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27B3EF4A-AAFA-1B09-AFB9-E6B1C3755D26}"/>
              </a:ext>
            </a:extLst>
          </p:cNvPr>
          <p:cNvSpPr>
            <a:spLocks noGrp="1" noChangeArrowheads="1"/>
          </p:cNvSpPr>
          <p:nvPr>
            <p:ph type="sldNum" sz="quarter" idx="12"/>
          </p:nvPr>
        </p:nvSpPr>
        <p:spPr>
          <a:ln/>
        </p:spPr>
        <p:txBody>
          <a:bodyPr/>
          <a:lstStyle>
            <a:lvl1pPr>
              <a:defRPr/>
            </a:lvl1pPr>
          </a:lstStyle>
          <a:p>
            <a:r>
              <a:rPr lang="en-US" altLang="ja-JP"/>
              <a:t>No.</a:t>
            </a:r>
            <a:fld id="{B6E47E99-21BC-423E-A334-1D83724BAAD2}" type="slidenum">
              <a:rPr lang="en-US" altLang="ja-JP"/>
              <a:pPr/>
              <a:t>‹#›</a:t>
            </a:fld>
            <a:endParaRPr lang="en-US" altLang="ja-JP"/>
          </a:p>
        </p:txBody>
      </p:sp>
    </p:spTree>
    <p:extLst>
      <p:ext uri="{BB962C8B-B14F-4D97-AF65-F5344CB8AC3E}">
        <p14:creationId xmlns:p14="http://schemas.microsoft.com/office/powerpoint/2010/main" val="1605166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a:extLst>
              <a:ext uri="{FF2B5EF4-FFF2-40B4-BE49-F238E27FC236}">
                <a16:creationId xmlns:a16="http://schemas.microsoft.com/office/drawing/2014/main" id="{32B7C4FB-DBC0-E85C-6B1E-05447BA47F8C}"/>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5">
            <a:extLst>
              <a:ext uri="{FF2B5EF4-FFF2-40B4-BE49-F238E27FC236}">
                <a16:creationId xmlns:a16="http://schemas.microsoft.com/office/drawing/2014/main" id="{B75D162F-8466-52C2-2A42-00A629480A7D}"/>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6">
            <a:extLst>
              <a:ext uri="{FF2B5EF4-FFF2-40B4-BE49-F238E27FC236}">
                <a16:creationId xmlns:a16="http://schemas.microsoft.com/office/drawing/2014/main" id="{764B8D93-9546-B295-1040-2270F90B3101}"/>
              </a:ext>
            </a:extLst>
          </p:cNvPr>
          <p:cNvSpPr>
            <a:spLocks noGrp="1" noChangeArrowheads="1"/>
          </p:cNvSpPr>
          <p:nvPr>
            <p:ph type="sldNum" sz="quarter" idx="12"/>
          </p:nvPr>
        </p:nvSpPr>
        <p:spPr>
          <a:ln/>
        </p:spPr>
        <p:txBody>
          <a:bodyPr/>
          <a:lstStyle>
            <a:lvl1pPr>
              <a:defRPr/>
            </a:lvl1pPr>
          </a:lstStyle>
          <a:p>
            <a:r>
              <a:rPr lang="en-US" altLang="ja-JP"/>
              <a:t>No.</a:t>
            </a:r>
            <a:fld id="{F838018D-4D2A-4F32-A906-7A867FDB62ED}" type="slidenum">
              <a:rPr lang="en-US" altLang="ja-JP"/>
              <a:pPr/>
              <a:t>‹#›</a:t>
            </a:fld>
            <a:endParaRPr lang="en-US" altLang="ja-JP"/>
          </a:p>
        </p:txBody>
      </p:sp>
    </p:spTree>
    <p:extLst>
      <p:ext uri="{BB962C8B-B14F-4D97-AF65-F5344CB8AC3E}">
        <p14:creationId xmlns:p14="http://schemas.microsoft.com/office/powerpoint/2010/main" val="1617064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a:extLst>
              <a:ext uri="{FF2B5EF4-FFF2-40B4-BE49-F238E27FC236}">
                <a16:creationId xmlns:a16="http://schemas.microsoft.com/office/drawing/2014/main" id="{F7FE116E-00A1-3C00-352B-6F8B6BAC303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5">
            <a:extLst>
              <a:ext uri="{FF2B5EF4-FFF2-40B4-BE49-F238E27FC236}">
                <a16:creationId xmlns:a16="http://schemas.microsoft.com/office/drawing/2014/main" id="{EE11FFCC-CC5A-16A5-D10C-E5FD33BC7C55}"/>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6">
            <a:extLst>
              <a:ext uri="{FF2B5EF4-FFF2-40B4-BE49-F238E27FC236}">
                <a16:creationId xmlns:a16="http://schemas.microsoft.com/office/drawing/2014/main" id="{F9AD60C9-B096-BAC8-F831-CF38BCED6611}"/>
              </a:ext>
            </a:extLst>
          </p:cNvPr>
          <p:cNvSpPr>
            <a:spLocks noGrp="1" noChangeArrowheads="1"/>
          </p:cNvSpPr>
          <p:nvPr>
            <p:ph type="sldNum" sz="quarter" idx="12"/>
          </p:nvPr>
        </p:nvSpPr>
        <p:spPr>
          <a:ln/>
        </p:spPr>
        <p:txBody>
          <a:bodyPr/>
          <a:lstStyle>
            <a:lvl1pPr>
              <a:defRPr/>
            </a:lvl1pPr>
          </a:lstStyle>
          <a:p>
            <a:r>
              <a:rPr lang="en-US" altLang="ja-JP"/>
              <a:t>No.</a:t>
            </a:r>
            <a:fld id="{72F3C475-34C3-4F14-BD11-B93CF9B7AA4D}" type="slidenum">
              <a:rPr lang="en-US" altLang="ja-JP"/>
              <a:pPr/>
              <a:t>‹#›</a:t>
            </a:fld>
            <a:endParaRPr lang="en-US" altLang="ja-JP"/>
          </a:p>
        </p:txBody>
      </p:sp>
    </p:spTree>
    <p:extLst>
      <p:ext uri="{BB962C8B-B14F-4D97-AF65-F5344CB8AC3E}">
        <p14:creationId xmlns:p14="http://schemas.microsoft.com/office/powerpoint/2010/main" val="3121663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CF3EA1-F9B0-9095-D9FB-6A7FAD529A0D}"/>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a:extLst>
              <a:ext uri="{FF2B5EF4-FFF2-40B4-BE49-F238E27FC236}">
                <a16:creationId xmlns:a16="http://schemas.microsoft.com/office/drawing/2014/main" id="{D0416357-7694-70D1-CCFF-4FFEEB4B619E}"/>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A600F669-22E1-C040-E288-91D5F15A8201}"/>
              </a:ext>
            </a:extLst>
          </p:cNvPr>
          <p:cNvSpPr>
            <a:spLocks noGrp="1" noChangeArrowheads="1"/>
          </p:cNvSpPr>
          <p:nvPr>
            <p:ph type="sldNum" sz="quarter" idx="12"/>
          </p:nvPr>
        </p:nvSpPr>
        <p:spPr>
          <a:ln/>
        </p:spPr>
        <p:txBody>
          <a:bodyPr/>
          <a:lstStyle>
            <a:lvl1pPr>
              <a:defRPr/>
            </a:lvl1pPr>
          </a:lstStyle>
          <a:p>
            <a:r>
              <a:rPr lang="en-US" altLang="ja-JP"/>
              <a:t>No.</a:t>
            </a:r>
            <a:fld id="{721ED71F-7F3A-4A9C-A5EC-5516A79DC590}" type="slidenum">
              <a:rPr lang="en-US" altLang="ja-JP"/>
              <a:pPr/>
              <a:t>‹#›</a:t>
            </a:fld>
            <a:endParaRPr lang="en-US" altLang="ja-JP"/>
          </a:p>
        </p:txBody>
      </p:sp>
    </p:spTree>
    <p:extLst>
      <p:ext uri="{BB962C8B-B14F-4D97-AF65-F5344CB8AC3E}">
        <p14:creationId xmlns:p14="http://schemas.microsoft.com/office/powerpoint/2010/main" val="515519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F326F20B-4E43-5EC2-29C9-2BA66CFF42B1}"/>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A3B130D8-AB0F-1052-0915-E76FB7ADF391}"/>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3BF0CF05-0529-97B7-BB21-6F188350EFBA}"/>
              </a:ext>
            </a:extLst>
          </p:cNvPr>
          <p:cNvSpPr>
            <a:spLocks noGrp="1" noChangeArrowheads="1"/>
          </p:cNvSpPr>
          <p:nvPr>
            <p:ph type="sldNum" sz="quarter" idx="12"/>
          </p:nvPr>
        </p:nvSpPr>
        <p:spPr>
          <a:ln/>
        </p:spPr>
        <p:txBody>
          <a:bodyPr/>
          <a:lstStyle>
            <a:lvl1pPr>
              <a:defRPr/>
            </a:lvl1pPr>
          </a:lstStyle>
          <a:p>
            <a:r>
              <a:rPr lang="en-US" altLang="ja-JP"/>
              <a:t>No.</a:t>
            </a:r>
            <a:fld id="{78BBCC93-411C-4960-9903-0D85BF460A1D}" type="slidenum">
              <a:rPr lang="en-US" altLang="ja-JP"/>
              <a:pPr/>
              <a:t>‹#›</a:t>
            </a:fld>
            <a:endParaRPr lang="en-US" altLang="ja-JP"/>
          </a:p>
        </p:txBody>
      </p:sp>
    </p:spTree>
    <p:extLst>
      <p:ext uri="{BB962C8B-B14F-4D97-AF65-F5344CB8AC3E}">
        <p14:creationId xmlns:p14="http://schemas.microsoft.com/office/powerpoint/2010/main" val="2472526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4">
            <a:extLst>
              <a:ext uri="{FF2B5EF4-FFF2-40B4-BE49-F238E27FC236}">
                <a16:creationId xmlns:a16="http://schemas.microsoft.com/office/drawing/2014/main" id="{4723E8EE-0067-2C05-F668-660A04774B67}"/>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5">
            <a:extLst>
              <a:ext uri="{FF2B5EF4-FFF2-40B4-BE49-F238E27FC236}">
                <a16:creationId xmlns:a16="http://schemas.microsoft.com/office/drawing/2014/main" id="{178C1DEC-D50C-9BED-E56A-F05A6D4FE9C2}"/>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6">
            <a:extLst>
              <a:ext uri="{FF2B5EF4-FFF2-40B4-BE49-F238E27FC236}">
                <a16:creationId xmlns:a16="http://schemas.microsoft.com/office/drawing/2014/main" id="{DE5F3C81-D971-AAA4-1177-11086DD211D1}"/>
              </a:ext>
            </a:extLst>
          </p:cNvPr>
          <p:cNvSpPr>
            <a:spLocks noGrp="1" noChangeArrowheads="1"/>
          </p:cNvSpPr>
          <p:nvPr>
            <p:ph type="sldNum" sz="quarter" idx="12"/>
          </p:nvPr>
        </p:nvSpPr>
        <p:spPr>
          <a:ln/>
        </p:spPr>
        <p:txBody>
          <a:bodyPr/>
          <a:lstStyle>
            <a:lvl1pPr>
              <a:defRPr/>
            </a:lvl1pPr>
          </a:lstStyle>
          <a:p>
            <a:r>
              <a:rPr lang="en-US" altLang="ja-JP"/>
              <a:t>No.</a:t>
            </a:r>
            <a:fld id="{4998BFCA-0B2A-4D3A-AE72-57C462D69A69}" type="slidenum">
              <a:rPr lang="en-US" altLang="ja-JP"/>
              <a:pPr/>
              <a:t>‹#›</a:t>
            </a:fld>
            <a:endParaRPr lang="en-US" altLang="ja-JP"/>
          </a:p>
        </p:txBody>
      </p:sp>
    </p:spTree>
    <p:extLst>
      <p:ext uri="{BB962C8B-B14F-4D97-AF65-F5344CB8AC3E}">
        <p14:creationId xmlns:p14="http://schemas.microsoft.com/office/powerpoint/2010/main" val="1265463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B03113D3-AF69-3D4D-C23B-D3F5AAD5C47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2D967ABB-70C7-A4E7-ADFE-FC89EDE0824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726D63DD-651B-C59F-A573-0FE7AE340E92}"/>
              </a:ext>
            </a:extLst>
          </p:cNvPr>
          <p:cNvSpPr>
            <a:spLocks noGrp="1" noChangeArrowheads="1"/>
          </p:cNvSpPr>
          <p:nvPr>
            <p:ph type="sldNum" sz="quarter" idx="12"/>
          </p:nvPr>
        </p:nvSpPr>
        <p:spPr>
          <a:ln/>
        </p:spPr>
        <p:txBody>
          <a:bodyPr/>
          <a:lstStyle>
            <a:lvl1pPr>
              <a:defRPr/>
            </a:lvl1pPr>
          </a:lstStyle>
          <a:p>
            <a:r>
              <a:rPr lang="en-US" altLang="ja-JP"/>
              <a:t>No.</a:t>
            </a:r>
            <a:fld id="{661C0C93-C27B-47B4-ACD1-5C5B57329E48}" type="slidenum">
              <a:rPr lang="en-US" altLang="ja-JP"/>
              <a:pPr/>
              <a:t>‹#›</a:t>
            </a:fld>
            <a:endParaRPr lang="en-US" altLang="ja-JP"/>
          </a:p>
        </p:txBody>
      </p:sp>
    </p:spTree>
    <p:extLst>
      <p:ext uri="{BB962C8B-B14F-4D97-AF65-F5344CB8AC3E}">
        <p14:creationId xmlns:p14="http://schemas.microsoft.com/office/powerpoint/2010/main" val="3745904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819900" y="76200"/>
            <a:ext cx="2095500" cy="60198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533400" y="76200"/>
            <a:ext cx="6134100" cy="60198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a:extLst>
              <a:ext uri="{FF2B5EF4-FFF2-40B4-BE49-F238E27FC236}">
                <a16:creationId xmlns:a16="http://schemas.microsoft.com/office/drawing/2014/main" id="{21CEDA5E-12C4-8923-C27F-F318965B8CD2}"/>
              </a:ext>
            </a:extLst>
          </p:cNvPr>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B9F916B7-1EBB-9833-B093-CFC7CE8AD6FC}"/>
              </a:ext>
            </a:extLst>
          </p:cNvPr>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6">
            <a:extLst>
              <a:ext uri="{FF2B5EF4-FFF2-40B4-BE49-F238E27FC236}">
                <a16:creationId xmlns:a16="http://schemas.microsoft.com/office/drawing/2014/main" id="{BED542B0-22FE-5E6B-CE37-98207E948F13}"/>
              </a:ext>
            </a:extLst>
          </p:cNvPr>
          <p:cNvSpPr>
            <a:spLocks noGrp="1" noChangeArrowheads="1"/>
          </p:cNvSpPr>
          <p:nvPr>
            <p:ph type="sldNum" sz="quarter" idx="12"/>
          </p:nvPr>
        </p:nvSpPr>
        <p:spPr>
          <a:ln/>
        </p:spPr>
        <p:txBody>
          <a:bodyPr/>
          <a:lstStyle>
            <a:lvl1pPr>
              <a:defRPr/>
            </a:lvl1pPr>
          </a:lstStyle>
          <a:p>
            <a:r>
              <a:rPr lang="en-US" altLang="ja-JP"/>
              <a:t>No.</a:t>
            </a:r>
            <a:fld id="{6F3F576B-8B7C-428E-816B-FB9924D4D13E}" type="slidenum">
              <a:rPr lang="en-US" altLang="ja-JP"/>
              <a:pPr/>
              <a:t>‹#›</a:t>
            </a:fld>
            <a:endParaRPr lang="en-US" altLang="ja-JP"/>
          </a:p>
        </p:txBody>
      </p:sp>
    </p:spTree>
    <p:extLst>
      <p:ext uri="{BB962C8B-B14F-4D97-AF65-F5344CB8AC3E}">
        <p14:creationId xmlns:p14="http://schemas.microsoft.com/office/powerpoint/2010/main" val="3171152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slide枠">
            <a:extLst>
              <a:ext uri="{FF2B5EF4-FFF2-40B4-BE49-F238E27FC236}">
                <a16:creationId xmlns:a16="http://schemas.microsoft.com/office/drawing/2014/main" id="{8193C91A-08EF-3D09-FE07-D26BA7E8CDC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3363" y="134938"/>
            <a:ext cx="8677275" cy="658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689B19C3-4BB0-54AA-BC68-B86867A87219}"/>
              </a:ext>
            </a:extLst>
          </p:cNvPr>
          <p:cNvSpPr>
            <a:spLocks noGrp="1" noChangeArrowheads="1"/>
          </p:cNvSpPr>
          <p:nvPr>
            <p:ph type="title"/>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3">
            <a:extLst>
              <a:ext uri="{FF2B5EF4-FFF2-40B4-BE49-F238E27FC236}">
                <a16:creationId xmlns:a16="http://schemas.microsoft.com/office/drawing/2014/main" id="{4EFC3D10-475D-5B50-BDC1-E1A2D7FB1444}"/>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 name="Rectangle 4">
            <a:extLst>
              <a:ext uri="{FF2B5EF4-FFF2-40B4-BE49-F238E27FC236}">
                <a16:creationId xmlns:a16="http://schemas.microsoft.com/office/drawing/2014/main" id="{0B7A7F49-D441-8EA1-A76B-E0F9DF41DC56}"/>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solidFill>
                  <a:schemeClr val="tx1"/>
                </a:solidFill>
                <a:latin typeface="+mn-lt"/>
                <a:ea typeface="+mn-ea"/>
              </a:defRPr>
            </a:lvl1pPr>
          </a:lstStyle>
          <a:p>
            <a:pPr>
              <a:defRPr/>
            </a:pPr>
            <a:endParaRPr lang="en-US" altLang="ja-JP"/>
          </a:p>
        </p:txBody>
      </p:sp>
      <p:sp>
        <p:nvSpPr>
          <p:cNvPr id="1029" name="Rectangle 5">
            <a:extLst>
              <a:ext uri="{FF2B5EF4-FFF2-40B4-BE49-F238E27FC236}">
                <a16:creationId xmlns:a16="http://schemas.microsoft.com/office/drawing/2014/main" id="{39C0041A-F90D-C92A-29A6-72CA76F70D0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a:solidFill>
                  <a:schemeClr val="tx1"/>
                </a:solidFill>
                <a:latin typeface="+mn-lt"/>
                <a:ea typeface="+mn-ea"/>
              </a:defRPr>
            </a:lvl1pPr>
          </a:lstStyle>
          <a:p>
            <a:pPr>
              <a:defRPr/>
            </a:pPr>
            <a:endParaRPr lang="en-US" altLang="ja-JP"/>
          </a:p>
        </p:txBody>
      </p:sp>
      <p:sp>
        <p:nvSpPr>
          <p:cNvPr id="1030" name="Rectangle 6">
            <a:extLst>
              <a:ext uri="{FF2B5EF4-FFF2-40B4-BE49-F238E27FC236}">
                <a16:creationId xmlns:a16="http://schemas.microsoft.com/office/drawing/2014/main" id="{3C551E17-7904-21F8-D79D-6518F0D02EF0}"/>
              </a:ext>
            </a:extLst>
          </p:cNvPr>
          <p:cNvSpPr>
            <a:spLocks noGrp="1" noChangeArrowheads="1"/>
          </p:cNvSpPr>
          <p:nvPr>
            <p:ph type="sldNum" sz="quarter" idx="4"/>
          </p:nvPr>
        </p:nvSpPr>
        <p:spPr bwMode="auto">
          <a:xfrm>
            <a:off x="7010400" y="152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Times New Roman" panose="02020603050405020304" pitchFamily="18" charset="0"/>
              </a:defRPr>
            </a:lvl1pPr>
          </a:lstStyle>
          <a:p>
            <a:r>
              <a:rPr lang="en-US" altLang="ja-JP"/>
              <a:t>No.</a:t>
            </a:r>
            <a:fld id="{FC41ACF0-AC3B-477D-9B95-465ECFF9A039}" type="slidenum">
              <a:rPr lang="en-US" altLang="ja-JP"/>
              <a:pPr/>
              <a:t>‹#›</a:t>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hyperlink" Target="https://www.sciencedirect.com/topics/engineering/incremental-forming" TargetMode="External"/><Relationship Id="rId5" Type="http://schemas.openxmlformats.org/officeDocument/2006/relationships/hyperlink" Target="https://pmc.ncbi.nlm.nih.gov/articles/PMC11642863/" TargetMode="External"/><Relationship Id="rId4" Type="http://schemas.openxmlformats.org/officeDocument/2006/relationships/hyperlink" Target="https://www.sciencedirect.com/science/article/pii/S187887502030001X"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www.axel-gl.com/en/asone/d/61-3235-86/"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32.jpeg"/></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4">
            <a:extLst>
              <a:ext uri="{FF2B5EF4-FFF2-40B4-BE49-F238E27FC236}">
                <a16:creationId xmlns:a16="http://schemas.microsoft.com/office/drawing/2014/main" id="{5DBD9CB9-BD98-8FE8-F1FC-2CB17A8D7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13">
            <a:extLst>
              <a:ext uri="{FF2B5EF4-FFF2-40B4-BE49-F238E27FC236}">
                <a16:creationId xmlns:a16="http://schemas.microsoft.com/office/drawing/2014/main" id="{1CC227A7-F3E8-6F8F-0D53-311E27A95BB9}"/>
              </a:ext>
            </a:extLst>
          </p:cNvPr>
          <p:cNvSpPr txBox="1">
            <a:spLocks noChangeArrowheads="1"/>
          </p:cNvSpPr>
          <p:nvPr/>
        </p:nvSpPr>
        <p:spPr bwMode="auto">
          <a:xfrm>
            <a:off x="179388" y="1916113"/>
            <a:ext cx="8604250"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eaLnBrk="1" hangingPunct="1">
              <a:spcBef>
                <a:spcPct val="0"/>
              </a:spcBef>
              <a:buFontTx/>
              <a:buNone/>
            </a:pPr>
            <a:r>
              <a:rPr lang="en-US" sz="3600">
                <a:latin typeface="+mj-lt"/>
              </a:rPr>
              <a:t>Development of CAM systems for the Incremental Forming of CFRTP from 3D CAD data</a:t>
            </a:r>
            <a:endParaRPr lang="en-US" altLang="ja-JP" sz="3600">
              <a:latin typeface="+mj-lt"/>
              <a:ea typeface="ＭＳ ゴシック" panose="020B0609070205080204" pitchFamily="49" charset="-128"/>
            </a:endParaRPr>
          </a:p>
        </p:txBody>
      </p:sp>
      <p:sp>
        <p:nvSpPr>
          <p:cNvPr id="2054" name="Text Box 14">
            <a:extLst>
              <a:ext uri="{FF2B5EF4-FFF2-40B4-BE49-F238E27FC236}">
                <a16:creationId xmlns:a16="http://schemas.microsoft.com/office/drawing/2014/main" id="{ACE641F1-5D1F-3706-FD84-E3B8318385EA}"/>
              </a:ext>
            </a:extLst>
          </p:cNvPr>
          <p:cNvSpPr txBox="1">
            <a:spLocks noChangeArrowheads="1"/>
          </p:cNvSpPr>
          <p:nvPr/>
        </p:nvSpPr>
        <p:spPr bwMode="auto">
          <a:xfrm>
            <a:off x="1907704" y="4076700"/>
            <a:ext cx="6948959" cy="1846659"/>
          </a:xfrm>
          <a:prstGeom prst="rect">
            <a:avLst/>
          </a:prstGeom>
          <a:noFill/>
          <a:ln w="9525">
            <a:noFill/>
            <a:miter lim="800000"/>
            <a:headEnd/>
            <a:tailEnd/>
          </a:ln>
        </p:spPr>
        <p:txBody>
          <a:bodyPr wrap="square" lIns="0" tIns="0" rIns="0" bIns="0">
            <a:spAutoFit/>
          </a:bodyPr>
          <a:lstStyle/>
          <a:p>
            <a:pPr algn="r" eaLnBrk="1" hangingPunct="1">
              <a:spcBef>
                <a:spcPct val="50000"/>
              </a:spcBef>
              <a:defRPr/>
            </a:pPr>
            <a:r>
              <a:rPr lang="en-US" altLang="ja-JP" sz="2400">
                <a:solidFill>
                  <a:schemeClr val="tx1"/>
                </a:solidFill>
                <a:latin typeface="Arial (Headings)"/>
                <a:ea typeface="+mj-ea"/>
              </a:rPr>
              <a:t>Sophia University, Faculty of Science and Technology, Green Engineering Program</a:t>
            </a:r>
          </a:p>
          <a:p>
            <a:pPr algn="r" eaLnBrk="1" hangingPunct="1">
              <a:spcBef>
                <a:spcPct val="50000"/>
              </a:spcBef>
              <a:defRPr/>
            </a:pPr>
            <a:r>
              <a:rPr lang="en-US" altLang="ja-JP" sz="2400">
                <a:solidFill>
                  <a:schemeClr val="tx1"/>
                </a:solidFill>
                <a:latin typeface="Arial (Headings)"/>
                <a:ea typeface="+mj-ea"/>
              </a:rPr>
              <a:t>Precision Engineering Laboratory</a:t>
            </a:r>
          </a:p>
          <a:p>
            <a:pPr algn="r" eaLnBrk="1" hangingPunct="1">
              <a:spcBef>
                <a:spcPct val="50000"/>
              </a:spcBef>
              <a:defRPr/>
            </a:pPr>
            <a:r>
              <a:rPr lang="en-US" altLang="ja-JP" sz="2400">
                <a:solidFill>
                  <a:schemeClr val="tx1"/>
                </a:solidFill>
                <a:latin typeface="Arial (Headings)"/>
                <a:ea typeface="+mj-ea"/>
              </a:rPr>
              <a:t>A2177802 Karter Wong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スライド番号プレースホルダ 1">
            <a:extLst>
              <a:ext uri="{FF2B5EF4-FFF2-40B4-BE49-F238E27FC236}">
                <a16:creationId xmlns:a16="http://schemas.microsoft.com/office/drawing/2014/main" id="{7C6EE3EA-58E0-DBC2-1C35-F84C4EA6B2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08BC5FD9-1B79-4935-8FE2-A81457FD8468}" type="slidenum">
              <a:rPr lang="en-US" altLang="ja-JP" sz="1400"/>
              <a:t>1</a:t>
            </a:fld>
            <a:endParaRPr lang="en-US" altLang="ja-JP" sz="1400"/>
          </a:p>
        </p:txBody>
      </p:sp>
      <p:sp>
        <p:nvSpPr>
          <p:cNvPr id="8202" name="タイトル 12">
            <a:extLst>
              <a:ext uri="{FF2B5EF4-FFF2-40B4-BE49-F238E27FC236}">
                <a16:creationId xmlns:a16="http://schemas.microsoft.com/office/drawing/2014/main" id="{BFB981AB-7ECB-A2AE-8B75-F4D10BE0001A}"/>
              </a:ext>
            </a:extLst>
          </p:cNvPr>
          <p:cNvSpPr>
            <a:spLocks noGrp="1"/>
          </p:cNvSpPr>
          <p:nvPr>
            <p:ph type="title" idx="4294967295"/>
          </p:nvPr>
        </p:nvSpPr>
        <p:spPr/>
        <p:txBody>
          <a:bodyPr/>
          <a:lstStyle/>
          <a:p>
            <a:r>
              <a:rPr lang="en-US" altLang="ja-JP" sz="2800" b="1">
                <a:solidFill>
                  <a:schemeClr val="tx1"/>
                </a:solidFill>
              </a:rPr>
              <a:t>Presentation</a:t>
            </a:r>
            <a:r>
              <a:rPr lang="en-US" altLang="ja-JP" b="1">
                <a:solidFill>
                  <a:schemeClr val="tx1"/>
                </a:solidFill>
              </a:rPr>
              <a:t> </a:t>
            </a:r>
            <a:r>
              <a:rPr lang="en-US" altLang="ja-JP" sz="2800" b="1">
                <a:solidFill>
                  <a:schemeClr val="tx1"/>
                </a:solidFill>
              </a:rPr>
              <a:t>content</a:t>
            </a:r>
            <a:endParaRPr lang="ja-JP" altLang="en-US" sz="2800" b="1">
              <a:solidFill>
                <a:schemeClr val="tx1"/>
              </a:solidFill>
            </a:endParaRPr>
          </a:p>
        </p:txBody>
      </p:sp>
      <p:sp>
        <p:nvSpPr>
          <p:cNvPr id="22" name="TextBox 21">
            <a:extLst>
              <a:ext uri="{FF2B5EF4-FFF2-40B4-BE49-F238E27FC236}">
                <a16:creationId xmlns:a16="http://schemas.microsoft.com/office/drawing/2014/main" id="{778E2D99-7598-5612-5184-CB7A0F8E6A03}"/>
              </a:ext>
            </a:extLst>
          </p:cNvPr>
          <p:cNvSpPr txBox="1"/>
          <p:nvPr/>
        </p:nvSpPr>
        <p:spPr>
          <a:xfrm>
            <a:off x="323528" y="764704"/>
            <a:ext cx="8496944" cy="5256584"/>
          </a:xfrm>
          <a:prstGeom prst="rect">
            <a:avLst/>
          </a:prstGeom>
          <a:noFill/>
        </p:spPr>
        <p:txBody>
          <a:bodyPr wrap="square" rtlCol="0">
            <a:spAutoFit/>
          </a:bodyPr>
          <a:lstStyle/>
          <a:p>
            <a:endParaRPr lang="en-US"/>
          </a:p>
        </p:txBody>
      </p:sp>
      <p:sp>
        <p:nvSpPr>
          <p:cNvPr id="23" name="TextBox 22">
            <a:extLst>
              <a:ext uri="{FF2B5EF4-FFF2-40B4-BE49-F238E27FC236}">
                <a16:creationId xmlns:a16="http://schemas.microsoft.com/office/drawing/2014/main" id="{4CCBC938-FE93-89F6-3192-7194E4DEAB77}"/>
              </a:ext>
            </a:extLst>
          </p:cNvPr>
          <p:cNvSpPr txBox="1"/>
          <p:nvPr/>
        </p:nvSpPr>
        <p:spPr>
          <a:xfrm>
            <a:off x="428464" y="2090172"/>
            <a:ext cx="8287072" cy="2677656"/>
          </a:xfrm>
          <a:prstGeom prst="rect">
            <a:avLst/>
          </a:prstGeom>
          <a:noFill/>
        </p:spPr>
        <p:txBody>
          <a:bodyPr wrap="square" rtlCol="0">
            <a:spAutoFit/>
          </a:bodyPr>
          <a:lstStyle/>
          <a:p>
            <a:pPr marL="514350" indent="-514350">
              <a:buFont typeface="+mj-lt"/>
              <a:buAutoNum type="arabicPeriod"/>
            </a:pPr>
            <a:r>
              <a:rPr lang="en-US" dirty="0">
                <a:solidFill>
                  <a:schemeClr val="tx1"/>
                </a:solidFill>
              </a:rPr>
              <a:t>Background Information</a:t>
            </a:r>
          </a:p>
          <a:p>
            <a:pPr marL="514350" indent="-514350">
              <a:buFont typeface="+mj-lt"/>
              <a:buAutoNum type="arabicPeriod"/>
            </a:pPr>
            <a:r>
              <a:rPr lang="en-US" dirty="0">
                <a:solidFill>
                  <a:schemeClr val="tx1"/>
                </a:solidFill>
              </a:rPr>
              <a:t>Previous Research</a:t>
            </a:r>
          </a:p>
          <a:p>
            <a:pPr marL="514350" indent="-514350">
              <a:buFont typeface="+mj-lt"/>
              <a:buAutoNum type="arabicPeriod"/>
            </a:pPr>
            <a:r>
              <a:rPr lang="en-US" altLang="ja-JP" dirty="0">
                <a:solidFill>
                  <a:schemeClr val="tx1"/>
                </a:solidFill>
              </a:rPr>
              <a:t>Research Goals</a:t>
            </a:r>
          </a:p>
          <a:p>
            <a:pPr marL="514350" indent="-514350">
              <a:buFont typeface="+mj-lt"/>
              <a:buAutoNum type="arabicPeriod"/>
            </a:pPr>
            <a:r>
              <a:rPr lang="en-US" altLang="ja-JP" dirty="0">
                <a:solidFill>
                  <a:schemeClr val="tx1"/>
                </a:solidFill>
              </a:rPr>
              <a:t>Experiment Overview</a:t>
            </a:r>
          </a:p>
          <a:p>
            <a:pPr marL="514350" indent="-514350">
              <a:buFont typeface="+mj-lt"/>
              <a:buAutoNum type="arabicPeriod"/>
            </a:pPr>
            <a:r>
              <a:rPr lang="en-US" altLang="ja-JP" dirty="0">
                <a:solidFill>
                  <a:schemeClr val="tx1"/>
                </a:solidFill>
              </a:rPr>
              <a:t>Conclusion </a:t>
            </a:r>
          </a:p>
          <a:p>
            <a:pPr marL="514350" indent="-514350">
              <a:buFont typeface="+mj-lt"/>
              <a:buAutoNum type="arabicPeriod"/>
            </a:pPr>
            <a:r>
              <a:rPr lang="en-US" altLang="ja-JP" dirty="0">
                <a:solidFill>
                  <a:schemeClr val="tx1"/>
                </a:solidFill>
              </a:rPr>
              <a:t>Future Work</a:t>
            </a: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D4D4-6774-6EBB-1031-E911B342465D}"/>
            </a:ext>
          </a:extLst>
        </p:cNvPr>
        <p:cNvGrpSpPr/>
        <p:nvPr/>
      </p:nvGrpSpPr>
      <p:grpSpPr>
        <a:xfrm>
          <a:off x="0" y="0"/>
          <a:ext cx="0" cy="0"/>
          <a:chOff x="0" y="0"/>
          <a:chExt cx="0" cy="0"/>
        </a:xfrm>
      </p:grpSpPr>
      <p:sp>
        <p:nvSpPr>
          <p:cNvPr id="6" name="タイトル 14">
            <a:extLst>
              <a:ext uri="{FF2B5EF4-FFF2-40B4-BE49-F238E27FC236}">
                <a16:creationId xmlns:a16="http://schemas.microsoft.com/office/drawing/2014/main" id="{161839BB-48EF-53A1-EF8B-35A6428115E6}"/>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pPr>
              <a:spcAft>
                <a:spcPts val="600"/>
              </a:spcAft>
            </a:pPr>
            <a:r>
              <a:rPr kumimoji="1" lang="ja-JP" altLang="en-US" b="1" kern="0">
                <a:solidFill>
                  <a:schemeClr val="tx1"/>
                </a:solidFill>
                <a:latin typeface="+mj-lt"/>
                <a:ea typeface="+mj-ea"/>
                <a:cs typeface="+mj-cs"/>
              </a:rPr>
              <a:t>Background Information </a:t>
            </a:r>
            <a:r>
              <a:rPr kumimoji="1" lang="ja-JP" altLang="en-US">
                <a:solidFill>
                  <a:schemeClr val="tx1"/>
                </a:solidFill>
                <a:latin typeface="+mj-lt"/>
                <a:ea typeface="+mj-ea"/>
                <a:cs typeface="+mj-cs"/>
              </a:rPr>
              <a:t>Incremental Forming</a:t>
            </a:r>
          </a:p>
        </p:txBody>
      </p:sp>
      <p:sp>
        <p:nvSpPr>
          <p:cNvPr id="9" name="コンテンツ プレースホルダー 2">
            <a:extLst>
              <a:ext uri="{FF2B5EF4-FFF2-40B4-BE49-F238E27FC236}">
                <a16:creationId xmlns:a16="http://schemas.microsoft.com/office/drawing/2014/main" id="{971CEC5E-F001-DE03-AEC1-B105F99A6005}"/>
              </a:ext>
            </a:extLst>
          </p:cNvPr>
          <p:cNvSpPr>
            <a:spLocks noGrp="1"/>
          </p:cNvSpPr>
          <p:nvPr/>
        </p:nvSpPr>
        <p:spPr bwMode="auto">
          <a:xfrm>
            <a:off x="533400" y="1495778"/>
            <a:ext cx="3810000" cy="41148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201211" indent="-201211" algn="l" defTabSz="685783" rtl="0" eaLnBrk="1" latinLnBrk="0" hangingPunct="1">
              <a:lnSpc>
                <a:spcPct val="125000"/>
              </a:lnSpc>
              <a:spcBef>
                <a:spcPts val="900"/>
              </a:spcBef>
              <a:spcAft>
                <a:spcPts val="0"/>
              </a:spcAft>
              <a:buClr>
                <a:schemeClr val="tx2"/>
              </a:buClr>
              <a:buFont typeface="Wingdings" pitchFamily="2" charset="2"/>
              <a:buChar char="l"/>
              <a:defRPr kumimoji="1" sz="1600" kern="1200" baseline="0">
                <a:solidFill>
                  <a:schemeClr val="tx1"/>
                </a:solidFill>
                <a:latin typeface="+mj-ea"/>
                <a:ea typeface="+mj-ea"/>
                <a:cs typeface="+mn-cs"/>
              </a:defRPr>
            </a:lvl1pPr>
            <a:lvl2pPr marL="402421" indent="-201211" algn="l" defTabSz="685783" rtl="0" eaLnBrk="1" latinLnBrk="0" hangingPunct="1">
              <a:lnSpc>
                <a:spcPct val="125000"/>
              </a:lnSpc>
              <a:spcBef>
                <a:spcPts val="450"/>
              </a:spcBef>
              <a:spcAft>
                <a:spcPts val="0"/>
              </a:spcAft>
              <a:buClr>
                <a:schemeClr val="tx2"/>
              </a:buClr>
              <a:buFont typeface="Arial" pitchFamily="34" charset="0"/>
              <a:buChar char="–"/>
              <a:defRPr kumimoji="1" sz="1600" kern="1200" baseline="0">
                <a:solidFill>
                  <a:schemeClr val="tx1"/>
                </a:solidFill>
                <a:latin typeface="+mj-ea"/>
                <a:ea typeface="+mj-ea"/>
                <a:cs typeface="+mn-cs"/>
              </a:defRPr>
            </a:lvl2pPr>
            <a:lvl3pPr marL="602441" indent="-200020" algn="l" defTabSz="685783" rtl="0" eaLnBrk="1" latinLnBrk="0" hangingPunct="1">
              <a:lnSpc>
                <a:spcPct val="125000"/>
              </a:lnSpc>
              <a:spcBef>
                <a:spcPts val="450"/>
              </a:spcBef>
              <a:spcAft>
                <a:spcPts val="0"/>
              </a:spcAft>
              <a:buClr>
                <a:schemeClr val="tx2"/>
              </a:buClr>
              <a:buFont typeface="Arial" pitchFamily="34" charset="0"/>
              <a:buChar char="•"/>
              <a:defRPr kumimoji="1" sz="1600" kern="1200" baseline="0">
                <a:solidFill>
                  <a:schemeClr val="tx1"/>
                </a:solidFill>
                <a:latin typeface="+mj-ea"/>
                <a:ea typeface="+mj-ea"/>
                <a:cs typeface="+mn-cs"/>
              </a:defRPr>
            </a:lvl3pPr>
            <a:lvl4pPr marL="809605" indent="-207164" algn="l" defTabSz="685783" rtl="0" eaLnBrk="1" latinLnBrk="0" hangingPunct="1">
              <a:lnSpc>
                <a:spcPct val="125000"/>
              </a:lnSpc>
              <a:spcBef>
                <a:spcPts val="450"/>
              </a:spcBef>
              <a:spcAft>
                <a:spcPts val="0"/>
              </a:spcAft>
              <a:buClr>
                <a:schemeClr val="tx2"/>
              </a:buClr>
              <a:buSzPct val="75000"/>
              <a:buFont typeface="Arial" pitchFamily="34" charset="0"/>
              <a:buChar char="–"/>
              <a:defRPr kumimoji="1" sz="1600" kern="1200" baseline="0">
                <a:solidFill>
                  <a:schemeClr val="tx1"/>
                </a:solidFill>
                <a:latin typeface="+mj-ea"/>
                <a:ea typeface="+mj-ea"/>
                <a:cs typeface="+mn-cs"/>
              </a:defRPr>
            </a:lvl4pPr>
            <a:lvl5pPr marL="1543012" indent="-171446" algn="l" defTabSz="685783" rtl="0" eaLnBrk="1" latinLnBrk="0" hangingPunct="1">
              <a:lnSpc>
                <a:spcPct val="125000"/>
              </a:lnSpc>
              <a:spcBef>
                <a:spcPts val="450"/>
              </a:spcBef>
              <a:spcAft>
                <a:spcPts val="450"/>
              </a:spcAft>
              <a:buFont typeface="Arial" pitchFamily="34" charset="0"/>
              <a:buChar char="»"/>
              <a:defRPr kumimoji="1" sz="800" kern="1200" baseline="0">
                <a:solidFill>
                  <a:schemeClr val="tx1"/>
                </a:solidFill>
                <a:latin typeface="+mj-ea"/>
                <a:ea typeface="+mj-ea"/>
                <a:cs typeface="+mn-cs"/>
              </a:defRPr>
            </a:lvl5pPr>
            <a:lvl6pPr marL="1885903"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eaLnBrk="0" hangingPunct="0">
              <a:lnSpc>
                <a:spcPct val="115000"/>
              </a:lnSpc>
              <a:spcBef>
                <a:spcPct val="20000"/>
              </a:spcBef>
              <a:spcAft>
                <a:spcPct val="0"/>
              </a:spcAft>
              <a:buNone/>
            </a:pPr>
            <a:r>
              <a:rPr lang="en-US" altLang="ja-JP" sz="2000">
                <a:latin typeface="+mn-lt"/>
                <a:ea typeface="+mn-ea"/>
              </a:rPr>
              <a:t>Incremental forming: </a:t>
            </a:r>
            <a:r>
              <a:rPr lang="en-US" altLang="ja-JP" sz="2000" b="0">
                <a:latin typeface="+mn-lt"/>
                <a:ea typeface="+mn-ea"/>
              </a:rPr>
              <a:t>A flexible forming process that can shape sheets of various materials using plastic deformation of the sheet with a tool into the desired shape.</a:t>
            </a:r>
          </a:p>
          <a:p>
            <a:pPr marL="0" indent="0" eaLnBrk="0" hangingPunct="0">
              <a:lnSpc>
                <a:spcPct val="115000"/>
              </a:lnSpc>
              <a:spcBef>
                <a:spcPct val="20000"/>
              </a:spcBef>
              <a:spcAft>
                <a:spcPct val="0"/>
              </a:spcAft>
              <a:buNone/>
            </a:pPr>
            <a:r>
              <a:rPr lang="en-US" altLang="ja-JP" sz="2000">
                <a:latin typeface="+mn-lt"/>
                <a:ea typeface="+mn-ea"/>
              </a:rPr>
              <a:t>Characteristics: </a:t>
            </a:r>
            <a:r>
              <a:rPr lang="en-US" altLang="ja-JP" sz="2000" b="0">
                <a:latin typeface="+mn-lt"/>
                <a:ea typeface="+mn-ea"/>
              </a:rPr>
              <a:t>High design flexibility, No need for molds, Specialized for thin shell shapes, Suitable for small-volume, diversified production</a:t>
            </a:r>
          </a:p>
        </p:txBody>
      </p:sp>
      <p:pic>
        <p:nvPicPr>
          <p:cNvPr id="3" name="Picture 2" descr="Diagram of a diagram of a clamp and a diagram of a clamp&#10;&#10;AI-generated content may be incorrect.">
            <a:extLst>
              <a:ext uri="{FF2B5EF4-FFF2-40B4-BE49-F238E27FC236}">
                <a16:creationId xmlns:a16="http://schemas.microsoft.com/office/drawing/2014/main" id="{2CBE0EDB-F783-39AA-68B8-6C06FBADC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495800" y="1627966"/>
            <a:ext cx="3810000" cy="3850424"/>
          </a:xfrm>
          <a:prstGeom prst="rect">
            <a:avLst/>
          </a:prstGeom>
          <a:noFill/>
          <a:ln>
            <a:noFill/>
          </a:ln>
        </p:spPr>
      </p:pic>
      <p:sp>
        <p:nvSpPr>
          <p:cNvPr id="2" name="スライド番号プレースホルダ 1">
            <a:extLst>
              <a:ext uri="{FF2B5EF4-FFF2-40B4-BE49-F238E27FC236}">
                <a16:creationId xmlns:a16="http://schemas.microsoft.com/office/drawing/2014/main" id="{86E928D2-8315-BB88-958A-9EA0420FAC1A}"/>
              </a:ext>
            </a:extLst>
          </p:cNvPr>
          <p:cNvSpPr>
            <a:spLocks noGrp="1"/>
          </p:cNvSpPr>
          <p:nvPr>
            <p:ph type="sldNum" sz="quarter" idx="12"/>
          </p:nvPr>
        </p:nvSpPr>
        <p:spPr>
          <a:xfrm>
            <a:off x="7010400" y="152400"/>
            <a:ext cx="1905000" cy="457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spcAft>
                <a:spcPts val="600"/>
              </a:spcAft>
              <a:buFontTx/>
              <a:buNone/>
            </a:pPr>
            <a:r>
              <a:rPr kumimoji="1" lang="en-US" altLang="ja-JP" sz="1400" b="0" kern="1200">
                <a:latin typeface="Times New Roman" panose="02020603050405020304" pitchFamily="18" charset="0"/>
                <a:ea typeface="ＭＳ Ｐゴシック" panose="020B0600070205080204" pitchFamily="50" charset="-128"/>
                <a:cs typeface="+mn-cs"/>
              </a:rPr>
              <a:t>No.</a:t>
            </a:r>
            <a:fld id="{74899461-A80B-40EA-98A7-EC472553AB2B}" type="slidenum">
              <a:rPr kumimoji="1" lang="en-US" altLang="ja-JP" sz="1400" b="0" kern="1200">
                <a:latin typeface="Times New Roman" panose="02020603050405020304" pitchFamily="18" charset="0"/>
                <a:ea typeface="ＭＳ Ｐゴシック" panose="020B0600070205080204" pitchFamily="50" charset="-128"/>
                <a:cs typeface="+mn-cs"/>
              </a:rPr>
              <a:pPr>
                <a:spcBef>
                  <a:spcPct val="0"/>
                </a:spcBef>
                <a:spcAft>
                  <a:spcPts val="600"/>
                </a:spcAft>
                <a:buFontTx/>
                <a:buNone/>
              </a:pPr>
              <a:t>2</a:t>
            </a:fld>
            <a:endParaRPr kumimoji="1" lang="en-US" altLang="ja-JP" sz="1400" b="0" kern="1200">
              <a:latin typeface="Times New Roman" panose="02020603050405020304" pitchFamily="18" charset="0"/>
              <a:ea typeface="ＭＳ Ｐゴシック" panose="020B0600070205080204" pitchFamily="50" charset="-128"/>
              <a:cs typeface="+mn-cs"/>
            </a:endParaRPr>
          </a:p>
        </p:txBody>
      </p:sp>
      <p:sp>
        <p:nvSpPr>
          <p:cNvPr id="4" name="コンテンツ プレースホルダー 2">
            <a:extLst>
              <a:ext uri="{FF2B5EF4-FFF2-40B4-BE49-F238E27FC236}">
                <a16:creationId xmlns:a16="http://schemas.microsoft.com/office/drawing/2014/main" id="{64BD06EE-F126-AF30-5A79-3BD74AD70F91}"/>
              </a:ext>
            </a:extLst>
          </p:cNvPr>
          <p:cNvSpPr>
            <a:spLocks noGrp="1"/>
          </p:cNvSpPr>
          <p:nvPr/>
        </p:nvSpPr>
        <p:spPr bwMode="auto">
          <a:xfrm>
            <a:off x="4600575" y="5610578"/>
            <a:ext cx="3810000" cy="457200"/>
          </a:xfrm>
          <a:prstGeom prst="rect">
            <a:avLst/>
          </a:prstGeom>
          <a:noFill/>
          <a:ln>
            <a:noFill/>
          </a:ln>
        </p:spPr>
        <p:txBody>
          <a:bodyPr vert="horz" wrap="square" lIns="91440" tIns="45720" rIns="91440" bIns="45720" numCol="1" rtlCol="0" anchor="t" anchorCtr="0" compatLnSpc="1">
            <a:prstTxWarp prst="textNoShape">
              <a:avLst/>
            </a:prstTxWarp>
            <a:normAutofit/>
          </a:bodyPr>
          <a:lstStyle>
            <a:lvl1pPr marL="201211" indent="-201211" algn="l" defTabSz="685783" rtl="0" eaLnBrk="1" latinLnBrk="0" hangingPunct="1">
              <a:lnSpc>
                <a:spcPct val="125000"/>
              </a:lnSpc>
              <a:spcBef>
                <a:spcPts val="900"/>
              </a:spcBef>
              <a:spcAft>
                <a:spcPts val="0"/>
              </a:spcAft>
              <a:buClr>
                <a:schemeClr val="tx2"/>
              </a:buClr>
              <a:buFont typeface="Wingdings" pitchFamily="2" charset="2"/>
              <a:buChar char="l"/>
              <a:defRPr kumimoji="1" sz="1600" kern="1200" baseline="0">
                <a:solidFill>
                  <a:schemeClr val="tx1"/>
                </a:solidFill>
                <a:latin typeface="+mj-ea"/>
                <a:ea typeface="+mj-ea"/>
                <a:cs typeface="+mn-cs"/>
              </a:defRPr>
            </a:lvl1pPr>
            <a:lvl2pPr marL="402421" indent="-201211" algn="l" defTabSz="685783" rtl="0" eaLnBrk="1" latinLnBrk="0" hangingPunct="1">
              <a:lnSpc>
                <a:spcPct val="125000"/>
              </a:lnSpc>
              <a:spcBef>
                <a:spcPts val="450"/>
              </a:spcBef>
              <a:spcAft>
                <a:spcPts val="0"/>
              </a:spcAft>
              <a:buClr>
                <a:schemeClr val="tx2"/>
              </a:buClr>
              <a:buFont typeface="Arial" pitchFamily="34" charset="0"/>
              <a:buChar char="–"/>
              <a:defRPr kumimoji="1" sz="1600" kern="1200" baseline="0">
                <a:solidFill>
                  <a:schemeClr val="tx1"/>
                </a:solidFill>
                <a:latin typeface="+mj-ea"/>
                <a:ea typeface="+mj-ea"/>
                <a:cs typeface="+mn-cs"/>
              </a:defRPr>
            </a:lvl2pPr>
            <a:lvl3pPr marL="602441" indent="-200020" algn="l" defTabSz="685783" rtl="0" eaLnBrk="1" latinLnBrk="0" hangingPunct="1">
              <a:lnSpc>
                <a:spcPct val="125000"/>
              </a:lnSpc>
              <a:spcBef>
                <a:spcPts val="450"/>
              </a:spcBef>
              <a:spcAft>
                <a:spcPts val="0"/>
              </a:spcAft>
              <a:buClr>
                <a:schemeClr val="tx2"/>
              </a:buClr>
              <a:buFont typeface="Arial" pitchFamily="34" charset="0"/>
              <a:buChar char="•"/>
              <a:defRPr kumimoji="1" sz="1600" kern="1200" baseline="0">
                <a:solidFill>
                  <a:schemeClr val="tx1"/>
                </a:solidFill>
                <a:latin typeface="+mj-ea"/>
                <a:ea typeface="+mj-ea"/>
                <a:cs typeface="+mn-cs"/>
              </a:defRPr>
            </a:lvl3pPr>
            <a:lvl4pPr marL="809605" indent="-207164" algn="l" defTabSz="685783" rtl="0" eaLnBrk="1" latinLnBrk="0" hangingPunct="1">
              <a:lnSpc>
                <a:spcPct val="125000"/>
              </a:lnSpc>
              <a:spcBef>
                <a:spcPts val="450"/>
              </a:spcBef>
              <a:spcAft>
                <a:spcPts val="0"/>
              </a:spcAft>
              <a:buClr>
                <a:schemeClr val="tx2"/>
              </a:buClr>
              <a:buSzPct val="75000"/>
              <a:buFont typeface="Arial" pitchFamily="34" charset="0"/>
              <a:buChar char="–"/>
              <a:defRPr kumimoji="1" sz="1600" kern="1200" baseline="0">
                <a:solidFill>
                  <a:schemeClr val="tx1"/>
                </a:solidFill>
                <a:latin typeface="+mj-ea"/>
                <a:ea typeface="+mj-ea"/>
                <a:cs typeface="+mn-cs"/>
              </a:defRPr>
            </a:lvl4pPr>
            <a:lvl5pPr marL="1543012" indent="-171446" algn="l" defTabSz="685783" rtl="0" eaLnBrk="1" latinLnBrk="0" hangingPunct="1">
              <a:lnSpc>
                <a:spcPct val="125000"/>
              </a:lnSpc>
              <a:spcBef>
                <a:spcPts val="450"/>
              </a:spcBef>
              <a:spcAft>
                <a:spcPts val="450"/>
              </a:spcAft>
              <a:buFont typeface="Arial" pitchFamily="34" charset="0"/>
              <a:buChar char="»"/>
              <a:defRPr kumimoji="1" sz="800" kern="1200" baseline="0">
                <a:solidFill>
                  <a:schemeClr val="tx1"/>
                </a:solidFill>
                <a:latin typeface="+mj-ea"/>
                <a:ea typeface="+mj-ea"/>
                <a:cs typeface="+mn-cs"/>
              </a:defRPr>
            </a:lvl5pPr>
            <a:lvl6pPr marL="1885903"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pPr marL="0" indent="0" eaLnBrk="0" hangingPunct="0">
              <a:lnSpc>
                <a:spcPct val="115000"/>
              </a:lnSpc>
              <a:spcBef>
                <a:spcPct val="20000"/>
              </a:spcBef>
              <a:spcAft>
                <a:spcPct val="0"/>
              </a:spcAft>
              <a:buNone/>
            </a:pPr>
            <a:endParaRPr lang="en-US" altLang="ja-JP" sz="2000" b="0">
              <a:latin typeface="+mn-lt"/>
              <a:ea typeface="+mn-ea"/>
            </a:endParaRPr>
          </a:p>
        </p:txBody>
      </p:sp>
      <p:sp>
        <p:nvSpPr>
          <p:cNvPr id="7" name="TextBox 6">
            <a:extLst>
              <a:ext uri="{FF2B5EF4-FFF2-40B4-BE49-F238E27FC236}">
                <a16:creationId xmlns:a16="http://schemas.microsoft.com/office/drawing/2014/main" id="{B26F67CC-9DB3-8270-F61C-FAF85650803C}"/>
              </a:ext>
            </a:extLst>
          </p:cNvPr>
          <p:cNvSpPr txBox="1"/>
          <p:nvPr/>
        </p:nvSpPr>
        <p:spPr>
          <a:xfrm>
            <a:off x="4219575" y="5546790"/>
            <a:ext cx="4572000" cy="584775"/>
          </a:xfrm>
          <a:prstGeom prst="rect">
            <a:avLst/>
          </a:prstGeom>
          <a:noFill/>
        </p:spPr>
        <p:txBody>
          <a:bodyPr wrap="square">
            <a:spAutoFit/>
          </a:bodyPr>
          <a:lstStyle/>
          <a:p>
            <a:pPr algn="ctr"/>
            <a:r>
              <a:rPr lang="en-US" sz="1600" b="0">
                <a:solidFill>
                  <a:schemeClr val="tx1"/>
                </a:solidFill>
                <a:effectLst/>
                <a:latin typeface="Times New Roman" panose="02020603050405020304" pitchFamily="18" charset="0"/>
                <a:ea typeface="Yu Mincho" panose="02020400000000000000" pitchFamily="18" charset="-128"/>
              </a:rPr>
              <a:t>Principle of Single Point Incremental forming [Iseki et al., 1989].</a:t>
            </a:r>
            <a:endParaRPr lang="en-US" sz="1600" b="0">
              <a:solidFill>
                <a:schemeClr val="tx1"/>
              </a:solidFill>
            </a:endParaRPr>
          </a:p>
        </p:txBody>
      </p:sp>
    </p:spTree>
    <p:extLst>
      <p:ext uri="{BB962C8B-B14F-4D97-AF65-F5344CB8AC3E}">
        <p14:creationId xmlns:p14="http://schemas.microsoft.com/office/powerpoint/2010/main" val="1400478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48E1-860A-9599-D37C-BCB1C6585D57}"/>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00D77160-451F-48D8-EDA1-92C4E1C039EE}"/>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4299A34D-4BF1-4D95-93E8-6EBD7D30D968}" type="slidenum">
              <a:rPr lang="en-US" altLang="ja-JP" sz="1400" smtClean="0"/>
              <a:t>3</a:t>
            </a:fld>
            <a:endParaRPr lang="en-US" altLang="ja-JP" sz="1400"/>
          </a:p>
        </p:txBody>
      </p:sp>
      <p:sp>
        <p:nvSpPr>
          <p:cNvPr id="4" name="タイトル 14">
            <a:extLst>
              <a:ext uri="{FF2B5EF4-FFF2-40B4-BE49-F238E27FC236}">
                <a16:creationId xmlns:a16="http://schemas.microsoft.com/office/drawing/2014/main" id="{17C1BF62-63DB-D834-28F0-A7D86F0B1B01}"/>
              </a:ext>
            </a:extLst>
          </p:cNvPr>
          <p:cNvSpPr txBox="1">
            <a:spLocks/>
          </p:cNvSpPr>
          <p:nvPr/>
        </p:nvSpPr>
        <p:spPr bwMode="auto">
          <a:xfrm>
            <a:off x="467544" y="24893"/>
            <a:ext cx="727280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Background Information </a:t>
            </a:r>
            <a:r>
              <a:rPr lang="en-US" sz="2000">
                <a:solidFill>
                  <a:schemeClr val="tx1"/>
                </a:solidFill>
              </a:rPr>
              <a:t>Incremental Forming</a:t>
            </a:r>
          </a:p>
        </p:txBody>
      </p:sp>
      <p:grpSp>
        <p:nvGrpSpPr>
          <p:cNvPr id="6" name="Group 5">
            <a:extLst>
              <a:ext uri="{FF2B5EF4-FFF2-40B4-BE49-F238E27FC236}">
                <a16:creationId xmlns:a16="http://schemas.microsoft.com/office/drawing/2014/main" id="{8003F6E3-510E-0ABD-5651-1F1726B4617E}"/>
              </a:ext>
            </a:extLst>
          </p:cNvPr>
          <p:cNvGrpSpPr/>
          <p:nvPr/>
        </p:nvGrpSpPr>
        <p:grpSpPr>
          <a:xfrm>
            <a:off x="-1703883" y="1393403"/>
            <a:ext cx="7570866" cy="4394011"/>
            <a:chOff x="-1306345" y="1671639"/>
            <a:chExt cx="7570866" cy="4394011"/>
          </a:xfrm>
        </p:grpSpPr>
        <p:grpSp>
          <p:nvGrpSpPr>
            <p:cNvPr id="5" name="Group 4">
              <a:extLst>
                <a:ext uri="{FF2B5EF4-FFF2-40B4-BE49-F238E27FC236}">
                  <a16:creationId xmlns:a16="http://schemas.microsoft.com/office/drawing/2014/main" id="{EEB58090-EDC9-E59F-722A-4C557342972B}"/>
                </a:ext>
              </a:extLst>
            </p:cNvPr>
            <p:cNvGrpSpPr/>
            <p:nvPr/>
          </p:nvGrpSpPr>
          <p:grpSpPr>
            <a:xfrm>
              <a:off x="655807" y="1671639"/>
              <a:ext cx="3646562" cy="3876892"/>
              <a:chOff x="655807" y="1671639"/>
              <a:chExt cx="3646562" cy="3876892"/>
            </a:xfrm>
          </p:grpSpPr>
          <p:pic>
            <p:nvPicPr>
              <p:cNvPr id="8" name="Picture 7" descr="A white sports car on a road&#10;&#10;AI-generated content may be incorrect.">
                <a:extLst>
                  <a:ext uri="{FF2B5EF4-FFF2-40B4-BE49-F238E27FC236}">
                    <a16:creationId xmlns:a16="http://schemas.microsoft.com/office/drawing/2014/main" id="{46A8759A-11B7-40C0-B7C2-AD195F21CD4D}"/>
                  </a:ext>
                </a:extLst>
              </p:cNvPr>
              <p:cNvPicPr>
                <a:picLocks noChangeAspect="1"/>
              </p:cNvPicPr>
              <p:nvPr/>
            </p:nvPicPr>
            <p:blipFill>
              <a:blip r:embed="rId3">
                <a:extLst>
                  <a:ext uri="{28A0092B-C50C-407E-A947-70E740481C1C}">
                    <a14:useLocalDpi xmlns:a14="http://schemas.microsoft.com/office/drawing/2010/main" val="0"/>
                  </a:ext>
                </a:extLst>
              </a:blip>
              <a:srcRect l="44899" t="47331" r="29231" b="13377"/>
              <a:stretch>
                <a:fillRect/>
              </a:stretch>
            </p:blipFill>
            <p:spPr>
              <a:xfrm>
                <a:off x="655807" y="1671639"/>
                <a:ext cx="3646562" cy="3876892"/>
              </a:xfrm>
              <a:prstGeom prst="rect">
                <a:avLst/>
              </a:prstGeom>
            </p:spPr>
          </p:pic>
          <p:sp>
            <p:nvSpPr>
              <p:cNvPr id="9" name="Oval 8">
                <a:extLst>
                  <a:ext uri="{FF2B5EF4-FFF2-40B4-BE49-F238E27FC236}">
                    <a16:creationId xmlns:a16="http://schemas.microsoft.com/office/drawing/2014/main" id="{15BD4E23-5345-2031-F2F4-8DD5D07DFC8D}"/>
                  </a:ext>
                </a:extLst>
              </p:cNvPr>
              <p:cNvSpPr/>
              <p:nvPr/>
            </p:nvSpPr>
            <p:spPr bwMode="auto">
              <a:xfrm>
                <a:off x="2051538" y="2956947"/>
                <a:ext cx="1451275" cy="1289124"/>
              </a:xfrm>
              <a:prstGeom prst="ellipse">
                <a:avLst/>
              </a:prstGeom>
              <a:noFill/>
              <a:ln w="9525" cap="flat" cmpd="sng" algn="ctr">
                <a:solidFill>
                  <a:srgbClr val="FF0000"/>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grpSp>
        <p:sp>
          <p:nvSpPr>
            <p:cNvPr id="3" name="TextBox 2">
              <a:extLst>
                <a:ext uri="{FF2B5EF4-FFF2-40B4-BE49-F238E27FC236}">
                  <a16:creationId xmlns:a16="http://schemas.microsoft.com/office/drawing/2014/main" id="{23DAE6F8-8C06-8B05-F522-8566F69D1617}"/>
                </a:ext>
              </a:extLst>
            </p:cNvPr>
            <p:cNvSpPr txBox="1"/>
            <p:nvPr/>
          </p:nvSpPr>
          <p:spPr>
            <a:xfrm>
              <a:off x="-1306345" y="5542430"/>
              <a:ext cx="7570866" cy="523220"/>
            </a:xfrm>
            <a:prstGeom prst="rect">
              <a:avLst/>
            </a:prstGeom>
            <a:noFill/>
          </p:spPr>
          <p:txBody>
            <a:bodyPr wrap="square" rtlCol="0">
              <a:spAutoFit/>
            </a:bodyPr>
            <a:lstStyle/>
            <a:p>
              <a:pPr algn="ctr"/>
              <a:r>
                <a:rPr lang="en-US">
                  <a:solidFill>
                    <a:schemeClr val="tx1"/>
                  </a:solidFill>
                </a:rPr>
                <a:t>Lexus LC Edge </a:t>
              </a:r>
            </a:p>
          </p:txBody>
        </p:sp>
      </p:grpSp>
      <p:grpSp>
        <p:nvGrpSpPr>
          <p:cNvPr id="15" name="Group 14">
            <a:extLst>
              <a:ext uri="{FF2B5EF4-FFF2-40B4-BE49-F238E27FC236}">
                <a16:creationId xmlns:a16="http://schemas.microsoft.com/office/drawing/2014/main" id="{055E48F3-891B-54BA-EEEE-6FC96ECAF185}"/>
              </a:ext>
            </a:extLst>
          </p:cNvPr>
          <p:cNvGrpSpPr/>
          <p:nvPr/>
        </p:nvGrpSpPr>
        <p:grpSpPr>
          <a:xfrm>
            <a:off x="2240503" y="1393403"/>
            <a:ext cx="8697825" cy="4951562"/>
            <a:chOff x="3072126" y="2220272"/>
            <a:chExt cx="7570866" cy="3838724"/>
          </a:xfrm>
        </p:grpSpPr>
        <p:pic>
          <p:nvPicPr>
            <p:cNvPr id="11" name="Picture 10">
              <a:extLst>
                <a:ext uri="{FF2B5EF4-FFF2-40B4-BE49-F238E27FC236}">
                  <a16:creationId xmlns:a16="http://schemas.microsoft.com/office/drawing/2014/main" id="{D6AAD1B6-7D2C-5300-36B6-16D46811A697}"/>
                </a:ext>
              </a:extLst>
            </p:cNvPr>
            <p:cNvPicPr>
              <a:picLocks noChangeAspect="1"/>
            </p:cNvPicPr>
            <p:nvPr/>
          </p:nvPicPr>
          <p:blipFill>
            <a:blip r:embed="rId4">
              <a:extLst>
                <a:ext uri="{28A0092B-C50C-407E-A947-70E740481C1C}">
                  <a14:useLocalDpi xmlns:a14="http://schemas.microsoft.com/office/drawing/2010/main" val="0"/>
                </a:ext>
              </a:extLst>
            </a:blip>
            <a:srcRect r="19724"/>
            <a:stretch>
              <a:fillRect/>
            </a:stretch>
          </p:blipFill>
          <p:spPr>
            <a:xfrm>
              <a:off x="4795694" y="2220272"/>
              <a:ext cx="4123730" cy="2889504"/>
            </a:xfrm>
            <a:prstGeom prst="rect">
              <a:avLst/>
            </a:prstGeom>
          </p:spPr>
        </p:pic>
        <p:sp>
          <p:nvSpPr>
            <p:cNvPr id="14" name="TextBox 13">
              <a:extLst>
                <a:ext uri="{FF2B5EF4-FFF2-40B4-BE49-F238E27FC236}">
                  <a16:creationId xmlns:a16="http://schemas.microsoft.com/office/drawing/2014/main" id="{4F9DD91C-B276-6BBF-BB3D-8A83034B85CF}"/>
                </a:ext>
              </a:extLst>
            </p:cNvPr>
            <p:cNvSpPr txBox="1"/>
            <p:nvPr/>
          </p:nvSpPr>
          <p:spPr>
            <a:xfrm>
              <a:off x="3072126" y="5104889"/>
              <a:ext cx="7570866" cy="954107"/>
            </a:xfrm>
            <a:prstGeom prst="rect">
              <a:avLst/>
            </a:prstGeom>
            <a:noFill/>
          </p:spPr>
          <p:txBody>
            <a:bodyPr wrap="square" rtlCol="0">
              <a:spAutoFit/>
            </a:bodyPr>
            <a:lstStyle/>
            <a:p>
              <a:pPr algn="ctr"/>
              <a:r>
                <a:rPr lang="en-US">
                  <a:solidFill>
                    <a:schemeClr val="tx1"/>
                  </a:solidFill>
                </a:rPr>
                <a:t>Nissan’s Incremental</a:t>
              </a:r>
            </a:p>
            <a:p>
              <a:pPr algn="ctr"/>
              <a:r>
                <a:rPr lang="en-US">
                  <a:solidFill>
                    <a:schemeClr val="tx1"/>
                  </a:solidFill>
                </a:rPr>
                <a:t>Forming Showcase</a:t>
              </a:r>
            </a:p>
          </p:txBody>
        </p:sp>
      </p:grpSp>
    </p:spTree>
    <p:extLst>
      <p:ext uri="{BB962C8B-B14F-4D97-AF65-F5344CB8AC3E}">
        <p14:creationId xmlns:p14="http://schemas.microsoft.com/office/powerpoint/2010/main" val="331761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CD4FA-F23B-C657-2297-4836C1614F3F}"/>
            </a:ext>
          </a:extLst>
        </p:cNvPr>
        <p:cNvGrpSpPr/>
        <p:nvPr/>
      </p:nvGrpSpPr>
      <p:grpSpPr>
        <a:xfrm>
          <a:off x="0" y="0"/>
          <a:ext cx="0" cy="0"/>
          <a:chOff x="0" y="0"/>
          <a:chExt cx="0" cy="0"/>
        </a:xfrm>
      </p:grpSpPr>
      <p:sp>
        <p:nvSpPr>
          <p:cNvPr id="6157" name="タイトル 14">
            <a:extLst>
              <a:ext uri="{FF2B5EF4-FFF2-40B4-BE49-F238E27FC236}">
                <a16:creationId xmlns:a16="http://schemas.microsoft.com/office/drawing/2014/main" id="{A8BAFAE9-5DF2-9DA8-76D5-FC3837AEB92C}"/>
              </a:ext>
            </a:extLst>
          </p:cNvPr>
          <p:cNvSpPr>
            <a:spLocks noGrp="1"/>
          </p:cNvSpPr>
          <p:nvPr>
            <p:ph type="title" idx="4294967295"/>
          </p:nvPr>
        </p:nvSpPr>
        <p:spPr/>
        <p:txBody>
          <a:bodyPr/>
          <a:lstStyle/>
          <a:p>
            <a:r>
              <a:rPr lang="en-US" altLang="ja-JP" sz="2800" b="1">
                <a:solidFill>
                  <a:schemeClr val="tx1"/>
                </a:solidFill>
              </a:rPr>
              <a:t>Previous Research</a:t>
            </a:r>
            <a:endParaRPr lang="ja-JP" altLang="en-US" sz="2800" b="1">
              <a:solidFill>
                <a:schemeClr val="tx1"/>
              </a:solidFill>
            </a:endParaRPr>
          </a:p>
        </p:txBody>
      </p:sp>
      <p:sp>
        <p:nvSpPr>
          <p:cNvPr id="2" name="スライド番号プレースホルダ 1">
            <a:extLst>
              <a:ext uri="{FF2B5EF4-FFF2-40B4-BE49-F238E27FC236}">
                <a16:creationId xmlns:a16="http://schemas.microsoft.com/office/drawing/2014/main" id="{E26E204C-E71C-863D-D347-4A7EDE00B1C8}"/>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D6F8A3FC-A979-4EF7-9F45-ABDED894307F}" type="slidenum">
              <a:rPr lang="en-US" altLang="ja-JP" sz="1400" smtClean="0"/>
              <a:t>4</a:t>
            </a:fld>
            <a:endParaRPr lang="en-US" altLang="ja-JP" sz="1400"/>
          </a:p>
        </p:txBody>
      </p:sp>
      <p:graphicFrame>
        <p:nvGraphicFramePr>
          <p:cNvPr id="10" name="Diagram 9">
            <a:extLst>
              <a:ext uri="{FF2B5EF4-FFF2-40B4-BE49-F238E27FC236}">
                <a16:creationId xmlns:a16="http://schemas.microsoft.com/office/drawing/2014/main" id="{B476849C-E4A0-3220-2CBB-3547448CE619}"/>
              </a:ext>
            </a:extLst>
          </p:cNvPr>
          <p:cNvGraphicFramePr/>
          <p:nvPr>
            <p:extLst>
              <p:ext uri="{D42A27DB-BD31-4B8C-83A1-F6EECF244321}">
                <p14:modId xmlns:p14="http://schemas.microsoft.com/office/powerpoint/2010/main" val="3279749634"/>
              </p:ext>
            </p:extLst>
          </p:nvPr>
        </p:nvGraphicFramePr>
        <p:xfrm>
          <a:off x="0" y="381000"/>
          <a:ext cx="9144000" cy="2413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D05CDFD2-34BF-1C9B-A9E5-BEF323439499}"/>
              </a:ext>
            </a:extLst>
          </p:cNvPr>
          <p:cNvPicPr>
            <a:picLocks noChangeAspect="1"/>
          </p:cNvPicPr>
          <p:nvPr/>
        </p:nvPicPr>
        <p:blipFill>
          <a:blip r:embed="rId8"/>
          <a:stretch>
            <a:fillRect/>
          </a:stretch>
        </p:blipFill>
        <p:spPr>
          <a:xfrm>
            <a:off x="4724400" y="3022744"/>
            <a:ext cx="4037839" cy="2981136"/>
          </a:xfrm>
          <a:prstGeom prst="rect">
            <a:avLst/>
          </a:prstGeom>
        </p:spPr>
      </p:pic>
      <p:pic>
        <p:nvPicPr>
          <p:cNvPr id="5" name="Picture 4">
            <a:extLst>
              <a:ext uri="{FF2B5EF4-FFF2-40B4-BE49-F238E27FC236}">
                <a16:creationId xmlns:a16="http://schemas.microsoft.com/office/drawing/2014/main" id="{C0115E2A-ADFD-7AEF-A791-DDFA181D9858}"/>
              </a:ext>
            </a:extLst>
          </p:cNvPr>
          <p:cNvPicPr>
            <a:picLocks noChangeAspect="1"/>
          </p:cNvPicPr>
          <p:nvPr/>
        </p:nvPicPr>
        <p:blipFill>
          <a:blip r:embed="rId9"/>
          <a:stretch>
            <a:fillRect/>
          </a:stretch>
        </p:blipFill>
        <p:spPr>
          <a:xfrm flipH="1" flipV="1">
            <a:off x="179512" y="3022744"/>
            <a:ext cx="3936715" cy="2981136"/>
          </a:xfrm>
          <a:prstGeom prst="rect">
            <a:avLst/>
          </a:prstGeom>
        </p:spPr>
      </p:pic>
      <p:sp>
        <p:nvSpPr>
          <p:cNvPr id="8" name="Arrow: Down 7">
            <a:extLst>
              <a:ext uri="{FF2B5EF4-FFF2-40B4-BE49-F238E27FC236}">
                <a16:creationId xmlns:a16="http://schemas.microsoft.com/office/drawing/2014/main" id="{60A3C896-F55F-F1C7-38D1-7B4C9DD69303}"/>
              </a:ext>
            </a:extLst>
          </p:cNvPr>
          <p:cNvSpPr/>
          <p:nvPr/>
        </p:nvSpPr>
        <p:spPr bwMode="auto">
          <a:xfrm rot="1779020">
            <a:off x="2959583" y="2169876"/>
            <a:ext cx="289871" cy="835893"/>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
        <p:nvSpPr>
          <p:cNvPr id="9" name="Arrow: Down 8">
            <a:extLst>
              <a:ext uri="{FF2B5EF4-FFF2-40B4-BE49-F238E27FC236}">
                <a16:creationId xmlns:a16="http://schemas.microsoft.com/office/drawing/2014/main" id="{14F7C2F3-3F0C-EA9D-5614-B9B44A115AB8}"/>
              </a:ext>
            </a:extLst>
          </p:cNvPr>
          <p:cNvSpPr/>
          <p:nvPr/>
        </p:nvSpPr>
        <p:spPr bwMode="auto">
          <a:xfrm rot="19820980" flipH="1">
            <a:off x="6107710" y="2171776"/>
            <a:ext cx="289871" cy="833859"/>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Tree>
    <p:extLst>
      <p:ext uri="{BB962C8B-B14F-4D97-AF65-F5344CB8AC3E}">
        <p14:creationId xmlns:p14="http://schemas.microsoft.com/office/powerpoint/2010/main" val="297726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8F783-AEC1-5D1A-7893-52D37E42F3AB}"/>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D297FD24-5EA2-2AE7-F30D-4DB5281E9349}"/>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4299A34D-4BF1-4D95-93E8-6EBD7D30D968}" type="slidenum">
              <a:rPr lang="en-US" altLang="ja-JP" sz="1400" smtClean="0"/>
              <a:t>5</a:t>
            </a:fld>
            <a:endParaRPr lang="en-US" altLang="ja-JP" sz="1400"/>
          </a:p>
        </p:txBody>
      </p:sp>
      <p:sp>
        <p:nvSpPr>
          <p:cNvPr id="4" name="タイトル 14">
            <a:extLst>
              <a:ext uri="{FF2B5EF4-FFF2-40B4-BE49-F238E27FC236}">
                <a16:creationId xmlns:a16="http://schemas.microsoft.com/office/drawing/2014/main" id="{321F4AF1-E430-3B85-4245-678C9737B139}"/>
              </a:ext>
            </a:extLst>
          </p:cNvPr>
          <p:cNvSpPr txBox="1">
            <a:spLocks/>
          </p:cNvSpPr>
          <p:nvPr/>
        </p:nvSpPr>
        <p:spPr bwMode="auto">
          <a:xfrm>
            <a:off x="467544" y="24893"/>
            <a:ext cx="727280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Research Goals</a:t>
            </a:r>
            <a:endParaRPr lang="en-US" sz="2000">
              <a:solidFill>
                <a:schemeClr val="tx1"/>
              </a:solidFill>
            </a:endParaRPr>
          </a:p>
        </p:txBody>
      </p:sp>
      <p:sp>
        <p:nvSpPr>
          <p:cNvPr id="10" name="TextBox 9">
            <a:extLst>
              <a:ext uri="{FF2B5EF4-FFF2-40B4-BE49-F238E27FC236}">
                <a16:creationId xmlns:a16="http://schemas.microsoft.com/office/drawing/2014/main" id="{B82FE2A2-5E6C-8EF8-9677-A49A23982FAE}"/>
              </a:ext>
            </a:extLst>
          </p:cNvPr>
          <p:cNvSpPr txBox="1"/>
          <p:nvPr/>
        </p:nvSpPr>
        <p:spPr>
          <a:xfrm>
            <a:off x="580292" y="1874728"/>
            <a:ext cx="7983415" cy="3539430"/>
          </a:xfrm>
          <a:prstGeom prst="rect">
            <a:avLst/>
          </a:prstGeom>
          <a:noFill/>
        </p:spPr>
        <p:txBody>
          <a:bodyPr wrap="square" rtlCol="0">
            <a:spAutoFit/>
          </a:bodyPr>
          <a:lstStyle/>
          <a:p>
            <a:r>
              <a:rPr lang="en-US" dirty="0">
                <a:solidFill>
                  <a:schemeClr val="tx1"/>
                </a:solidFill>
                <a:latin typeface="+mj-lt"/>
              </a:rPr>
              <a:t>Research Goals:</a:t>
            </a:r>
          </a:p>
          <a:p>
            <a:pPr marL="457200" indent="-457200">
              <a:buFont typeface="Arial" panose="020B0604020202020204" pitchFamily="34" charset="0"/>
              <a:buChar char="•"/>
            </a:pPr>
            <a:r>
              <a:rPr lang="en-US" dirty="0">
                <a:solidFill>
                  <a:schemeClr val="tx1"/>
                </a:solidFill>
                <a:latin typeface="+mj-lt"/>
                <a:ea typeface="ＭＳ Ｐ明朝" charset="-128"/>
              </a:rPr>
              <a:t>Error-free toolpaths for complex geometries </a:t>
            </a:r>
          </a:p>
          <a:p>
            <a:pPr marL="457200" indent="-457200">
              <a:buFont typeface="Arial" panose="020B0604020202020204" pitchFamily="34" charset="0"/>
              <a:buChar char="•"/>
            </a:pPr>
            <a:r>
              <a:rPr lang="en-US" dirty="0">
                <a:solidFill>
                  <a:schemeClr val="tx1"/>
                </a:solidFill>
                <a:ea typeface="ＭＳ Ｐ明朝" charset="-128"/>
              </a:rPr>
              <a:t>Reducing generation time for complex geometries</a:t>
            </a:r>
            <a:endParaRPr lang="en-US" dirty="0">
              <a:solidFill>
                <a:schemeClr val="tx1"/>
              </a:solidFill>
              <a:latin typeface="+mj-lt"/>
              <a:ea typeface="ＭＳ Ｐ明朝" charset="-128"/>
            </a:endParaRPr>
          </a:p>
          <a:p>
            <a:pPr marL="457200" indent="-457200">
              <a:buFont typeface="Arial" panose="020B0604020202020204" pitchFamily="34" charset="0"/>
              <a:buChar char="•"/>
            </a:pPr>
            <a:r>
              <a:rPr lang="en-US" dirty="0">
                <a:solidFill>
                  <a:schemeClr val="tx1"/>
                </a:solidFill>
                <a:ea typeface="ＭＳ Ｐ明朝" charset="-128"/>
              </a:rPr>
              <a:t>Streamlining the design-to-manufacturing process</a:t>
            </a:r>
            <a:endParaRPr lang="en-US" dirty="0">
              <a:solidFill>
                <a:schemeClr val="tx1"/>
              </a:solidFill>
            </a:endParaRPr>
          </a:p>
          <a:p>
            <a:pPr marL="457200" indent="-457200">
              <a:buFont typeface="Arial" panose="020B0604020202020204" pitchFamily="34" charset="0"/>
              <a:buChar char="•"/>
            </a:pPr>
            <a:endParaRPr lang="en-US" dirty="0">
              <a:solidFill>
                <a:schemeClr val="tx1"/>
              </a:solidFill>
              <a:latin typeface="+mj-lt"/>
              <a:ea typeface="ＭＳ Ｐ明朝" charset="-128"/>
            </a:endParaRPr>
          </a:p>
        </p:txBody>
      </p:sp>
    </p:spTree>
    <p:extLst>
      <p:ext uri="{BB962C8B-B14F-4D97-AF65-F5344CB8AC3E}">
        <p14:creationId xmlns:p14="http://schemas.microsoft.com/office/powerpoint/2010/main" val="1653562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スライド番号プレースホルダ 1">
            <a:extLst>
              <a:ext uri="{FF2B5EF4-FFF2-40B4-BE49-F238E27FC236}">
                <a16:creationId xmlns:a16="http://schemas.microsoft.com/office/drawing/2014/main" id="{0F6199C8-1128-33F3-87A7-325CEE4BA2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52238202-937A-4D25-A39E-EEA70CF45FE6}" type="slidenum">
              <a:rPr lang="en-US" altLang="ja-JP" sz="1400" smtClean="0"/>
              <a:t>6</a:t>
            </a:fld>
            <a:endParaRPr lang="en-US" altLang="ja-JP" sz="1400"/>
          </a:p>
        </p:txBody>
      </p:sp>
      <p:sp>
        <p:nvSpPr>
          <p:cNvPr id="4" name="タイトル 4">
            <a:extLst>
              <a:ext uri="{FF2B5EF4-FFF2-40B4-BE49-F238E27FC236}">
                <a16:creationId xmlns:a16="http://schemas.microsoft.com/office/drawing/2014/main" id="{3980B27C-31FE-5FF0-F9E8-13822A83080A}"/>
              </a:ext>
            </a:extLst>
          </p:cNvPr>
          <p:cNvSpPr txBox="1">
            <a:spLocks/>
          </p:cNvSpPr>
          <p:nvPr/>
        </p:nvSpPr>
        <p:spPr bwMode="auto">
          <a:xfrm>
            <a:off x="533400" y="76200"/>
            <a:ext cx="713494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sz="2800">
                <a:solidFill>
                  <a:schemeClr val="tx1"/>
                </a:solidFill>
              </a:rPr>
              <a:t>CAM System Changes </a:t>
            </a:r>
            <a:r>
              <a:rPr lang="en-US" sz="2000">
                <a:solidFill>
                  <a:schemeClr val="tx1"/>
                </a:solidFill>
              </a:rPr>
              <a:t>CAM System Overview</a:t>
            </a:r>
          </a:p>
        </p:txBody>
      </p:sp>
      <p:graphicFrame>
        <p:nvGraphicFramePr>
          <p:cNvPr id="33" name="Diagram 32">
            <a:extLst>
              <a:ext uri="{FF2B5EF4-FFF2-40B4-BE49-F238E27FC236}">
                <a16:creationId xmlns:a16="http://schemas.microsoft.com/office/drawing/2014/main" id="{C57B20DF-B0FE-D8EA-4C1A-14B999B5C353}"/>
              </a:ext>
            </a:extLst>
          </p:cNvPr>
          <p:cNvGraphicFramePr/>
          <p:nvPr>
            <p:extLst>
              <p:ext uri="{D42A27DB-BD31-4B8C-83A1-F6EECF244321}">
                <p14:modId xmlns:p14="http://schemas.microsoft.com/office/powerpoint/2010/main" val="2243542180"/>
              </p:ext>
            </p:extLst>
          </p:nvPr>
        </p:nvGraphicFramePr>
        <p:xfrm>
          <a:off x="0" y="908720"/>
          <a:ext cx="9144000"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33">
                                            <p:graphicEl>
                                              <a:dgm id="{10876066-D232-43D7-A109-99513F08741E}"/>
                                            </p:graphicEl>
                                          </p:spTgt>
                                        </p:tgtEl>
                                        <p:attrNameLst>
                                          <p:attrName>style.color</p:attrName>
                                        </p:attrNameLst>
                                      </p:cBhvr>
                                      <p:to>
                                        <a:srgbClr val="C00000"/>
                                      </p:to>
                                    </p:animClr>
                                    <p:animClr clrSpc="rgb" dir="cw">
                                      <p:cBhvr>
                                        <p:cTn id="7" dur="500" fill="hold"/>
                                        <p:tgtEl>
                                          <p:spTgt spid="33">
                                            <p:graphicEl>
                                              <a:dgm id="{10876066-D232-43D7-A109-99513F08741E}"/>
                                            </p:graphicEl>
                                          </p:spTgt>
                                        </p:tgtEl>
                                        <p:attrNameLst>
                                          <p:attrName>fillcolor</p:attrName>
                                        </p:attrNameLst>
                                      </p:cBhvr>
                                      <p:to>
                                        <a:srgbClr val="C00000"/>
                                      </p:to>
                                    </p:animClr>
                                    <p:set>
                                      <p:cBhvr>
                                        <p:cTn id="8" dur="500" fill="hold"/>
                                        <p:tgtEl>
                                          <p:spTgt spid="33">
                                            <p:graphicEl>
                                              <a:dgm id="{10876066-D232-43D7-A109-99513F08741E}"/>
                                            </p:graphicEl>
                                          </p:spTgt>
                                        </p:tgtEl>
                                        <p:attrNameLst>
                                          <p:attrName>fill.type</p:attrName>
                                        </p:attrNameLst>
                                      </p:cBhvr>
                                      <p:to>
                                        <p:strVal val="solid"/>
                                      </p:to>
                                    </p:set>
                                    <p:set>
                                      <p:cBhvr>
                                        <p:cTn id="9" dur="500" fill="hold"/>
                                        <p:tgtEl>
                                          <p:spTgt spid="33">
                                            <p:graphicEl>
                                              <a:dgm id="{10876066-D232-43D7-A109-99513F08741E}"/>
                                            </p:graphicEl>
                                          </p:spTgt>
                                        </p:tgtEl>
                                        <p:attrNameLst>
                                          <p:attrName>fill.on</p:attrName>
                                        </p:attrNameLst>
                                      </p:cBhvr>
                                      <p:to>
                                        <p:strVal val="true"/>
                                      </p:to>
                                    </p:set>
                                  </p:childTnLst>
                                </p:cTn>
                              </p:par>
                              <p:par>
                                <p:cTn id="10" presetID="19" presetClass="emph" presetSubtype="0" fill="hold" grpId="0" nodeType="withEffect">
                                  <p:stCondLst>
                                    <p:cond delay="0"/>
                                  </p:stCondLst>
                                  <p:childTnLst>
                                    <p:animClr clrSpc="rgb" dir="cw">
                                      <p:cBhvr override="childStyle">
                                        <p:cTn id="11" dur="500" fill="hold"/>
                                        <p:tgtEl>
                                          <p:spTgt spid="33">
                                            <p:graphicEl>
                                              <a:dgm id="{FEC7EE8C-942D-4682-9FBE-DEBF0ED526F6}"/>
                                            </p:graphicEl>
                                          </p:spTgt>
                                        </p:tgtEl>
                                        <p:attrNameLst>
                                          <p:attrName>style.color</p:attrName>
                                        </p:attrNameLst>
                                      </p:cBhvr>
                                      <p:to>
                                        <a:srgbClr val="C00000"/>
                                      </p:to>
                                    </p:animClr>
                                    <p:animClr clrSpc="rgb" dir="cw">
                                      <p:cBhvr>
                                        <p:cTn id="12" dur="500" fill="hold"/>
                                        <p:tgtEl>
                                          <p:spTgt spid="33">
                                            <p:graphicEl>
                                              <a:dgm id="{FEC7EE8C-942D-4682-9FBE-DEBF0ED526F6}"/>
                                            </p:graphicEl>
                                          </p:spTgt>
                                        </p:tgtEl>
                                        <p:attrNameLst>
                                          <p:attrName>fillcolor</p:attrName>
                                        </p:attrNameLst>
                                      </p:cBhvr>
                                      <p:to>
                                        <a:srgbClr val="C00000"/>
                                      </p:to>
                                    </p:animClr>
                                    <p:set>
                                      <p:cBhvr>
                                        <p:cTn id="13" dur="500" fill="hold"/>
                                        <p:tgtEl>
                                          <p:spTgt spid="33">
                                            <p:graphicEl>
                                              <a:dgm id="{FEC7EE8C-942D-4682-9FBE-DEBF0ED526F6}"/>
                                            </p:graphicEl>
                                          </p:spTgt>
                                        </p:tgtEl>
                                        <p:attrNameLst>
                                          <p:attrName>fill.type</p:attrName>
                                        </p:attrNameLst>
                                      </p:cBhvr>
                                      <p:to>
                                        <p:strVal val="solid"/>
                                      </p:to>
                                    </p:set>
                                    <p:set>
                                      <p:cBhvr>
                                        <p:cTn id="14" dur="500" fill="hold"/>
                                        <p:tgtEl>
                                          <p:spTgt spid="33">
                                            <p:graphicEl>
                                              <a:dgm id="{FEC7EE8C-942D-4682-9FBE-DEBF0ED526F6}"/>
                                            </p:graphicEl>
                                          </p:spTgt>
                                        </p:tgtEl>
                                        <p:attrNameLst>
                                          <p:attrName>fill.on</p:attrName>
                                        </p:attrNameLst>
                                      </p:cBhvr>
                                      <p:to>
                                        <p:strVal val="true"/>
                                      </p:to>
                                    </p:set>
                                  </p:childTnLst>
                                </p:cTn>
                              </p:par>
                              <p:par>
                                <p:cTn id="15" presetID="19" presetClass="emph" presetSubtype="0" fill="hold" grpId="0" nodeType="withEffect">
                                  <p:stCondLst>
                                    <p:cond delay="0"/>
                                  </p:stCondLst>
                                  <p:childTnLst>
                                    <p:animClr clrSpc="rgb" dir="cw">
                                      <p:cBhvr override="childStyle">
                                        <p:cTn id="16" dur="500" fill="hold"/>
                                        <p:tgtEl>
                                          <p:spTgt spid="33">
                                            <p:graphicEl>
                                              <a:dgm id="{C174CE73-EA12-409F-9DAE-7745398C2341}"/>
                                            </p:graphicEl>
                                          </p:spTgt>
                                        </p:tgtEl>
                                        <p:attrNameLst>
                                          <p:attrName>style.color</p:attrName>
                                        </p:attrNameLst>
                                      </p:cBhvr>
                                      <p:to>
                                        <a:srgbClr val="C00000"/>
                                      </p:to>
                                    </p:animClr>
                                    <p:animClr clrSpc="rgb" dir="cw">
                                      <p:cBhvr>
                                        <p:cTn id="17" dur="500" fill="hold"/>
                                        <p:tgtEl>
                                          <p:spTgt spid="33">
                                            <p:graphicEl>
                                              <a:dgm id="{C174CE73-EA12-409F-9DAE-7745398C2341}"/>
                                            </p:graphicEl>
                                          </p:spTgt>
                                        </p:tgtEl>
                                        <p:attrNameLst>
                                          <p:attrName>fillcolor</p:attrName>
                                        </p:attrNameLst>
                                      </p:cBhvr>
                                      <p:to>
                                        <a:srgbClr val="C00000"/>
                                      </p:to>
                                    </p:animClr>
                                    <p:set>
                                      <p:cBhvr>
                                        <p:cTn id="18" dur="500" fill="hold"/>
                                        <p:tgtEl>
                                          <p:spTgt spid="33">
                                            <p:graphicEl>
                                              <a:dgm id="{C174CE73-EA12-409F-9DAE-7745398C2341}"/>
                                            </p:graphicEl>
                                          </p:spTgt>
                                        </p:tgtEl>
                                        <p:attrNameLst>
                                          <p:attrName>fill.type</p:attrName>
                                        </p:attrNameLst>
                                      </p:cBhvr>
                                      <p:to>
                                        <p:strVal val="solid"/>
                                      </p:to>
                                    </p:set>
                                    <p:set>
                                      <p:cBhvr>
                                        <p:cTn id="19" dur="500" fill="hold"/>
                                        <p:tgtEl>
                                          <p:spTgt spid="33">
                                            <p:graphicEl>
                                              <a:dgm id="{C174CE73-EA12-409F-9DAE-7745398C2341}"/>
                                            </p:graphicEl>
                                          </p:spTgt>
                                        </p:tgtEl>
                                        <p:attrNameLst>
                                          <p:attrName>fill.on</p:attrName>
                                        </p:attrNameLst>
                                      </p:cBhvr>
                                      <p:to>
                                        <p:strVal val="true"/>
                                      </p:to>
                                    </p:set>
                                  </p:childTnLst>
                                </p:cTn>
                              </p:par>
                              <p:par>
                                <p:cTn id="20" presetID="19" presetClass="emph" presetSubtype="0" fill="hold" grpId="0" nodeType="withEffect">
                                  <p:stCondLst>
                                    <p:cond delay="0"/>
                                  </p:stCondLst>
                                  <p:childTnLst>
                                    <p:animClr clrSpc="rgb" dir="cw">
                                      <p:cBhvr override="childStyle">
                                        <p:cTn id="21" dur="500" fill="hold"/>
                                        <p:tgtEl>
                                          <p:spTgt spid="33">
                                            <p:graphicEl>
                                              <a:dgm id="{76B1A383-3A53-47A8-A61F-A6FD28C04CBE}"/>
                                            </p:graphicEl>
                                          </p:spTgt>
                                        </p:tgtEl>
                                        <p:attrNameLst>
                                          <p:attrName>style.color</p:attrName>
                                        </p:attrNameLst>
                                      </p:cBhvr>
                                      <p:to>
                                        <a:srgbClr val="C00000"/>
                                      </p:to>
                                    </p:animClr>
                                    <p:animClr clrSpc="rgb" dir="cw">
                                      <p:cBhvr>
                                        <p:cTn id="22" dur="500" fill="hold"/>
                                        <p:tgtEl>
                                          <p:spTgt spid="33">
                                            <p:graphicEl>
                                              <a:dgm id="{76B1A383-3A53-47A8-A61F-A6FD28C04CBE}"/>
                                            </p:graphicEl>
                                          </p:spTgt>
                                        </p:tgtEl>
                                        <p:attrNameLst>
                                          <p:attrName>fillcolor</p:attrName>
                                        </p:attrNameLst>
                                      </p:cBhvr>
                                      <p:to>
                                        <a:srgbClr val="C00000"/>
                                      </p:to>
                                    </p:animClr>
                                    <p:set>
                                      <p:cBhvr>
                                        <p:cTn id="23" dur="500" fill="hold"/>
                                        <p:tgtEl>
                                          <p:spTgt spid="33">
                                            <p:graphicEl>
                                              <a:dgm id="{76B1A383-3A53-47A8-A61F-A6FD28C04CBE}"/>
                                            </p:graphicEl>
                                          </p:spTgt>
                                        </p:tgtEl>
                                        <p:attrNameLst>
                                          <p:attrName>fill.type</p:attrName>
                                        </p:attrNameLst>
                                      </p:cBhvr>
                                      <p:to>
                                        <p:strVal val="solid"/>
                                      </p:to>
                                    </p:set>
                                    <p:set>
                                      <p:cBhvr>
                                        <p:cTn id="24" dur="500" fill="hold"/>
                                        <p:tgtEl>
                                          <p:spTgt spid="33">
                                            <p:graphicEl>
                                              <a:dgm id="{76B1A383-3A53-47A8-A61F-A6FD28C04CBE}"/>
                                            </p:graphicEl>
                                          </p:spTgt>
                                        </p:tgtEl>
                                        <p:attrNameLst>
                                          <p:attrName>fill.on</p:attrName>
                                        </p:attrNameLst>
                                      </p:cBhvr>
                                      <p:to>
                                        <p:strVal val="true"/>
                                      </p:to>
                                    </p:set>
                                  </p:childTnLst>
                                </p:cTn>
                              </p:par>
                              <p:par>
                                <p:cTn id="25" presetID="19" presetClass="emph" presetSubtype="0" fill="hold" grpId="0" nodeType="withEffect">
                                  <p:stCondLst>
                                    <p:cond delay="0"/>
                                  </p:stCondLst>
                                  <p:childTnLst>
                                    <p:animClr clrSpc="rgb" dir="cw">
                                      <p:cBhvr override="childStyle">
                                        <p:cTn id="26" dur="500" fill="hold"/>
                                        <p:tgtEl>
                                          <p:spTgt spid="33">
                                            <p:graphicEl>
                                              <a:dgm id="{0366AA8E-7563-4456-8D55-3E328D0219C0}"/>
                                            </p:graphicEl>
                                          </p:spTgt>
                                        </p:tgtEl>
                                        <p:attrNameLst>
                                          <p:attrName>style.color</p:attrName>
                                        </p:attrNameLst>
                                      </p:cBhvr>
                                      <p:to>
                                        <a:srgbClr val="C00000"/>
                                      </p:to>
                                    </p:animClr>
                                    <p:animClr clrSpc="rgb" dir="cw">
                                      <p:cBhvr>
                                        <p:cTn id="27" dur="500" fill="hold"/>
                                        <p:tgtEl>
                                          <p:spTgt spid="33">
                                            <p:graphicEl>
                                              <a:dgm id="{0366AA8E-7563-4456-8D55-3E328D0219C0}"/>
                                            </p:graphicEl>
                                          </p:spTgt>
                                        </p:tgtEl>
                                        <p:attrNameLst>
                                          <p:attrName>fillcolor</p:attrName>
                                        </p:attrNameLst>
                                      </p:cBhvr>
                                      <p:to>
                                        <a:srgbClr val="C00000"/>
                                      </p:to>
                                    </p:animClr>
                                    <p:set>
                                      <p:cBhvr>
                                        <p:cTn id="28" dur="500" fill="hold"/>
                                        <p:tgtEl>
                                          <p:spTgt spid="33">
                                            <p:graphicEl>
                                              <a:dgm id="{0366AA8E-7563-4456-8D55-3E328D0219C0}"/>
                                            </p:graphicEl>
                                          </p:spTgt>
                                        </p:tgtEl>
                                        <p:attrNameLst>
                                          <p:attrName>fill.type</p:attrName>
                                        </p:attrNameLst>
                                      </p:cBhvr>
                                      <p:to>
                                        <p:strVal val="solid"/>
                                      </p:to>
                                    </p:set>
                                    <p:set>
                                      <p:cBhvr>
                                        <p:cTn id="29" dur="500" fill="hold"/>
                                        <p:tgtEl>
                                          <p:spTgt spid="33">
                                            <p:graphicEl>
                                              <a:dgm id="{0366AA8E-7563-4456-8D55-3E328D0219C0}"/>
                                            </p:graphicEl>
                                          </p:spTgt>
                                        </p:tgtEl>
                                        <p:attrNameLst>
                                          <p:attrName>fill.on</p:attrName>
                                        </p:attrNameLst>
                                      </p:cBhvr>
                                      <p:to>
                                        <p:strVal val="true"/>
                                      </p:to>
                                    </p:set>
                                  </p:childTnLst>
                                </p:cTn>
                              </p:par>
                              <p:par>
                                <p:cTn id="30" presetID="19" presetClass="emph" presetSubtype="0" fill="hold" grpId="0" nodeType="withEffect">
                                  <p:stCondLst>
                                    <p:cond delay="0"/>
                                  </p:stCondLst>
                                  <p:childTnLst>
                                    <p:animClr clrSpc="rgb" dir="cw">
                                      <p:cBhvr override="childStyle">
                                        <p:cTn id="31" dur="500" fill="hold"/>
                                        <p:tgtEl>
                                          <p:spTgt spid="33">
                                            <p:graphicEl>
                                              <a:dgm id="{2C48D448-E449-46EB-B9EB-01A1490F81A2}"/>
                                            </p:graphicEl>
                                          </p:spTgt>
                                        </p:tgtEl>
                                        <p:attrNameLst>
                                          <p:attrName>style.color</p:attrName>
                                        </p:attrNameLst>
                                      </p:cBhvr>
                                      <p:to>
                                        <a:srgbClr val="C00000"/>
                                      </p:to>
                                    </p:animClr>
                                    <p:animClr clrSpc="rgb" dir="cw">
                                      <p:cBhvr>
                                        <p:cTn id="32" dur="500" fill="hold"/>
                                        <p:tgtEl>
                                          <p:spTgt spid="33">
                                            <p:graphicEl>
                                              <a:dgm id="{2C48D448-E449-46EB-B9EB-01A1490F81A2}"/>
                                            </p:graphicEl>
                                          </p:spTgt>
                                        </p:tgtEl>
                                        <p:attrNameLst>
                                          <p:attrName>fillcolor</p:attrName>
                                        </p:attrNameLst>
                                      </p:cBhvr>
                                      <p:to>
                                        <a:srgbClr val="C00000"/>
                                      </p:to>
                                    </p:animClr>
                                    <p:set>
                                      <p:cBhvr>
                                        <p:cTn id="33" dur="500" fill="hold"/>
                                        <p:tgtEl>
                                          <p:spTgt spid="33">
                                            <p:graphicEl>
                                              <a:dgm id="{2C48D448-E449-46EB-B9EB-01A1490F81A2}"/>
                                            </p:graphicEl>
                                          </p:spTgt>
                                        </p:tgtEl>
                                        <p:attrNameLst>
                                          <p:attrName>fill.type</p:attrName>
                                        </p:attrNameLst>
                                      </p:cBhvr>
                                      <p:to>
                                        <p:strVal val="solid"/>
                                      </p:to>
                                    </p:set>
                                    <p:set>
                                      <p:cBhvr>
                                        <p:cTn id="34" dur="500" fill="hold"/>
                                        <p:tgtEl>
                                          <p:spTgt spid="33">
                                            <p:graphicEl>
                                              <a:dgm id="{2C48D448-E449-46EB-B9EB-01A1490F81A2}"/>
                                            </p:graphicEl>
                                          </p:spTgt>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19" presetClass="emph" presetSubtype="0" fill="hold" grpId="0" nodeType="clickEffect">
                                  <p:stCondLst>
                                    <p:cond delay="0"/>
                                  </p:stCondLst>
                                  <p:childTnLst>
                                    <p:animClr clrSpc="rgb" dir="cw">
                                      <p:cBhvr override="childStyle">
                                        <p:cTn id="38" dur="500" fill="hold"/>
                                        <p:tgtEl>
                                          <p:spTgt spid="33">
                                            <p:graphicEl>
                                              <a:dgm id="{B901B163-4141-4DFF-97C5-FE65CC0EBADA}"/>
                                            </p:graphicEl>
                                          </p:spTgt>
                                        </p:tgtEl>
                                        <p:attrNameLst>
                                          <p:attrName>style.color</p:attrName>
                                        </p:attrNameLst>
                                      </p:cBhvr>
                                      <p:to>
                                        <a:srgbClr val="7030A0"/>
                                      </p:to>
                                    </p:animClr>
                                    <p:animClr clrSpc="rgb" dir="cw">
                                      <p:cBhvr>
                                        <p:cTn id="39" dur="500" fill="hold"/>
                                        <p:tgtEl>
                                          <p:spTgt spid="33">
                                            <p:graphicEl>
                                              <a:dgm id="{B901B163-4141-4DFF-97C5-FE65CC0EBADA}"/>
                                            </p:graphicEl>
                                          </p:spTgt>
                                        </p:tgtEl>
                                        <p:attrNameLst>
                                          <p:attrName>fillcolor</p:attrName>
                                        </p:attrNameLst>
                                      </p:cBhvr>
                                      <p:to>
                                        <a:srgbClr val="7030A0"/>
                                      </p:to>
                                    </p:animClr>
                                    <p:set>
                                      <p:cBhvr>
                                        <p:cTn id="40" dur="500" fill="hold"/>
                                        <p:tgtEl>
                                          <p:spTgt spid="33">
                                            <p:graphicEl>
                                              <a:dgm id="{B901B163-4141-4DFF-97C5-FE65CC0EBADA}"/>
                                            </p:graphicEl>
                                          </p:spTgt>
                                        </p:tgtEl>
                                        <p:attrNameLst>
                                          <p:attrName>fill.type</p:attrName>
                                        </p:attrNameLst>
                                      </p:cBhvr>
                                      <p:to>
                                        <p:strVal val="solid"/>
                                      </p:to>
                                    </p:set>
                                    <p:set>
                                      <p:cBhvr>
                                        <p:cTn id="41" dur="500" fill="hold"/>
                                        <p:tgtEl>
                                          <p:spTgt spid="33">
                                            <p:graphicEl>
                                              <a:dgm id="{B901B163-4141-4DFF-97C5-FE65CC0EBADA}"/>
                                            </p:graphic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3" grpId="0" uiExpand="1">
        <p:bldSub>
          <a:bldDgm/>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1">
            <a:extLst>
              <a:ext uri="{FF2B5EF4-FFF2-40B4-BE49-F238E27FC236}">
                <a16:creationId xmlns:a16="http://schemas.microsoft.com/office/drawing/2014/main" id="{9C92B7AA-60EA-5D84-C27C-2209030816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FE9681C0-4DE5-4FCD-B85F-3E199FF0DB34}" type="slidenum">
              <a:rPr lang="en-US" altLang="ja-JP" sz="1400" smtClean="0"/>
              <a:t>7</a:t>
            </a:fld>
            <a:endParaRPr lang="en-US" altLang="ja-JP" sz="1400"/>
          </a:p>
        </p:txBody>
      </p:sp>
      <p:sp>
        <p:nvSpPr>
          <p:cNvPr id="2" name="タイトル 4">
            <a:extLst>
              <a:ext uri="{FF2B5EF4-FFF2-40B4-BE49-F238E27FC236}">
                <a16:creationId xmlns:a16="http://schemas.microsoft.com/office/drawing/2014/main" id="{2F39D4E6-B9AD-D08C-4B34-4D765D75E6CD}"/>
              </a:ext>
            </a:extLst>
          </p:cNvPr>
          <p:cNvSpPr>
            <a:spLocks noGrp="1"/>
          </p:cNvSpPr>
          <p:nvPr>
            <p:ph type="title" idx="4294967295"/>
          </p:nvPr>
        </p:nvSpPr>
        <p:spPr>
          <a:xfrm>
            <a:off x="533400" y="76200"/>
            <a:ext cx="7278960" cy="457200"/>
          </a:xfrm>
        </p:spPr>
        <p:txBody>
          <a:bodyPr/>
          <a:lstStyle/>
          <a:p>
            <a:r>
              <a:rPr lang="en-US" altLang="ja-JP" sz="2800" b="1">
                <a:solidFill>
                  <a:schemeClr val="tx1"/>
                </a:solidFill>
              </a:rPr>
              <a:t>Test Shape Change</a:t>
            </a:r>
            <a:endParaRPr lang="ja-JP" altLang="en-US" sz="2800" b="1">
              <a:solidFill>
                <a:schemeClr val="tx1"/>
              </a:solidFill>
            </a:endParaRPr>
          </a:p>
        </p:txBody>
      </p:sp>
      <p:sp>
        <p:nvSpPr>
          <p:cNvPr id="3" name="TextBox 2">
            <a:extLst>
              <a:ext uri="{FF2B5EF4-FFF2-40B4-BE49-F238E27FC236}">
                <a16:creationId xmlns:a16="http://schemas.microsoft.com/office/drawing/2014/main" id="{AE079F54-83D7-542D-0D32-9A05E5ABC411}"/>
              </a:ext>
            </a:extLst>
          </p:cNvPr>
          <p:cNvSpPr txBox="1"/>
          <p:nvPr/>
        </p:nvSpPr>
        <p:spPr>
          <a:xfrm>
            <a:off x="2916185" y="4969245"/>
            <a:ext cx="7704856" cy="523220"/>
          </a:xfrm>
          <a:prstGeom prst="rect">
            <a:avLst/>
          </a:prstGeom>
          <a:noFill/>
        </p:spPr>
        <p:txBody>
          <a:bodyPr wrap="square" rtlCol="0">
            <a:spAutoFit/>
          </a:bodyPr>
          <a:lstStyle/>
          <a:p>
            <a:pPr algn="ctr"/>
            <a:r>
              <a:rPr lang="en-US" dirty="0">
                <a:solidFill>
                  <a:schemeClr val="tx1"/>
                </a:solidFill>
              </a:rPr>
              <a:t>Current Test Shape</a:t>
            </a:r>
          </a:p>
        </p:txBody>
      </p:sp>
      <p:pic>
        <p:nvPicPr>
          <p:cNvPr id="6" name="Picture 5">
            <a:extLst>
              <a:ext uri="{FF2B5EF4-FFF2-40B4-BE49-F238E27FC236}">
                <a16:creationId xmlns:a16="http://schemas.microsoft.com/office/drawing/2014/main" id="{60D12FB6-6885-8349-3487-F05CFEA7A8CA}"/>
              </a:ext>
            </a:extLst>
          </p:cNvPr>
          <p:cNvPicPr>
            <a:picLocks noChangeAspect="1"/>
          </p:cNvPicPr>
          <p:nvPr/>
        </p:nvPicPr>
        <p:blipFill>
          <a:blip r:embed="rId3"/>
          <a:srcRect t="6107"/>
          <a:stretch>
            <a:fillRect/>
          </a:stretch>
        </p:blipFill>
        <p:spPr>
          <a:xfrm>
            <a:off x="4860035" y="1919216"/>
            <a:ext cx="3817156" cy="2453981"/>
          </a:xfrm>
          <a:prstGeom prst="rect">
            <a:avLst/>
          </a:prstGeom>
        </p:spPr>
      </p:pic>
      <p:sp>
        <p:nvSpPr>
          <p:cNvPr id="7" name="TextBox 6">
            <a:extLst>
              <a:ext uri="{FF2B5EF4-FFF2-40B4-BE49-F238E27FC236}">
                <a16:creationId xmlns:a16="http://schemas.microsoft.com/office/drawing/2014/main" id="{AD648E0F-F7BA-FC29-3DA1-F0DB173A56F1}"/>
              </a:ext>
            </a:extLst>
          </p:cNvPr>
          <p:cNvSpPr txBox="1"/>
          <p:nvPr/>
        </p:nvSpPr>
        <p:spPr>
          <a:xfrm>
            <a:off x="-1306599" y="4799968"/>
            <a:ext cx="7704856" cy="954107"/>
          </a:xfrm>
          <a:prstGeom prst="rect">
            <a:avLst/>
          </a:prstGeom>
          <a:noFill/>
        </p:spPr>
        <p:txBody>
          <a:bodyPr wrap="square" rtlCol="0">
            <a:spAutoFit/>
          </a:bodyPr>
          <a:lstStyle/>
          <a:p>
            <a:pPr algn="ctr"/>
            <a:r>
              <a:rPr lang="en-US" dirty="0">
                <a:solidFill>
                  <a:schemeClr val="tx1"/>
                </a:solidFill>
              </a:rPr>
              <a:t>Previous Research’s</a:t>
            </a:r>
          </a:p>
          <a:p>
            <a:pPr algn="ctr"/>
            <a:r>
              <a:rPr lang="en-US" dirty="0">
                <a:solidFill>
                  <a:schemeClr val="tx1"/>
                </a:solidFill>
              </a:rPr>
              <a:t> Test Shape</a:t>
            </a:r>
          </a:p>
        </p:txBody>
      </p:sp>
      <p:pic>
        <p:nvPicPr>
          <p:cNvPr id="10" name="Picture 9">
            <a:extLst>
              <a:ext uri="{FF2B5EF4-FFF2-40B4-BE49-F238E27FC236}">
                <a16:creationId xmlns:a16="http://schemas.microsoft.com/office/drawing/2014/main" id="{0AE8F5C8-7922-A1F6-8F02-A7C04FCE02AF}"/>
              </a:ext>
            </a:extLst>
          </p:cNvPr>
          <p:cNvPicPr>
            <a:picLocks noChangeAspect="1"/>
          </p:cNvPicPr>
          <p:nvPr/>
        </p:nvPicPr>
        <p:blipFill>
          <a:blip r:embed="rId4"/>
          <a:stretch>
            <a:fillRect/>
          </a:stretch>
        </p:blipFill>
        <p:spPr>
          <a:xfrm>
            <a:off x="807694" y="1554298"/>
            <a:ext cx="3476271" cy="2818899"/>
          </a:xfrm>
          <a:prstGeom prst="rect">
            <a:avLst/>
          </a:prstGeom>
        </p:spPr>
      </p:pic>
      <p:cxnSp>
        <p:nvCxnSpPr>
          <p:cNvPr id="5" name="Straight Arrow Connector 4">
            <a:extLst>
              <a:ext uri="{FF2B5EF4-FFF2-40B4-BE49-F238E27FC236}">
                <a16:creationId xmlns:a16="http://schemas.microsoft.com/office/drawing/2014/main" id="{317D51AB-A435-F182-0DA1-2B66E4A86167}"/>
              </a:ext>
            </a:extLst>
          </p:cNvPr>
          <p:cNvCxnSpPr>
            <a:cxnSpLocks/>
          </p:cNvCxnSpPr>
          <p:nvPr/>
        </p:nvCxnSpPr>
        <p:spPr bwMode="auto">
          <a:xfrm flipH="1">
            <a:off x="6947529" y="3480483"/>
            <a:ext cx="1400948" cy="865707"/>
          </a:xfrm>
          <a:prstGeom prst="straightConnector1">
            <a:avLst/>
          </a:prstGeom>
          <a:solidFill>
            <a:schemeClr val="accent1"/>
          </a:solidFill>
          <a:ln w="19050" cap="flat" cmpd="sng" algn="ctr">
            <a:solidFill>
              <a:srgbClr val="C00000"/>
            </a:solidFill>
            <a:prstDash val="solid"/>
            <a:round/>
            <a:headEnd type="triangle"/>
            <a:tailEnd type="triangle"/>
          </a:ln>
          <a:effectLst/>
        </p:spPr>
      </p:cxnSp>
      <p:cxnSp>
        <p:nvCxnSpPr>
          <p:cNvPr id="8" name="Straight Arrow Connector 7">
            <a:extLst>
              <a:ext uri="{FF2B5EF4-FFF2-40B4-BE49-F238E27FC236}">
                <a16:creationId xmlns:a16="http://schemas.microsoft.com/office/drawing/2014/main" id="{3F5E6C8C-C899-51B1-2A85-A8FC04F98870}"/>
              </a:ext>
            </a:extLst>
          </p:cNvPr>
          <p:cNvCxnSpPr>
            <a:cxnSpLocks/>
          </p:cNvCxnSpPr>
          <p:nvPr/>
        </p:nvCxnSpPr>
        <p:spPr bwMode="auto">
          <a:xfrm>
            <a:off x="5048891" y="3314418"/>
            <a:ext cx="1772653" cy="1058779"/>
          </a:xfrm>
          <a:prstGeom prst="straightConnector1">
            <a:avLst/>
          </a:prstGeom>
          <a:solidFill>
            <a:schemeClr val="accent1"/>
          </a:solidFill>
          <a:ln w="19050" cap="flat" cmpd="sng" algn="ctr">
            <a:solidFill>
              <a:srgbClr val="C00000"/>
            </a:solidFill>
            <a:prstDash val="solid"/>
            <a:round/>
            <a:headEnd type="triangle"/>
            <a:tailEnd type="triangle"/>
          </a:ln>
          <a:effectLst/>
        </p:spPr>
      </p:cxnSp>
      <p:sp>
        <p:nvSpPr>
          <p:cNvPr id="12" name="TextBox 11">
            <a:extLst>
              <a:ext uri="{FF2B5EF4-FFF2-40B4-BE49-F238E27FC236}">
                <a16:creationId xmlns:a16="http://schemas.microsoft.com/office/drawing/2014/main" id="{AC9DAE7E-12C7-FF6D-902A-6025300347A4}"/>
              </a:ext>
            </a:extLst>
          </p:cNvPr>
          <p:cNvSpPr txBox="1"/>
          <p:nvPr/>
        </p:nvSpPr>
        <p:spPr>
          <a:xfrm rot="1842820">
            <a:off x="4925443" y="3712995"/>
            <a:ext cx="1447268" cy="523220"/>
          </a:xfrm>
          <a:prstGeom prst="rect">
            <a:avLst/>
          </a:prstGeom>
          <a:noFill/>
        </p:spPr>
        <p:txBody>
          <a:bodyPr wrap="square" rtlCol="0">
            <a:spAutoFit/>
          </a:bodyPr>
          <a:lstStyle/>
          <a:p>
            <a:pPr algn="ctr"/>
            <a:r>
              <a:rPr lang="en-US" dirty="0">
                <a:solidFill>
                  <a:schemeClr val="tx1"/>
                </a:solidFill>
              </a:rPr>
              <a:t>30 mm</a:t>
            </a:r>
          </a:p>
        </p:txBody>
      </p:sp>
      <p:sp>
        <p:nvSpPr>
          <p:cNvPr id="13" name="TextBox 12">
            <a:extLst>
              <a:ext uri="{FF2B5EF4-FFF2-40B4-BE49-F238E27FC236}">
                <a16:creationId xmlns:a16="http://schemas.microsoft.com/office/drawing/2014/main" id="{7CB4D025-6D0B-A8AE-2C81-EAC2909EDB4F}"/>
              </a:ext>
            </a:extLst>
          </p:cNvPr>
          <p:cNvSpPr txBox="1"/>
          <p:nvPr/>
        </p:nvSpPr>
        <p:spPr>
          <a:xfrm rot="19672815">
            <a:off x="7088726" y="3799404"/>
            <a:ext cx="1447268" cy="523220"/>
          </a:xfrm>
          <a:prstGeom prst="rect">
            <a:avLst/>
          </a:prstGeom>
          <a:noFill/>
        </p:spPr>
        <p:txBody>
          <a:bodyPr wrap="square" rtlCol="0">
            <a:spAutoFit/>
          </a:bodyPr>
          <a:lstStyle/>
          <a:p>
            <a:pPr algn="ctr"/>
            <a:r>
              <a:rPr lang="en-US" dirty="0">
                <a:solidFill>
                  <a:schemeClr val="tx1"/>
                </a:solidFill>
              </a:rPr>
              <a:t>30 mm</a:t>
            </a:r>
          </a:p>
        </p:txBody>
      </p:sp>
      <p:sp>
        <p:nvSpPr>
          <p:cNvPr id="16" name="TextBox 15">
            <a:extLst>
              <a:ext uri="{FF2B5EF4-FFF2-40B4-BE49-F238E27FC236}">
                <a16:creationId xmlns:a16="http://schemas.microsoft.com/office/drawing/2014/main" id="{6F21E5D9-759A-9686-8572-7125A390505E}"/>
              </a:ext>
            </a:extLst>
          </p:cNvPr>
          <p:cNvSpPr txBox="1"/>
          <p:nvPr/>
        </p:nvSpPr>
        <p:spPr>
          <a:xfrm rot="16200000">
            <a:off x="7758120" y="2489713"/>
            <a:ext cx="1447268" cy="523220"/>
          </a:xfrm>
          <a:prstGeom prst="rect">
            <a:avLst/>
          </a:prstGeom>
          <a:noFill/>
        </p:spPr>
        <p:txBody>
          <a:bodyPr wrap="square" rtlCol="0">
            <a:spAutoFit/>
          </a:bodyPr>
          <a:lstStyle/>
          <a:p>
            <a:pPr algn="ctr"/>
            <a:r>
              <a:rPr lang="en-US" dirty="0">
                <a:solidFill>
                  <a:schemeClr val="tx1"/>
                </a:solidFill>
              </a:rPr>
              <a:t>9.9 mm</a:t>
            </a:r>
          </a:p>
        </p:txBody>
      </p:sp>
      <p:cxnSp>
        <p:nvCxnSpPr>
          <p:cNvPr id="14" name="Straight Arrow Connector 13">
            <a:extLst>
              <a:ext uri="{FF2B5EF4-FFF2-40B4-BE49-F238E27FC236}">
                <a16:creationId xmlns:a16="http://schemas.microsoft.com/office/drawing/2014/main" id="{1B5F4F2E-BFBE-C705-C689-F110B1DF3E23}"/>
              </a:ext>
            </a:extLst>
          </p:cNvPr>
          <p:cNvCxnSpPr>
            <a:cxnSpLocks/>
          </p:cNvCxnSpPr>
          <p:nvPr/>
        </p:nvCxnSpPr>
        <p:spPr bwMode="auto">
          <a:xfrm>
            <a:off x="8301789" y="2103888"/>
            <a:ext cx="0" cy="1325112"/>
          </a:xfrm>
          <a:prstGeom prst="straightConnector1">
            <a:avLst/>
          </a:prstGeom>
          <a:solidFill>
            <a:schemeClr val="accent1"/>
          </a:solidFill>
          <a:ln w="19050" cap="flat" cmpd="sng" algn="ctr">
            <a:solidFill>
              <a:srgbClr val="C00000"/>
            </a:solidFill>
            <a:prstDash val="solid"/>
            <a:round/>
            <a:headEnd type="triangle"/>
            <a:tailEnd type="triangle"/>
          </a:ln>
          <a:effectLst/>
        </p:spPr>
      </p:cxnSp>
      <p:cxnSp>
        <p:nvCxnSpPr>
          <p:cNvPr id="15" name="Straight Arrow Connector 14">
            <a:extLst>
              <a:ext uri="{FF2B5EF4-FFF2-40B4-BE49-F238E27FC236}">
                <a16:creationId xmlns:a16="http://schemas.microsoft.com/office/drawing/2014/main" id="{4CA96CAC-5838-35AC-E02A-32C3AE979C10}"/>
              </a:ext>
            </a:extLst>
          </p:cNvPr>
          <p:cNvCxnSpPr>
            <a:cxnSpLocks/>
          </p:cNvCxnSpPr>
          <p:nvPr/>
        </p:nvCxnSpPr>
        <p:spPr bwMode="auto">
          <a:xfrm flipV="1">
            <a:off x="1989221" y="2054696"/>
            <a:ext cx="0" cy="2318501"/>
          </a:xfrm>
          <a:prstGeom prst="straightConnector1">
            <a:avLst/>
          </a:prstGeom>
          <a:solidFill>
            <a:schemeClr val="accent1"/>
          </a:solidFill>
          <a:ln w="19050" cap="flat" cmpd="sng" algn="ctr">
            <a:solidFill>
              <a:srgbClr val="C00000"/>
            </a:solidFill>
            <a:prstDash val="solid"/>
            <a:round/>
            <a:headEnd type="triangle"/>
            <a:tailEnd type="triangle"/>
          </a:ln>
          <a:effectLst/>
        </p:spPr>
      </p:cxnSp>
      <p:sp>
        <p:nvSpPr>
          <p:cNvPr id="20" name="TextBox 19">
            <a:extLst>
              <a:ext uri="{FF2B5EF4-FFF2-40B4-BE49-F238E27FC236}">
                <a16:creationId xmlns:a16="http://schemas.microsoft.com/office/drawing/2014/main" id="{916239D3-8177-BF1D-5116-709914045CBE}"/>
              </a:ext>
            </a:extLst>
          </p:cNvPr>
          <p:cNvSpPr txBox="1"/>
          <p:nvPr/>
        </p:nvSpPr>
        <p:spPr>
          <a:xfrm rot="16200000">
            <a:off x="963155" y="2947367"/>
            <a:ext cx="1447268" cy="523220"/>
          </a:xfrm>
          <a:prstGeom prst="rect">
            <a:avLst/>
          </a:prstGeom>
          <a:noFill/>
        </p:spPr>
        <p:txBody>
          <a:bodyPr wrap="square" rtlCol="0">
            <a:spAutoFit/>
          </a:bodyPr>
          <a:lstStyle/>
          <a:p>
            <a:pPr algn="ctr"/>
            <a:r>
              <a:rPr lang="en-US" dirty="0">
                <a:solidFill>
                  <a:schemeClr val="tx1"/>
                </a:solidFill>
              </a:rPr>
              <a:t>15 mm</a:t>
            </a:r>
          </a:p>
        </p:txBody>
      </p:sp>
      <p:cxnSp>
        <p:nvCxnSpPr>
          <p:cNvPr id="21" name="Straight Arrow Connector 20">
            <a:extLst>
              <a:ext uri="{FF2B5EF4-FFF2-40B4-BE49-F238E27FC236}">
                <a16:creationId xmlns:a16="http://schemas.microsoft.com/office/drawing/2014/main" id="{11C079FF-E47D-282C-23BB-B72F4AA3B893}"/>
              </a:ext>
            </a:extLst>
          </p:cNvPr>
          <p:cNvCxnSpPr>
            <a:cxnSpLocks/>
          </p:cNvCxnSpPr>
          <p:nvPr/>
        </p:nvCxnSpPr>
        <p:spPr bwMode="auto">
          <a:xfrm>
            <a:off x="1074821" y="4346190"/>
            <a:ext cx="3098059" cy="0"/>
          </a:xfrm>
          <a:prstGeom prst="straightConnector1">
            <a:avLst/>
          </a:prstGeom>
          <a:solidFill>
            <a:schemeClr val="accent1"/>
          </a:solidFill>
          <a:ln w="19050" cap="flat" cmpd="sng" algn="ctr">
            <a:solidFill>
              <a:srgbClr val="C00000"/>
            </a:solidFill>
            <a:prstDash val="solid"/>
            <a:round/>
            <a:headEnd type="triangle"/>
            <a:tailEnd type="triangle"/>
          </a:ln>
          <a:effectLst/>
        </p:spPr>
      </p:cxnSp>
      <p:cxnSp>
        <p:nvCxnSpPr>
          <p:cNvPr id="26" name="Straight Arrow Connector 25">
            <a:extLst>
              <a:ext uri="{FF2B5EF4-FFF2-40B4-BE49-F238E27FC236}">
                <a16:creationId xmlns:a16="http://schemas.microsoft.com/office/drawing/2014/main" id="{1B0EA2EB-1EA9-A432-B1B9-D30D20DC650C}"/>
              </a:ext>
            </a:extLst>
          </p:cNvPr>
          <p:cNvCxnSpPr>
            <a:cxnSpLocks/>
          </p:cNvCxnSpPr>
          <p:nvPr/>
        </p:nvCxnSpPr>
        <p:spPr bwMode="auto">
          <a:xfrm flipH="1">
            <a:off x="2454442" y="2005349"/>
            <a:ext cx="344905" cy="0"/>
          </a:xfrm>
          <a:prstGeom prst="straightConnector1">
            <a:avLst/>
          </a:prstGeom>
          <a:solidFill>
            <a:schemeClr val="accent1"/>
          </a:solidFill>
          <a:ln w="19050" cap="flat" cmpd="sng" algn="ctr">
            <a:solidFill>
              <a:srgbClr val="C00000"/>
            </a:solidFill>
            <a:prstDash val="solid"/>
            <a:round/>
            <a:headEnd type="triangle"/>
            <a:tailEnd type="triangle"/>
          </a:ln>
          <a:effectLst/>
        </p:spPr>
      </p:cxnSp>
      <p:sp>
        <p:nvSpPr>
          <p:cNvPr id="31" name="TextBox 30">
            <a:extLst>
              <a:ext uri="{FF2B5EF4-FFF2-40B4-BE49-F238E27FC236}">
                <a16:creationId xmlns:a16="http://schemas.microsoft.com/office/drawing/2014/main" id="{7721D30C-8783-7AAF-7EC4-747DDEC50A81}"/>
              </a:ext>
            </a:extLst>
          </p:cNvPr>
          <p:cNvSpPr txBox="1"/>
          <p:nvPr/>
        </p:nvSpPr>
        <p:spPr>
          <a:xfrm>
            <a:off x="2329761" y="4276748"/>
            <a:ext cx="1447268" cy="523220"/>
          </a:xfrm>
          <a:prstGeom prst="rect">
            <a:avLst/>
          </a:prstGeom>
          <a:noFill/>
        </p:spPr>
        <p:txBody>
          <a:bodyPr wrap="square" rtlCol="0">
            <a:spAutoFit/>
          </a:bodyPr>
          <a:lstStyle/>
          <a:p>
            <a:pPr algn="ctr"/>
            <a:r>
              <a:rPr lang="en-US" dirty="0">
                <a:solidFill>
                  <a:schemeClr val="tx1"/>
                </a:solidFill>
              </a:rPr>
              <a:t>20 mm</a:t>
            </a:r>
          </a:p>
        </p:txBody>
      </p:sp>
      <p:sp>
        <p:nvSpPr>
          <p:cNvPr id="32" name="TextBox 31">
            <a:extLst>
              <a:ext uri="{FF2B5EF4-FFF2-40B4-BE49-F238E27FC236}">
                <a16:creationId xmlns:a16="http://schemas.microsoft.com/office/drawing/2014/main" id="{D6151F44-C9ED-7160-F087-8881EBEA2C81}"/>
              </a:ext>
            </a:extLst>
          </p:cNvPr>
          <p:cNvSpPr txBox="1"/>
          <p:nvPr/>
        </p:nvSpPr>
        <p:spPr>
          <a:xfrm>
            <a:off x="2075713" y="1504468"/>
            <a:ext cx="1447268" cy="523220"/>
          </a:xfrm>
          <a:prstGeom prst="rect">
            <a:avLst/>
          </a:prstGeom>
          <a:noFill/>
        </p:spPr>
        <p:txBody>
          <a:bodyPr wrap="square" rtlCol="0">
            <a:spAutoFit/>
          </a:bodyPr>
          <a:lstStyle/>
          <a:p>
            <a:pPr algn="ctr"/>
            <a:r>
              <a:rPr lang="en-US" dirty="0">
                <a:solidFill>
                  <a:schemeClr val="tx1"/>
                </a:solidFill>
              </a:rPr>
              <a:t>2 mm</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ED119-B6F1-5C04-50A9-056AA2BFCFD0}"/>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0B5BFFB1-AD98-8A9F-BEB1-2C0B36B042B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01CFBFC1-2A4F-4900-A881-44C7AA1B8FF7}" type="slidenum">
              <a:rPr lang="en-US" altLang="ja-JP" sz="1400"/>
              <a:t>8</a:t>
            </a:fld>
            <a:endParaRPr lang="en-US" altLang="ja-JP" sz="1400"/>
          </a:p>
        </p:txBody>
      </p:sp>
      <p:sp>
        <p:nvSpPr>
          <p:cNvPr id="17413" name="タイトル 11">
            <a:extLst>
              <a:ext uri="{FF2B5EF4-FFF2-40B4-BE49-F238E27FC236}">
                <a16:creationId xmlns:a16="http://schemas.microsoft.com/office/drawing/2014/main" id="{3CC80F9B-8930-3586-3C7E-7BF79D0363CB}"/>
              </a:ext>
            </a:extLst>
          </p:cNvPr>
          <p:cNvSpPr>
            <a:spLocks noGrp="1"/>
          </p:cNvSpPr>
          <p:nvPr>
            <p:ph type="title" idx="4294967295"/>
          </p:nvPr>
        </p:nvSpPr>
        <p:spPr/>
        <p:txBody>
          <a:bodyPr/>
          <a:lstStyle/>
          <a:p>
            <a:r>
              <a:rPr lang="en-US" altLang="ja-JP" sz="2800" b="1">
                <a:solidFill>
                  <a:schemeClr val="tx1"/>
                </a:solidFill>
              </a:rPr>
              <a:t>Experimental Results </a:t>
            </a:r>
            <a:r>
              <a:rPr lang="en-US" altLang="ja-JP" sz="2000" b="1">
                <a:solidFill>
                  <a:schemeClr val="tx1"/>
                </a:solidFill>
              </a:rPr>
              <a:t>CAM System Tests</a:t>
            </a:r>
            <a:endParaRPr lang="ja-JP" altLang="en-US" sz="2000" b="1">
              <a:solidFill>
                <a:schemeClr val="tx1"/>
              </a:solidFill>
            </a:endParaRPr>
          </a:p>
        </p:txBody>
      </p:sp>
      <p:grpSp>
        <p:nvGrpSpPr>
          <p:cNvPr id="5" name="Group 4">
            <a:extLst>
              <a:ext uri="{FF2B5EF4-FFF2-40B4-BE49-F238E27FC236}">
                <a16:creationId xmlns:a16="http://schemas.microsoft.com/office/drawing/2014/main" id="{B33D0F30-590B-C430-42C9-FD2D5CE936FB}"/>
              </a:ext>
            </a:extLst>
          </p:cNvPr>
          <p:cNvGrpSpPr/>
          <p:nvPr/>
        </p:nvGrpSpPr>
        <p:grpSpPr>
          <a:xfrm>
            <a:off x="4973381" y="1056620"/>
            <a:ext cx="4074037" cy="3337108"/>
            <a:chOff x="5183286" y="2148052"/>
            <a:chExt cx="4074037" cy="3337108"/>
          </a:xfrm>
        </p:grpSpPr>
        <p:pic>
          <p:nvPicPr>
            <p:cNvPr id="2" name="Picture 1">
              <a:extLst>
                <a:ext uri="{FF2B5EF4-FFF2-40B4-BE49-F238E27FC236}">
                  <a16:creationId xmlns:a16="http://schemas.microsoft.com/office/drawing/2014/main" id="{D78A3BA8-CB74-870F-C163-54A1F0BCEF76}"/>
                </a:ext>
              </a:extLst>
            </p:cNvPr>
            <p:cNvPicPr>
              <a:picLocks noChangeAspect="1"/>
            </p:cNvPicPr>
            <p:nvPr/>
          </p:nvPicPr>
          <p:blipFill>
            <a:blip r:embed="rId3"/>
            <a:srcRect t="35705"/>
            <a:stretch>
              <a:fillRect/>
            </a:stretch>
          </p:blipFill>
          <p:spPr>
            <a:xfrm>
              <a:off x="5830011" y="2148052"/>
              <a:ext cx="2780589" cy="2813888"/>
            </a:xfrm>
            <a:prstGeom prst="rect">
              <a:avLst/>
            </a:prstGeom>
          </p:spPr>
        </p:pic>
        <p:sp>
          <p:nvSpPr>
            <p:cNvPr id="4" name="TextBox 3">
              <a:extLst>
                <a:ext uri="{FF2B5EF4-FFF2-40B4-BE49-F238E27FC236}">
                  <a16:creationId xmlns:a16="http://schemas.microsoft.com/office/drawing/2014/main" id="{308B8985-C56D-C6B1-3D76-E7A30161AE75}"/>
                </a:ext>
              </a:extLst>
            </p:cNvPr>
            <p:cNvSpPr txBox="1"/>
            <p:nvPr/>
          </p:nvSpPr>
          <p:spPr>
            <a:xfrm>
              <a:off x="5183286" y="4961940"/>
              <a:ext cx="4074037" cy="523220"/>
            </a:xfrm>
            <a:prstGeom prst="rect">
              <a:avLst/>
            </a:prstGeom>
            <a:noFill/>
          </p:spPr>
          <p:txBody>
            <a:bodyPr wrap="square" rtlCol="0">
              <a:spAutoFit/>
            </a:bodyPr>
            <a:lstStyle/>
            <a:p>
              <a:pPr algn="ctr"/>
              <a:r>
                <a:rPr lang="en-US" dirty="0">
                  <a:solidFill>
                    <a:schemeClr val="tx1"/>
                  </a:solidFill>
                </a:rPr>
                <a:t>Updated CAM System</a:t>
              </a:r>
            </a:p>
          </p:txBody>
        </p:sp>
      </p:grpSp>
      <p:grpSp>
        <p:nvGrpSpPr>
          <p:cNvPr id="3" name="Group 2">
            <a:extLst>
              <a:ext uri="{FF2B5EF4-FFF2-40B4-BE49-F238E27FC236}">
                <a16:creationId xmlns:a16="http://schemas.microsoft.com/office/drawing/2014/main" id="{DFE53430-DC1B-BAEC-97BC-E35B35182998}"/>
              </a:ext>
            </a:extLst>
          </p:cNvPr>
          <p:cNvGrpSpPr/>
          <p:nvPr/>
        </p:nvGrpSpPr>
        <p:grpSpPr>
          <a:xfrm>
            <a:off x="331912" y="1056620"/>
            <a:ext cx="4392488" cy="3840754"/>
            <a:chOff x="541817" y="2075293"/>
            <a:chExt cx="4392488" cy="3840754"/>
          </a:xfrm>
        </p:grpSpPr>
        <p:sp>
          <p:nvSpPr>
            <p:cNvPr id="8" name="TextBox 7">
              <a:extLst>
                <a:ext uri="{FF2B5EF4-FFF2-40B4-BE49-F238E27FC236}">
                  <a16:creationId xmlns:a16="http://schemas.microsoft.com/office/drawing/2014/main" id="{CC0E6758-DF2A-451C-3948-FCA9E7BD6100}"/>
                </a:ext>
              </a:extLst>
            </p:cNvPr>
            <p:cNvSpPr txBox="1"/>
            <p:nvPr/>
          </p:nvSpPr>
          <p:spPr>
            <a:xfrm>
              <a:off x="922391" y="4961940"/>
              <a:ext cx="3614505" cy="954107"/>
            </a:xfrm>
            <a:prstGeom prst="rect">
              <a:avLst/>
            </a:prstGeom>
            <a:noFill/>
          </p:spPr>
          <p:txBody>
            <a:bodyPr wrap="square" rtlCol="0">
              <a:spAutoFit/>
            </a:bodyPr>
            <a:lstStyle/>
            <a:p>
              <a:pPr algn="ctr"/>
              <a:r>
                <a:rPr lang="en-US" dirty="0">
                  <a:solidFill>
                    <a:schemeClr val="tx1"/>
                  </a:solidFill>
                </a:rPr>
                <a:t>Previous Research </a:t>
              </a:r>
            </a:p>
            <a:p>
              <a:pPr algn="ctr"/>
              <a:r>
                <a:rPr lang="en-US" dirty="0">
                  <a:solidFill>
                    <a:schemeClr val="tx1"/>
                  </a:solidFill>
                </a:rPr>
                <a:t>CAM System</a:t>
              </a:r>
            </a:p>
          </p:txBody>
        </p:sp>
        <p:pic>
          <p:nvPicPr>
            <p:cNvPr id="9" name="Picture 8">
              <a:extLst>
                <a:ext uri="{FF2B5EF4-FFF2-40B4-BE49-F238E27FC236}">
                  <a16:creationId xmlns:a16="http://schemas.microsoft.com/office/drawing/2014/main" id="{05005BB9-796A-0292-2488-67C90F2C7D37}"/>
                </a:ext>
              </a:extLst>
            </p:cNvPr>
            <p:cNvPicPr>
              <a:picLocks noChangeAspect="1"/>
            </p:cNvPicPr>
            <p:nvPr/>
          </p:nvPicPr>
          <p:blipFill>
            <a:blip r:embed="rId4"/>
            <a:stretch>
              <a:fillRect/>
            </a:stretch>
          </p:blipFill>
          <p:spPr>
            <a:xfrm>
              <a:off x="541817" y="2075293"/>
              <a:ext cx="4392488" cy="2813888"/>
            </a:xfrm>
            <a:prstGeom prst="rect">
              <a:avLst/>
            </a:prstGeom>
          </p:spPr>
        </p:pic>
      </p:grpSp>
      <p:sp>
        <p:nvSpPr>
          <p:cNvPr id="6" name="TextBox 5">
            <a:extLst>
              <a:ext uri="{FF2B5EF4-FFF2-40B4-BE49-F238E27FC236}">
                <a16:creationId xmlns:a16="http://schemas.microsoft.com/office/drawing/2014/main" id="{4FA27B89-D1B3-048C-6861-891637FEC4D6}"/>
              </a:ext>
            </a:extLst>
          </p:cNvPr>
          <p:cNvSpPr txBox="1"/>
          <p:nvPr/>
        </p:nvSpPr>
        <p:spPr>
          <a:xfrm>
            <a:off x="111600" y="4897374"/>
            <a:ext cx="4816275" cy="523220"/>
          </a:xfrm>
          <a:prstGeom prst="rect">
            <a:avLst/>
          </a:prstGeom>
          <a:noFill/>
        </p:spPr>
        <p:txBody>
          <a:bodyPr wrap="square" rtlCol="0">
            <a:spAutoFit/>
          </a:bodyPr>
          <a:lstStyle/>
          <a:p>
            <a:pPr algn="ctr"/>
            <a:r>
              <a:rPr lang="en-US" dirty="0">
                <a:solidFill>
                  <a:schemeClr val="tx1"/>
                </a:solidFill>
              </a:rPr>
              <a:t>Generation Time: 2.5 hours</a:t>
            </a:r>
          </a:p>
        </p:txBody>
      </p:sp>
      <p:sp>
        <p:nvSpPr>
          <p:cNvPr id="7" name="TextBox 6">
            <a:extLst>
              <a:ext uri="{FF2B5EF4-FFF2-40B4-BE49-F238E27FC236}">
                <a16:creationId xmlns:a16="http://schemas.microsoft.com/office/drawing/2014/main" id="{3409C212-BC59-C441-698F-4DB343C6D0E0}"/>
              </a:ext>
            </a:extLst>
          </p:cNvPr>
          <p:cNvSpPr txBox="1"/>
          <p:nvPr/>
        </p:nvSpPr>
        <p:spPr>
          <a:xfrm>
            <a:off x="4602261" y="4466487"/>
            <a:ext cx="4816275" cy="954107"/>
          </a:xfrm>
          <a:prstGeom prst="rect">
            <a:avLst/>
          </a:prstGeom>
          <a:noFill/>
        </p:spPr>
        <p:txBody>
          <a:bodyPr wrap="square" rtlCol="0">
            <a:spAutoFit/>
          </a:bodyPr>
          <a:lstStyle/>
          <a:p>
            <a:pPr algn="ctr"/>
            <a:r>
              <a:rPr lang="en-US" dirty="0">
                <a:solidFill>
                  <a:schemeClr val="tx1"/>
                </a:solidFill>
              </a:rPr>
              <a:t>Generation Time: 2 seconds</a:t>
            </a:r>
          </a:p>
        </p:txBody>
      </p:sp>
    </p:spTree>
    <p:extLst>
      <p:ext uri="{BB962C8B-B14F-4D97-AF65-F5344CB8AC3E}">
        <p14:creationId xmlns:p14="http://schemas.microsoft.com/office/powerpoint/2010/main" val="4288642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C556-8E46-1C01-48D5-30068236EA60}"/>
            </a:ext>
          </a:extLst>
        </p:cNvPr>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17A48D73-E9B0-2A71-24D7-A194BC7697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530B0780-FEB0-4FCD-92C3-8EB748FB70BC}" type="slidenum">
              <a:rPr lang="en-US" altLang="ja-JP" sz="1400" dirty="0" smtClean="0"/>
              <a:t>9</a:t>
            </a:fld>
            <a:endParaRPr lang="en-US" altLang="ja-JP" sz="1400"/>
          </a:p>
        </p:txBody>
      </p:sp>
      <p:sp>
        <p:nvSpPr>
          <p:cNvPr id="12297" name="タイトル 12">
            <a:extLst>
              <a:ext uri="{FF2B5EF4-FFF2-40B4-BE49-F238E27FC236}">
                <a16:creationId xmlns:a16="http://schemas.microsoft.com/office/drawing/2014/main" id="{7F231780-6812-B8A1-C9A7-7D1AC8E2C6E9}"/>
              </a:ext>
            </a:extLst>
          </p:cNvPr>
          <p:cNvSpPr>
            <a:spLocks noGrp="1"/>
          </p:cNvSpPr>
          <p:nvPr>
            <p:ph type="title" idx="4294967295"/>
          </p:nvPr>
        </p:nvSpPr>
        <p:spPr/>
        <p:txBody>
          <a:bodyPr/>
          <a:lstStyle/>
          <a:p>
            <a:r>
              <a:rPr lang="en-US" altLang="ja-JP" sz="2800" b="1">
                <a:solidFill>
                  <a:schemeClr val="tx1"/>
                </a:solidFill>
              </a:rPr>
              <a:t>Experimental Equipment</a:t>
            </a:r>
            <a:endParaRPr lang="ja-JP" altLang="en-US" sz="2800" b="1">
              <a:solidFill>
                <a:schemeClr val="tx1"/>
              </a:solidFill>
            </a:endParaRPr>
          </a:p>
        </p:txBody>
      </p:sp>
      <p:grpSp>
        <p:nvGrpSpPr>
          <p:cNvPr id="9" name="Group 8">
            <a:extLst>
              <a:ext uri="{FF2B5EF4-FFF2-40B4-BE49-F238E27FC236}">
                <a16:creationId xmlns:a16="http://schemas.microsoft.com/office/drawing/2014/main" id="{47FF9466-20AB-145B-87F8-F0579C2F76B5}"/>
              </a:ext>
            </a:extLst>
          </p:cNvPr>
          <p:cNvGrpSpPr/>
          <p:nvPr/>
        </p:nvGrpSpPr>
        <p:grpSpPr>
          <a:xfrm>
            <a:off x="805297" y="1210116"/>
            <a:ext cx="7704856" cy="4229505"/>
            <a:chOff x="1217016" y="1302370"/>
            <a:chExt cx="7704856" cy="4229505"/>
          </a:xfrm>
        </p:grpSpPr>
        <p:pic>
          <p:nvPicPr>
            <p:cNvPr id="11" name="Picture 10" descr="A blue square with white circles and red lines&#10;&#10;AI-generated content may be incorrect.">
              <a:extLst>
                <a:ext uri="{FF2B5EF4-FFF2-40B4-BE49-F238E27FC236}">
                  <a16:creationId xmlns:a16="http://schemas.microsoft.com/office/drawing/2014/main" id="{991AF726-09CD-5010-0809-CC2F680F8C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3240" y="1302370"/>
              <a:ext cx="4317487" cy="3832872"/>
            </a:xfrm>
            <a:prstGeom prst="rect">
              <a:avLst/>
            </a:prstGeom>
          </p:spPr>
        </p:pic>
        <p:sp>
          <p:nvSpPr>
            <p:cNvPr id="6" name="TextBox 5">
              <a:extLst>
                <a:ext uri="{FF2B5EF4-FFF2-40B4-BE49-F238E27FC236}">
                  <a16:creationId xmlns:a16="http://schemas.microsoft.com/office/drawing/2014/main" id="{4CAD99C3-8D98-F5AC-42D4-FC4A533C8EC4}"/>
                </a:ext>
              </a:extLst>
            </p:cNvPr>
            <p:cNvSpPr txBox="1"/>
            <p:nvPr/>
          </p:nvSpPr>
          <p:spPr>
            <a:xfrm>
              <a:off x="1217016" y="5008655"/>
              <a:ext cx="7704856" cy="523220"/>
            </a:xfrm>
            <a:prstGeom prst="rect">
              <a:avLst/>
            </a:prstGeom>
            <a:noFill/>
          </p:spPr>
          <p:txBody>
            <a:bodyPr wrap="square" rtlCol="0">
              <a:spAutoFit/>
            </a:bodyPr>
            <a:lstStyle/>
            <a:p>
              <a:pPr algn="ctr"/>
              <a:r>
                <a:rPr lang="en-US">
                  <a:solidFill>
                    <a:schemeClr val="tx1"/>
                  </a:solidFill>
                </a:rPr>
                <a:t>Jig Dimensions</a:t>
              </a:r>
            </a:p>
          </p:txBody>
        </p:sp>
      </p:grpSp>
      <p:grpSp>
        <p:nvGrpSpPr>
          <p:cNvPr id="2" name="Group 1">
            <a:extLst>
              <a:ext uri="{FF2B5EF4-FFF2-40B4-BE49-F238E27FC236}">
                <a16:creationId xmlns:a16="http://schemas.microsoft.com/office/drawing/2014/main" id="{E6D94301-D2C1-2C14-4E36-80F33906A767}"/>
              </a:ext>
            </a:extLst>
          </p:cNvPr>
          <p:cNvGrpSpPr/>
          <p:nvPr/>
        </p:nvGrpSpPr>
        <p:grpSpPr>
          <a:xfrm>
            <a:off x="-1006023" y="1370253"/>
            <a:ext cx="4968921" cy="4614613"/>
            <a:chOff x="4525937" y="1308739"/>
            <a:chExt cx="4968921" cy="4614613"/>
          </a:xfrm>
        </p:grpSpPr>
        <p:pic>
          <p:nvPicPr>
            <p:cNvPr id="7" name="Picture 6" descr="屋内, キッチン, 座る, テーブル が含まれている画像&#10;&#10;自動的に生成された説明">
              <a:extLst>
                <a:ext uri="{FF2B5EF4-FFF2-40B4-BE49-F238E27FC236}">
                  <a16:creationId xmlns:a16="http://schemas.microsoft.com/office/drawing/2014/main" id="{1B1445E0-B57F-4329-24DC-5C7DF10C4D5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59421" y="1308739"/>
              <a:ext cx="2501955" cy="3584306"/>
            </a:xfrm>
            <a:prstGeom prst="rect">
              <a:avLst/>
            </a:prstGeom>
            <a:noFill/>
          </p:spPr>
        </p:pic>
        <p:sp>
          <p:nvSpPr>
            <p:cNvPr id="8" name="TextBox 7">
              <a:extLst>
                <a:ext uri="{FF2B5EF4-FFF2-40B4-BE49-F238E27FC236}">
                  <a16:creationId xmlns:a16="http://schemas.microsoft.com/office/drawing/2014/main" id="{54F04BD1-2576-723B-1244-2C1A94E4C87B}"/>
                </a:ext>
              </a:extLst>
            </p:cNvPr>
            <p:cNvSpPr txBox="1"/>
            <p:nvPr/>
          </p:nvSpPr>
          <p:spPr>
            <a:xfrm>
              <a:off x="4525937" y="4969245"/>
              <a:ext cx="4968921" cy="954107"/>
            </a:xfrm>
            <a:prstGeom prst="rect">
              <a:avLst/>
            </a:prstGeom>
            <a:noFill/>
          </p:spPr>
          <p:txBody>
            <a:bodyPr wrap="square" rtlCol="0">
              <a:spAutoFit/>
            </a:bodyPr>
            <a:lstStyle/>
            <a:p>
              <a:pPr algn="ctr"/>
              <a:r>
                <a:rPr lang="en-US">
                  <a:solidFill>
                    <a:schemeClr val="tx1"/>
                  </a:solidFill>
                  <a:latin typeface="+mj-lt"/>
                  <a:ea typeface="ＭＳ Ｐ明朝" charset="-128"/>
                </a:rPr>
                <a:t>MC430L </a:t>
              </a:r>
            </a:p>
            <a:p>
              <a:pPr algn="ctr"/>
              <a:r>
                <a:rPr lang="en-US">
                  <a:solidFill>
                    <a:schemeClr val="tx1"/>
                  </a:solidFill>
                  <a:latin typeface="+mj-lt"/>
                  <a:ea typeface="ＭＳ Ｐ明朝" charset="-128"/>
                </a:rPr>
                <a:t>Machining center </a:t>
              </a:r>
              <a:endParaRPr lang="en-US">
                <a:solidFill>
                  <a:schemeClr val="tx1"/>
                </a:solidFill>
                <a:latin typeface="+mj-lt"/>
              </a:endParaRPr>
            </a:p>
          </p:txBody>
        </p:sp>
      </p:grpSp>
      <p:grpSp>
        <p:nvGrpSpPr>
          <p:cNvPr id="12" name="Group 11">
            <a:extLst>
              <a:ext uri="{FF2B5EF4-FFF2-40B4-BE49-F238E27FC236}">
                <a16:creationId xmlns:a16="http://schemas.microsoft.com/office/drawing/2014/main" id="{8B3F6084-A652-560F-0B54-BAD3C036F323}"/>
              </a:ext>
            </a:extLst>
          </p:cNvPr>
          <p:cNvGrpSpPr/>
          <p:nvPr/>
        </p:nvGrpSpPr>
        <p:grpSpPr>
          <a:xfrm>
            <a:off x="5138420" y="1370253"/>
            <a:ext cx="5372322" cy="3921517"/>
            <a:chOff x="5550139" y="1542128"/>
            <a:chExt cx="5372322" cy="3921517"/>
          </a:xfrm>
        </p:grpSpPr>
        <p:pic>
          <p:nvPicPr>
            <p:cNvPr id="5" name="Picture 4" descr="A pair of metal objects on a table&#10;&#10;AI-generated content may be incorrect.">
              <a:extLst>
                <a:ext uri="{FF2B5EF4-FFF2-40B4-BE49-F238E27FC236}">
                  <a16:creationId xmlns:a16="http://schemas.microsoft.com/office/drawing/2014/main" id="{B8758786-8EEC-8A78-A6B1-615892392DD1}"/>
                </a:ext>
              </a:extLst>
            </p:cNvPr>
            <p:cNvPicPr>
              <a:picLocks noChangeAspect="1"/>
            </p:cNvPicPr>
            <p:nvPr/>
          </p:nvPicPr>
          <p:blipFill>
            <a:blip r:embed="rId5">
              <a:extLst>
                <a:ext uri="{28A0092B-C50C-407E-A947-70E740481C1C}">
                  <a14:useLocalDpi xmlns:a14="http://schemas.microsoft.com/office/drawing/2010/main" val="0"/>
                </a:ext>
              </a:extLst>
            </a:blip>
            <a:srcRect l="47553" t="31720" r="34865" b="20402"/>
            <a:stretch>
              <a:fillRect/>
            </a:stretch>
          </p:blipFill>
          <p:spPr>
            <a:xfrm>
              <a:off x="7432512" y="1542128"/>
              <a:ext cx="1607576" cy="3283405"/>
            </a:xfrm>
            <a:prstGeom prst="rect">
              <a:avLst/>
            </a:prstGeom>
          </p:spPr>
        </p:pic>
        <p:sp>
          <p:nvSpPr>
            <p:cNvPr id="10" name="TextBox 9">
              <a:extLst>
                <a:ext uri="{FF2B5EF4-FFF2-40B4-BE49-F238E27FC236}">
                  <a16:creationId xmlns:a16="http://schemas.microsoft.com/office/drawing/2014/main" id="{196E406A-A35A-7957-74D5-7BADF725B3CA}"/>
                </a:ext>
              </a:extLst>
            </p:cNvPr>
            <p:cNvSpPr txBox="1"/>
            <p:nvPr/>
          </p:nvSpPr>
          <p:spPr>
            <a:xfrm>
              <a:off x="5550139" y="4940425"/>
              <a:ext cx="5372322" cy="523220"/>
            </a:xfrm>
            <a:prstGeom prst="rect">
              <a:avLst/>
            </a:prstGeom>
            <a:noFill/>
          </p:spPr>
          <p:txBody>
            <a:bodyPr wrap="square" rtlCol="0">
              <a:spAutoFit/>
            </a:bodyPr>
            <a:lstStyle/>
            <a:p>
              <a:pPr algn="ctr"/>
              <a:r>
                <a:rPr lang="en-US">
                  <a:solidFill>
                    <a:schemeClr val="tx1"/>
                  </a:solidFill>
                </a:rPr>
                <a:t>Machining Tool</a:t>
              </a:r>
            </a:p>
          </p:txBody>
        </p:sp>
      </p:grpSp>
    </p:spTree>
    <p:extLst>
      <p:ext uri="{BB962C8B-B14F-4D97-AF65-F5344CB8AC3E}">
        <p14:creationId xmlns:p14="http://schemas.microsoft.com/office/powerpoint/2010/main" val="1783979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EEBA5-F900-B0B7-1476-B0092231433F}"/>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447CAE68-F69D-828A-B716-A66C4E3985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D5B0BAD-F174-4F4A-80C8-EDBBD80C7F9B}" type="slidenum">
              <a:rPr lang="en-US" altLang="ja-JP" sz="1400" smtClean="0"/>
              <a:t>10</a:t>
            </a:fld>
            <a:endParaRPr lang="en-US" altLang="ja-JP" sz="1400"/>
          </a:p>
        </p:txBody>
      </p:sp>
      <p:sp>
        <p:nvSpPr>
          <p:cNvPr id="17413" name="タイトル 11">
            <a:extLst>
              <a:ext uri="{FF2B5EF4-FFF2-40B4-BE49-F238E27FC236}">
                <a16:creationId xmlns:a16="http://schemas.microsoft.com/office/drawing/2014/main" id="{86B94E96-A82E-4876-1EC5-3A190AC85C3B}"/>
              </a:ext>
            </a:extLst>
          </p:cNvPr>
          <p:cNvSpPr>
            <a:spLocks noGrp="1"/>
          </p:cNvSpPr>
          <p:nvPr>
            <p:ph type="title" idx="4294967295"/>
          </p:nvPr>
        </p:nvSpPr>
        <p:spPr/>
        <p:txBody>
          <a:bodyPr/>
          <a:lstStyle/>
          <a:p>
            <a:r>
              <a:rPr lang="en-US" altLang="ja-JP" sz="2800" b="1">
                <a:solidFill>
                  <a:schemeClr val="tx1"/>
                </a:solidFill>
              </a:rPr>
              <a:t>Experimental Setup</a:t>
            </a:r>
            <a:endParaRPr lang="ja-JP" altLang="en-US" sz="2000" b="1">
              <a:solidFill>
                <a:schemeClr val="tx1"/>
              </a:solidFill>
            </a:endParaRPr>
          </a:p>
        </p:txBody>
      </p:sp>
      <p:grpSp>
        <p:nvGrpSpPr>
          <p:cNvPr id="3" name="Group 2">
            <a:extLst>
              <a:ext uri="{FF2B5EF4-FFF2-40B4-BE49-F238E27FC236}">
                <a16:creationId xmlns:a16="http://schemas.microsoft.com/office/drawing/2014/main" id="{EC4578DC-F639-BABA-B9BB-05647D5AFACC}"/>
              </a:ext>
            </a:extLst>
          </p:cNvPr>
          <p:cNvGrpSpPr/>
          <p:nvPr/>
        </p:nvGrpSpPr>
        <p:grpSpPr>
          <a:xfrm>
            <a:off x="2114550" y="3507089"/>
            <a:ext cx="4274962" cy="2810773"/>
            <a:chOff x="297038" y="1519624"/>
            <a:chExt cx="4758680" cy="3155596"/>
          </a:xfrm>
        </p:grpSpPr>
        <p:pic>
          <p:nvPicPr>
            <p:cNvPr id="4" name="Picture 3" descr="冷蔵庫, ストーブ が含まれている画像&#10;&#10;自動的に生成された説明">
              <a:extLst>
                <a:ext uri="{FF2B5EF4-FFF2-40B4-BE49-F238E27FC236}">
                  <a16:creationId xmlns:a16="http://schemas.microsoft.com/office/drawing/2014/main" id="{F14ECF94-1DCE-0692-6D98-3C927B2A9A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038" y="1519624"/>
              <a:ext cx="4758680" cy="2526213"/>
            </a:xfrm>
            <a:prstGeom prst="rect">
              <a:avLst/>
            </a:prstGeom>
            <a:noFill/>
            <a:ln>
              <a:noFill/>
            </a:ln>
          </p:spPr>
        </p:pic>
        <p:sp>
          <p:nvSpPr>
            <p:cNvPr id="6" name="TextBox 5">
              <a:extLst>
                <a:ext uri="{FF2B5EF4-FFF2-40B4-BE49-F238E27FC236}">
                  <a16:creationId xmlns:a16="http://schemas.microsoft.com/office/drawing/2014/main" id="{663DCEF3-9DC3-09F6-54F4-B5D00556A1A4}"/>
                </a:ext>
              </a:extLst>
            </p:cNvPr>
            <p:cNvSpPr txBox="1"/>
            <p:nvPr/>
          </p:nvSpPr>
          <p:spPr>
            <a:xfrm>
              <a:off x="1050468" y="4087812"/>
              <a:ext cx="3251820" cy="587408"/>
            </a:xfrm>
            <a:prstGeom prst="rect">
              <a:avLst/>
            </a:prstGeom>
            <a:noFill/>
          </p:spPr>
          <p:txBody>
            <a:bodyPr wrap="square" rtlCol="0">
              <a:spAutoFit/>
            </a:bodyPr>
            <a:lstStyle/>
            <a:p>
              <a:pPr algn="ctr"/>
              <a:r>
                <a:rPr lang="en-US">
                  <a:solidFill>
                    <a:schemeClr val="tx1"/>
                  </a:solidFill>
                  <a:latin typeface="+mj-lt"/>
                  <a:ea typeface="ＭＳ Ｐ明朝" charset="-128"/>
                </a:rPr>
                <a:t>T-22H Oil Bath </a:t>
              </a:r>
              <a:endParaRPr lang="en-US">
                <a:solidFill>
                  <a:schemeClr val="tx1"/>
                </a:solidFill>
                <a:latin typeface="+mj-lt"/>
              </a:endParaRPr>
            </a:p>
          </p:txBody>
        </p:sp>
      </p:grpSp>
      <p:grpSp>
        <p:nvGrpSpPr>
          <p:cNvPr id="2" name="Group 1">
            <a:extLst>
              <a:ext uri="{FF2B5EF4-FFF2-40B4-BE49-F238E27FC236}">
                <a16:creationId xmlns:a16="http://schemas.microsoft.com/office/drawing/2014/main" id="{B9B69A11-359D-353A-2BC3-F4B0DB46B407}"/>
              </a:ext>
            </a:extLst>
          </p:cNvPr>
          <p:cNvGrpSpPr/>
          <p:nvPr/>
        </p:nvGrpSpPr>
        <p:grpSpPr>
          <a:xfrm>
            <a:off x="5353052" y="753491"/>
            <a:ext cx="3258260" cy="3353018"/>
            <a:chOff x="5384490" y="1519624"/>
            <a:chExt cx="3258260" cy="3353018"/>
          </a:xfrm>
        </p:grpSpPr>
        <p:pic>
          <p:nvPicPr>
            <p:cNvPr id="9" name="Picture 8" descr="A black square object on a white background&#10;&#10;Description automatically generated">
              <a:extLst>
                <a:ext uri="{FF2B5EF4-FFF2-40B4-BE49-F238E27FC236}">
                  <a16:creationId xmlns:a16="http://schemas.microsoft.com/office/drawing/2014/main" id="{75DD731E-ABD4-A96C-8E80-0908E86EC8F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31426" y="1519624"/>
              <a:ext cx="3011324" cy="2753598"/>
            </a:xfrm>
            <a:prstGeom prst="rect">
              <a:avLst/>
            </a:prstGeom>
            <a:noFill/>
          </p:spPr>
        </p:pic>
        <p:sp>
          <p:nvSpPr>
            <p:cNvPr id="10" name="TextBox 9">
              <a:extLst>
                <a:ext uri="{FF2B5EF4-FFF2-40B4-BE49-F238E27FC236}">
                  <a16:creationId xmlns:a16="http://schemas.microsoft.com/office/drawing/2014/main" id="{060A88FB-2881-D908-DF5E-8356CE7DA4F1}"/>
                </a:ext>
              </a:extLst>
            </p:cNvPr>
            <p:cNvSpPr txBox="1"/>
            <p:nvPr/>
          </p:nvSpPr>
          <p:spPr>
            <a:xfrm>
              <a:off x="5384490" y="4349422"/>
              <a:ext cx="3251820" cy="523220"/>
            </a:xfrm>
            <a:prstGeom prst="rect">
              <a:avLst/>
            </a:prstGeom>
            <a:noFill/>
          </p:spPr>
          <p:txBody>
            <a:bodyPr wrap="square" rtlCol="0">
              <a:spAutoFit/>
            </a:bodyPr>
            <a:lstStyle/>
            <a:p>
              <a:pPr algn="ctr"/>
              <a:r>
                <a:rPr lang="en-US">
                  <a:solidFill>
                    <a:schemeClr val="tx1"/>
                  </a:solidFill>
                  <a:latin typeface="+mj-lt"/>
                  <a:ea typeface="ＭＳ Ｐ明朝" charset="-128"/>
                </a:rPr>
                <a:t>CFRTP Test Piece</a:t>
              </a:r>
              <a:endParaRPr lang="en-US">
                <a:solidFill>
                  <a:schemeClr val="tx1"/>
                </a:solidFill>
                <a:latin typeface="+mj-lt"/>
              </a:endParaRPr>
            </a:p>
          </p:txBody>
        </p:sp>
      </p:grpSp>
      <p:pic>
        <p:nvPicPr>
          <p:cNvPr id="15" name="Picture 14" descr="A metal square with screws on a metal surface&#10;&#10;AI-generated content may be incorrect.">
            <a:extLst>
              <a:ext uri="{FF2B5EF4-FFF2-40B4-BE49-F238E27FC236}">
                <a16:creationId xmlns:a16="http://schemas.microsoft.com/office/drawing/2014/main" id="{E46450E2-BB1E-F7E1-C8EC-41DA1C759932}"/>
              </a:ext>
            </a:extLst>
          </p:cNvPr>
          <p:cNvPicPr>
            <a:picLocks noChangeAspect="1"/>
          </p:cNvPicPr>
          <p:nvPr/>
        </p:nvPicPr>
        <p:blipFill>
          <a:blip r:embed="rId5">
            <a:extLst>
              <a:ext uri="{28A0092B-C50C-407E-A947-70E740481C1C}">
                <a14:useLocalDpi xmlns:a14="http://schemas.microsoft.com/office/drawing/2010/main" val="0"/>
              </a:ext>
            </a:extLst>
          </a:blip>
          <a:srcRect l="21962" t="21371" r="23348" b="15521"/>
          <a:stretch>
            <a:fillRect/>
          </a:stretch>
        </p:blipFill>
        <p:spPr>
          <a:xfrm>
            <a:off x="857250" y="821801"/>
            <a:ext cx="3190875" cy="2761488"/>
          </a:xfrm>
          <a:prstGeom prst="rect">
            <a:avLst/>
          </a:prstGeom>
        </p:spPr>
      </p:pic>
      <p:sp>
        <p:nvSpPr>
          <p:cNvPr id="11" name="TextBox 10">
            <a:extLst>
              <a:ext uri="{FF2B5EF4-FFF2-40B4-BE49-F238E27FC236}">
                <a16:creationId xmlns:a16="http://schemas.microsoft.com/office/drawing/2014/main" id="{60069320-B086-F2B9-79FA-131CBD3685E8}"/>
              </a:ext>
            </a:extLst>
          </p:cNvPr>
          <p:cNvSpPr txBox="1"/>
          <p:nvPr/>
        </p:nvSpPr>
        <p:spPr>
          <a:xfrm>
            <a:off x="796305" y="3620677"/>
            <a:ext cx="3251820" cy="523220"/>
          </a:xfrm>
          <a:prstGeom prst="rect">
            <a:avLst/>
          </a:prstGeom>
          <a:noFill/>
        </p:spPr>
        <p:txBody>
          <a:bodyPr wrap="square" rtlCol="0">
            <a:spAutoFit/>
          </a:bodyPr>
          <a:lstStyle/>
          <a:p>
            <a:pPr algn="ctr"/>
            <a:r>
              <a:rPr lang="en-US">
                <a:solidFill>
                  <a:schemeClr val="tx1"/>
                </a:solidFill>
                <a:latin typeface="+mj-lt"/>
                <a:ea typeface="ＭＳ Ｐ明朝" charset="-128"/>
              </a:rPr>
              <a:t>Jig with Mold</a:t>
            </a:r>
            <a:endParaRPr lang="en-US">
              <a:solidFill>
                <a:schemeClr val="tx1"/>
              </a:solidFill>
              <a:latin typeface="+mj-lt"/>
            </a:endParaRPr>
          </a:p>
        </p:txBody>
      </p:sp>
    </p:spTree>
    <p:extLst>
      <p:ext uri="{BB962C8B-B14F-4D97-AF65-F5344CB8AC3E}">
        <p14:creationId xmlns:p14="http://schemas.microsoft.com/office/powerpoint/2010/main" val="2474978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B0C5-A5E4-09E9-278B-645164B739F9}"/>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5FFD3DD1-0A04-8B6E-E23D-2788342162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C5162A48-0B1F-4C5F-9602-6E5E988C8D01}" type="slidenum">
              <a:rPr lang="en-US" altLang="ja-JP" sz="1400" smtClean="0"/>
              <a:t>11</a:t>
            </a:fld>
            <a:endParaRPr lang="en-US" altLang="ja-JP" sz="1400"/>
          </a:p>
        </p:txBody>
      </p:sp>
      <p:sp>
        <p:nvSpPr>
          <p:cNvPr id="17413" name="タイトル 11">
            <a:extLst>
              <a:ext uri="{FF2B5EF4-FFF2-40B4-BE49-F238E27FC236}">
                <a16:creationId xmlns:a16="http://schemas.microsoft.com/office/drawing/2014/main" id="{BE1F337A-432E-5189-C6A7-693D84664EE0}"/>
              </a:ext>
            </a:extLst>
          </p:cNvPr>
          <p:cNvSpPr>
            <a:spLocks noGrp="1"/>
          </p:cNvSpPr>
          <p:nvPr>
            <p:ph type="title" idx="4294967295"/>
          </p:nvPr>
        </p:nvSpPr>
        <p:spPr/>
        <p:txBody>
          <a:bodyPr/>
          <a:lstStyle/>
          <a:p>
            <a:r>
              <a:rPr lang="en-US" altLang="ja-JP" sz="2800" b="1">
                <a:solidFill>
                  <a:schemeClr val="tx1"/>
                </a:solidFill>
              </a:rPr>
              <a:t>Experimental Results </a:t>
            </a:r>
            <a:r>
              <a:rPr lang="en-US" altLang="ja-JP" sz="2000" b="1">
                <a:solidFill>
                  <a:schemeClr val="tx1"/>
                </a:solidFill>
              </a:rPr>
              <a:t>CFRTP Tests</a:t>
            </a:r>
            <a:endParaRPr lang="ja-JP" altLang="en-US" sz="2000" b="1">
              <a:solidFill>
                <a:schemeClr val="tx1"/>
              </a:solidFill>
            </a:endParaRPr>
          </a:p>
        </p:txBody>
      </p:sp>
      <p:graphicFrame>
        <p:nvGraphicFramePr>
          <p:cNvPr id="8" name="Table 7">
            <a:extLst>
              <a:ext uri="{FF2B5EF4-FFF2-40B4-BE49-F238E27FC236}">
                <a16:creationId xmlns:a16="http://schemas.microsoft.com/office/drawing/2014/main" id="{E723A1C3-E234-F251-5E30-7CF2BF3CD6AC}"/>
              </a:ext>
            </a:extLst>
          </p:cNvPr>
          <p:cNvGraphicFramePr>
            <a:graphicFrameLocks noGrp="1"/>
          </p:cNvGraphicFramePr>
          <p:nvPr>
            <p:extLst>
              <p:ext uri="{D42A27DB-BD31-4B8C-83A1-F6EECF244321}">
                <p14:modId xmlns:p14="http://schemas.microsoft.com/office/powerpoint/2010/main" val="156257719"/>
              </p:ext>
            </p:extLst>
          </p:nvPr>
        </p:nvGraphicFramePr>
        <p:xfrm>
          <a:off x="467545" y="980728"/>
          <a:ext cx="8064895" cy="1621206"/>
        </p:xfrm>
        <a:graphic>
          <a:graphicData uri="http://schemas.openxmlformats.org/drawingml/2006/table">
            <a:tbl>
              <a:tblPr firstRow="1" bandRow="1">
                <a:tableStyleId>{21E4AEA4-8DFA-4A89-87EB-49C32662AFE0}</a:tableStyleId>
              </a:tblPr>
              <a:tblGrid>
                <a:gridCol w="1650251">
                  <a:extLst>
                    <a:ext uri="{9D8B030D-6E8A-4147-A177-3AD203B41FA5}">
                      <a16:colId xmlns:a16="http://schemas.microsoft.com/office/drawing/2014/main" val="353819784"/>
                    </a:ext>
                  </a:extLst>
                </a:gridCol>
                <a:gridCol w="1603661">
                  <a:extLst>
                    <a:ext uri="{9D8B030D-6E8A-4147-A177-3AD203B41FA5}">
                      <a16:colId xmlns:a16="http://schemas.microsoft.com/office/drawing/2014/main" val="1016823809"/>
                    </a:ext>
                  </a:extLst>
                </a:gridCol>
                <a:gridCol w="1603661">
                  <a:extLst>
                    <a:ext uri="{9D8B030D-6E8A-4147-A177-3AD203B41FA5}">
                      <a16:colId xmlns:a16="http://schemas.microsoft.com/office/drawing/2014/main" val="1213983184"/>
                    </a:ext>
                  </a:extLst>
                </a:gridCol>
                <a:gridCol w="1603661">
                  <a:extLst>
                    <a:ext uri="{9D8B030D-6E8A-4147-A177-3AD203B41FA5}">
                      <a16:colId xmlns:a16="http://schemas.microsoft.com/office/drawing/2014/main" val="1610593402"/>
                    </a:ext>
                  </a:extLst>
                </a:gridCol>
                <a:gridCol w="1603661">
                  <a:extLst>
                    <a:ext uri="{9D8B030D-6E8A-4147-A177-3AD203B41FA5}">
                      <a16:colId xmlns:a16="http://schemas.microsoft.com/office/drawing/2014/main" val="267284578"/>
                    </a:ext>
                  </a:extLst>
                </a:gridCol>
              </a:tblGrid>
              <a:tr h="571531">
                <a:tc gridSpan="5">
                  <a:txBody>
                    <a:bodyPr/>
                    <a:lstStyle/>
                    <a:p>
                      <a:pPr algn="ctr"/>
                      <a:r>
                        <a:rPr lang="en-US">
                          <a:solidFill>
                            <a:schemeClr val="bg1"/>
                          </a:solidFill>
                          <a:latin typeface="+mj-lt"/>
                        </a:rPr>
                        <a:t>Tests Without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Number</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Feed Rate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Spindle Speed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Temperature (Degrees 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Forming depth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9.85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bl>
          </a:graphicData>
        </a:graphic>
      </p:graphicFrame>
      <p:graphicFrame>
        <p:nvGraphicFramePr>
          <p:cNvPr id="2" name="Table 1">
            <a:extLst>
              <a:ext uri="{FF2B5EF4-FFF2-40B4-BE49-F238E27FC236}">
                <a16:creationId xmlns:a16="http://schemas.microsoft.com/office/drawing/2014/main" id="{8CCDA124-4973-F49E-317F-AA8F6866530C}"/>
              </a:ext>
            </a:extLst>
          </p:cNvPr>
          <p:cNvGraphicFramePr>
            <a:graphicFrameLocks noGrp="1"/>
          </p:cNvGraphicFramePr>
          <p:nvPr>
            <p:extLst>
              <p:ext uri="{D42A27DB-BD31-4B8C-83A1-F6EECF244321}">
                <p14:modId xmlns:p14="http://schemas.microsoft.com/office/powerpoint/2010/main" val="2855741943"/>
              </p:ext>
            </p:extLst>
          </p:nvPr>
        </p:nvGraphicFramePr>
        <p:xfrm>
          <a:off x="467545" y="3068567"/>
          <a:ext cx="8064895" cy="2440396"/>
        </p:xfrm>
        <a:graphic>
          <a:graphicData uri="http://schemas.openxmlformats.org/drawingml/2006/table">
            <a:tbl>
              <a:tblPr firstRow="1" bandRow="1">
                <a:tableStyleId>{21E4AEA4-8DFA-4A89-87EB-49C32662AFE0}</a:tableStyleId>
              </a:tblPr>
              <a:tblGrid>
                <a:gridCol w="1650251">
                  <a:extLst>
                    <a:ext uri="{9D8B030D-6E8A-4147-A177-3AD203B41FA5}">
                      <a16:colId xmlns:a16="http://schemas.microsoft.com/office/drawing/2014/main" val="353819784"/>
                    </a:ext>
                  </a:extLst>
                </a:gridCol>
                <a:gridCol w="1603661">
                  <a:extLst>
                    <a:ext uri="{9D8B030D-6E8A-4147-A177-3AD203B41FA5}">
                      <a16:colId xmlns:a16="http://schemas.microsoft.com/office/drawing/2014/main" val="1016823809"/>
                    </a:ext>
                  </a:extLst>
                </a:gridCol>
                <a:gridCol w="1603661">
                  <a:extLst>
                    <a:ext uri="{9D8B030D-6E8A-4147-A177-3AD203B41FA5}">
                      <a16:colId xmlns:a16="http://schemas.microsoft.com/office/drawing/2014/main" val="1213983184"/>
                    </a:ext>
                  </a:extLst>
                </a:gridCol>
                <a:gridCol w="1603661">
                  <a:extLst>
                    <a:ext uri="{9D8B030D-6E8A-4147-A177-3AD203B41FA5}">
                      <a16:colId xmlns:a16="http://schemas.microsoft.com/office/drawing/2014/main" val="1610593402"/>
                    </a:ext>
                  </a:extLst>
                </a:gridCol>
                <a:gridCol w="1603661">
                  <a:extLst>
                    <a:ext uri="{9D8B030D-6E8A-4147-A177-3AD203B41FA5}">
                      <a16:colId xmlns:a16="http://schemas.microsoft.com/office/drawing/2014/main" val="267284578"/>
                    </a:ext>
                  </a:extLst>
                </a:gridCol>
              </a:tblGrid>
              <a:tr h="571531">
                <a:tc gridSpan="5">
                  <a:txBody>
                    <a:bodyPr/>
                    <a:lstStyle/>
                    <a:p>
                      <a:pPr algn="ctr"/>
                      <a:r>
                        <a:rPr lang="en-US">
                          <a:solidFill>
                            <a:schemeClr val="bg1"/>
                          </a:solidFill>
                          <a:latin typeface="+mj-lt"/>
                        </a:rPr>
                        <a:t>Tests With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Number</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Feed Rate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Spindle Speed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Temperature (Degrees 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Forming depth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9.96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8.75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90821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10.80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066318310"/>
                  </a:ext>
                </a:extLst>
              </a:tr>
            </a:tbl>
          </a:graphicData>
        </a:graphic>
      </p:graphicFrame>
    </p:spTree>
    <p:extLst>
      <p:ext uri="{BB962C8B-B14F-4D97-AF65-F5344CB8AC3E}">
        <p14:creationId xmlns:p14="http://schemas.microsoft.com/office/powerpoint/2010/main" val="489792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CAD3D-C9D3-C1A7-0D58-F070B3029284}"/>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BAF6343F-C968-56A2-375B-F5D7729817AB}"/>
              </a:ext>
            </a:extLst>
          </p:cNvPr>
          <p:cNvGrpSpPr/>
          <p:nvPr/>
        </p:nvGrpSpPr>
        <p:grpSpPr>
          <a:xfrm>
            <a:off x="4448230" y="706522"/>
            <a:ext cx="3936633" cy="2743200"/>
            <a:chOff x="-400267" y="2778984"/>
            <a:chExt cx="4472867" cy="3060868"/>
          </a:xfrm>
        </p:grpSpPr>
        <p:pic>
          <p:nvPicPr>
            <p:cNvPr id="23" name="Picture 22" descr="A close-up of a metal sheet&#10;&#10;AI-generated content may be incorrect.">
              <a:extLst>
                <a:ext uri="{FF2B5EF4-FFF2-40B4-BE49-F238E27FC236}">
                  <a16:creationId xmlns:a16="http://schemas.microsoft.com/office/drawing/2014/main" id="{5100179A-BE78-6891-0975-8CF9642280A3}"/>
                </a:ext>
              </a:extLst>
            </p:cNvPr>
            <p:cNvPicPr>
              <a:picLocks noChangeAspect="1"/>
            </p:cNvPicPr>
            <p:nvPr/>
          </p:nvPicPr>
          <p:blipFill>
            <a:blip r:embed="rId3">
              <a:extLst>
                <a:ext uri="{28A0092B-C50C-407E-A947-70E740481C1C}">
                  <a14:useLocalDpi xmlns:a14="http://schemas.microsoft.com/office/drawing/2010/main" val="0"/>
                </a:ext>
              </a:extLst>
            </a:blip>
            <a:srcRect l="29332" t="16002" r="26083" b="27536"/>
            <a:stretch>
              <a:fillRect/>
            </a:stretch>
          </p:blipFill>
          <p:spPr>
            <a:xfrm>
              <a:off x="849902" y="2778984"/>
              <a:ext cx="3222698" cy="3060868"/>
            </a:xfrm>
            <a:prstGeom prst="rect">
              <a:avLst/>
            </a:prstGeom>
          </p:spPr>
        </p:pic>
        <p:sp>
          <p:nvSpPr>
            <p:cNvPr id="15" name="TextBox 14">
              <a:extLst>
                <a:ext uri="{FF2B5EF4-FFF2-40B4-BE49-F238E27FC236}">
                  <a16:creationId xmlns:a16="http://schemas.microsoft.com/office/drawing/2014/main" id="{D18262C6-9EA3-7982-C097-1E6A6163B6C4}"/>
                </a:ext>
              </a:extLst>
            </p:cNvPr>
            <p:cNvSpPr txBox="1"/>
            <p:nvPr/>
          </p:nvSpPr>
          <p:spPr>
            <a:xfrm>
              <a:off x="-400267" y="5188660"/>
              <a:ext cx="3888433" cy="583810"/>
            </a:xfrm>
            <a:prstGeom prst="rect">
              <a:avLst/>
            </a:prstGeom>
            <a:noFill/>
          </p:spPr>
          <p:txBody>
            <a:bodyPr wrap="square" rtlCol="0">
              <a:spAutoFit/>
            </a:bodyPr>
            <a:lstStyle/>
            <a:p>
              <a:pPr algn="ctr"/>
              <a:r>
                <a:rPr lang="en-US">
                  <a:solidFill>
                    <a:schemeClr val="bg1"/>
                  </a:solidFill>
                </a:rPr>
                <a:t>Test 1</a:t>
              </a:r>
            </a:p>
          </p:txBody>
        </p:sp>
      </p:grpSp>
      <p:grpSp>
        <p:nvGrpSpPr>
          <p:cNvPr id="31" name="Group 30">
            <a:extLst>
              <a:ext uri="{FF2B5EF4-FFF2-40B4-BE49-F238E27FC236}">
                <a16:creationId xmlns:a16="http://schemas.microsoft.com/office/drawing/2014/main" id="{B570A6A2-E0A3-AF20-DEE3-03BEE3B9E5C8}"/>
              </a:ext>
            </a:extLst>
          </p:cNvPr>
          <p:cNvGrpSpPr/>
          <p:nvPr/>
        </p:nvGrpSpPr>
        <p:grpSpPr>
          <a:xfrm>
            <a:off x="5461755" y="3509797"/>
            <a:ext cx="2919419" cy="2666518"/>
            <a:chOff x="5151169" y="2735221"/>
            <a:chExt cx="3037600" cy="2831510"/>
          </a:xfrm>
        </p:grpSpPr>
        <p:pic>
          <p:nvPicPr>
            <p:cNvPr id="29" name="Picture 28" descr="A close-up of a metal object&#10;&#10;AI-generated content may be incorrect.">
              <a:extLst>
                <a:ext uri="{FF2B5EF4-FFF2-40B4-BE49-F238E27FC236}">
                  <a16:creationId xmlns:a16="http://schemas.microsoft.com/office/drawing/2014/main" id="{BCA32D2C-1011-84F2-0140-7A21385FAE4A}"/>
                </a:ext>
              </a:extLst>
            </p:cNvPr>
            <p:cNvPicPr>
              <a:picLocks noChangeAspect="1"/>
            </p:cNvPicPr>
            <p:nvPr/>
          </p:nvPicPr>
          <p:blipFill>
            <a:blip r:embed="rId4">
              <a:extLst>
                <a:ext uri="{28A0092B-C50C-407E-A947-70E740481C1C}">
                  <a14:useLocalDpi xmlns:a14="http://schemas.microsoft.com/office/drawing/2010/main" val="0"/>
                </a:ext>
              </a:extLst>
            </a:blip>
            <a:srcRect l="24607" t="21713" r="31499" b="22700"/>
            <a:stretch>
              <a:fillRect/>
            </a:stretch>
          </p:blipFill>
          <p:spPr>
            <a:xfrm>
              <a:off x="5239380" y="2735221"/>
              <a:ext cx="2949389" cy="2801284"/>
            </a:xfrm>
            <a:prstGeom prst="rect">
              <a:avLst/>
            </a:prstGeom>
          </p:spPr>
        </p:pic>
        <p:sp>
          <p:nvSpPr>
            <p:cNvPr id="18" name="TextBox 17">
              <a:extLst>
                <a:ext uri="{FF2B5EF4-FFF2-40B4-BE49-F238E27FC236}">
                  <a16:creationId xmlns:a16="http://schemas.microsoft.com/office/drawing/2014/main" id="{7CB27481-9425-9D06-4441-C43E706A5B61}"/>
                </a:ext>
              </a:extLst>
            </p:cNvPr>
            <p:cNvSpPr txBox="1"/>
            <p:nvPr/>
          </p:nvSpPr>
          <p:spPr>
            <a:xfrm>
              <a:off x="5151169" y="5011136"/>
              <a:ext cx="1451695" cy="555595"/>
            </a:xfrm>
            <a:prstGeom prst="rect">
              <a:avLst/>
            </a:prstGeom>
            <a:noFill/>
          </p:spPr>
          <p:txBody>
            <a:bodyPr wrap="square" rtlCol="0">
              <a:spAutoFit/>
            </a:bodyPr>
            <a:lstStyle/>
            <a:p>
              <a:pPr algn="ctr"/>
              <a:r>
                <a:rPr lang="en-US">
                  <a:solidFill>
                    <a:schemeClr val="bg1"/>
                  </a:solidFill>
                </a:rPr>
                <a:t>Test 3</a:t>
              </a:r>
            </a:p>
          </p:txBody>
        </p:sp>
      </p:grpSp>
      <p:sp>
        <p:nvSpPr>
          <p:cNvPr id="10244" name="スライド番号プレースホルダ 1">
            <a:extLst>
              <a:ext uri="{FF2B5EF4-FFF2-40B4-BE49-F238E27FC236}">
                <a16:creationId xmlns:a16="http://schemas.microsoft.com/office/drawing/2014/main" id="{0FEF3C9E-5E59-2FFB-9D5D-D3974B9ADB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C2D55268-ECE6-4B5B-8649-E30CB0B7488D}" type="slidenum">
              <a:rPr lang="en-US" altLang="ja-JP" sz="1400" smtClean="0"/>
              <a:t>12</a:t>
            </a:fld>
            <a:endParaRPr lang="en-US" altLang="ja-JP" sz="1400"/>
          </a:p>
        </p:txBody>
      </p:sp>
      <p:sp>
        <p:nvSpPr>
          <p:cNvPr id="4" name="タイトル 4">
            <a:extLst>
              <a:ext uri="{FF2B5EF4-FFF2-40B4-BE49-F238E27FC236}">
                <a16:creationId xmlns:a16="http://schemas.microsoft.com/office/drawing/2014/main" id="{30DDBB21-6F51-009B-0FA4-6E70436DA73C}"/>
              </a:ext>
            </a:extLst>
          </p:cNvPr>
          <p:cNvSpPr txBox="1">
            <a:spLocks/>
          </p:cNvSpPr>
          <p:nvPr/>
        </p:nvSpPr>
        <p:spPr bwMode="auto">
          <a:xfrm>
            <a:off x="533400" y="76200"/>
            <a:ext cx="757086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dirty="0">
                <a:solidFill>
                  <a:schemeClr val="tx1"/>
                </a:solidFill>
              </a:rPr>
              <a:t>Discussion</a:t>
            </a:r>
            <a:endParaRPr lang="ja-JP" altLang="en-US" sz="2000" b="1" kern="0" dirty="0">
              <a:solidFill>
                <a:schemeClr val="tx1"/>
              </a:solidFill>
            </a:endParaRPr>
          </a:p>
        </p:txBody>
      </p:sp>
      <p:graphicFrame>
        <p:nvGraphicFramePr>
          <p:cNvPr id="2" name="Table 1">
            <a:extLst>
              <a:ext uri="{FF2B5EF4-FFF2-40B4-BE49-F238E27FC236}">
                <a16:creationId xmlns:a16="http://schemas.microsoft.com/office/drawing/2014/main" id="{931D9D3A-9E5A-B7C6-0608-47674A17A636}"/>
              </a:ext>
            </a:extLst>
          </p:cNvPr>
          <p:cNvGraphicFramePr>
            <a:graphicFrameLocks noGrp="1"/>
          </p:cNvGraphicFramePr>
          <p:nvPr>
            <p:extLst>
              <p:ext uri="{D42A27DB-BD31-4B8C-83A1-F6EECF244321}">
                <p14:modId xmlns:p14="http://schemas.microsoft.com/office/powerpoint/2010/main" val="838621266"/>
              </p:ext>
            </p:extLst>
          </p:nvPr>
        </p:nvGraphicFramePr>
        <p:xfrm>
          <a:off x="84663" y="3496262"/>
          <a:ext cx="4798873" cy="2756734"/>
        </p:xfrm>
        <a:graphic>
          <a:graphicData uri="http://schemas.openxmlformats.org/drawingml/2006/table">
            <a:tbl>
              <a:tblPr firstRow="1" bandRow="1">
                <a:tableStyleId>{21E4AEA4-8DFA-4A89-87EB-49C32662AFE0}</a:tableStyleId>
              </a:tblPr>
              <a:tblGrid>
                <a:gridCol w="3671816">
                  <a:extLst>
                    <a:ext uri="{9D8B030D-6E8A-4147-A177-3AD203B41FA5}">
                      <a16:colId xmlns:a16="http://schemas.microsoft.com/office/drawing/2014/main" val="353819784"/>
                    </a:ext>
                  </a:extLst>
                </a:gridCol>
                <a:gridCol w="1127057">
                  <a:extLst>
                    <a:ext uri="{9D8B030D-6E8A-4147-A177-3AD203B41FA5}">
                      <a16:colId xmlns:a16="http://schemas.microsoft.com/office/drawing/2014/main" val="1016823809"/>
                    </a:ext>
                  </a:extLst>
                </a:gridCol>
              </a:tblGrid>
              <a:tr h="368445">
                <a:tc gridSpan="2">
                  <a:txBody>
                    <a:bodyPr/>
                    <a:lstStyle/>
                    <a:p>
                      <a:pPr algn="ctr"/>
                      <a:r>
                        <a:rPr lang="en-US" sz="2400">
                          <a:solidFill>
                            <a:schemeClr val="bg1"/>
                          </a:solidFill>
                          <a:latin typeface="+mj-lt"/>
                        </a:rPr>
                        <a:t>Tests With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3035122293"/>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rPr>
                        <a:t>Test Number</a:t>
                      </a:r>
                      <a:endParaRPr lang="en-US" sz="2400" b="0">
                        <a:solidFill>
                          <a:schemeClr val="bg1"/>
                        </a:solidFill>
                        <a:latin typeface="+mn-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Feed Rate (mm/min)</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066318310"/>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Spindle Speed (RPM)</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latin typeface="+mn-lt"/>
                          <a:ea typeface="+mn-ea"/>
                          <a:cs typeface="+mn-cs"/>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50315276"/>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Temperature (Degrees C)</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latin typeface="+mn-lt"/>
                          <a:ea typeface="+mn-ea"/>
                          <a:cs typeface="+mn-cs"/>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670352968"/>
                  </a:ext>
                </a:extLst>
              </a:tr>
              <a:tr h="4707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Forming depth (mm)</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10.80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976720619"/>
                  </a:ext>
                </a:extLst>
              </a:tr>
            </a:tbl>
          </a:graphicData>
        </a:graphic>
      </p:graphicFrame>
      <p:graphicFrame>
        <p:nvGraphicFramePr>
          <p:cNvPr id="5" name="Table 4">
            <a:extLst>
              <a:ext uri="{FF2B5EF4-FFF2-40B4-BE49-F238E27FC236}">
                <a16:creationId xmlns:a16="http://schemas.microsoft.com/office/drawing/2014/main" id="{2AEB51C0-08BB-8EF3-8CC4-A2C2FDF7827C}"/>
              </a:ext>
            </a:extLst>
          </p:cNvPr>
          <p:cNvGraphicFramePr>
            <a:graphicFrameLocks noGrp="1"/>
          </p:cNvGraphicFramePr>
          <p:nvPr>
            <p:extLst>
              <p:ext uri="{D42A27DB-BD31-4B8C-83A1-F6EECF244321}">
                <p14:modId xmlns:p14="http://schemas.microsoft.com/office/powerpoint/2010/main" val="2681191867"/>
              </p:ext>
            </p:extLst>
          </p:nvPr>
        </p:nvGraphicFramePr>
        <p:xfrm>
          <a:off x="84662" y="662741"/>
          <a:ext cx="4798874" cy="2756734"/>
        </p:xfrm>
        <a:graphic>
          <a:graphicData uri="http://schemas.openxmlformats.org/drawingml/2006/table">
            <a:tbl>
              <a:tblPr firstRow="1" bandRow="1">
                <a:tableStyleId>{21E4AEA4-8DFA-4A89-87EB-49C32662AFE0}</a:tableStyleId>
              </a:tblPr>
              <a:tblGrid>
                <a:gridCol w="3671817">
                  <a:extLst>
                    <a:ext uri="{9D8B030D-6E8A-4147-A177-3AD203B41FA5}">
                      <a16:colId xmlns:a16="http://schemas.microsoft.com/office/drawing/2014/main" val="2096699536"/>
                    </a:ext>
                  </a:extLst>
                </a:gridCol>
                <a:gridCol w="1127057">
                  <a:extLst>
                    <a:ext uri="{9D8B030D-6E8A-4147-A177-3AD203B41FA5}">
                      <a16:colId xmlns:a16="http://schemas.microsoft.com/office/drawing/2014/main" val="3695446986"/>
                    </a:ext>
                  </a:extLst>
                </a:gridCol>
              </a:tblGrid>
              <a:tr h="368445">
                <a:tc gridSpan="2">
                  <a:txBody>
                    <a:bodyPr/>
                    <a:lstStyle/>
                    <a:p>
                      <a:pPr algn="ctr"/>
                      <a:r>
                        <a:rPr kumimoji="1" lang="en-US" sz="2400" b="1" kern="1200">
                          <a:solidFill>
                            <a:schemeClr val="bg1"/>
                          </a:solidFill>
                          <a:latin typeface="+mn-lt"/>
                          <a:ea typeface="+mn-ea"/>
                          <a:cs typeface="+mn-cs"/>
                        </a:rPr>
                        <a:t>Tests Without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1590599431"/>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rPr>
                        <a:t>Test Number</a:t>
                      </a:r>
                      <a:endParaRPr lang="en-US" sz="2400" b="0">
                        <a:solidFill>
                          <a:schemeClr val="bg1"/>
                        </a:solidFill>
                        <a:latin typeface="+mn-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744325903"/>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Feed Rate (mm/min)</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solidFill>
                            <a:schemeClr val="bg1"/>
                          </a:solidFill>
                          <a:latin typeface="+mn-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32761368"/>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Spindle Speed (RPM)</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latin typeface="+mn-lt"/>
                          <a:ea typeface="+mn-ea"/>
                          <a:cs typeface="+mn-cs"/>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222265115"/>
                  </a:ext>
                </a:extLst>
              </a:tr>
              <a:tr h="3684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Temperature (Degrees C)</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latin typeface="+mn-lt"/>
                          <a:ea typeface="+mn-ea"/>
                          <a:cs typeface="+mn-cs"/>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685885221"/>
                  </a:ext>
                </a:extLst>
              </a:tr>
              <a:tr h="4707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b="0" kern="1200">
                          <a:solidFill>
                            <a:schemeClr val="bg1"/>
                          </a:solidFill>
                          <a:effectLst/>
                          <a:latin typeface="+mn-lt"/>
                          <a:ea typeface="+mn-ea"/>
                          <a:cs typeface="+mn-cs"/>
                        </a:rPr>
                        <a:t>Forming depth (mm)</a:t>
                      </a:r>
                      <a:endParaRPr kumimoji="1" lang="en-US" sz="2400" b="0" kern="1200">
                        <a:solidFill>
                          <a:schemeClr val="bg1"/>
                        </a:solidFill>
                        <a:latin typeface="+mn-lt"/>
                        <a:ea typeface="+mn-ea"/>
                        <a:cs typeface="+mn-cs"/>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2400" kern="1200">
                          <a:solidFill>
                            <a:schemeClr val="bg1"/>
                          </a:solidFill>
                          <a:latin typeface="+mn-lt"/>
                          <a:ea typeface="+mn-ea"/>
                          <a:cs typeface="+mn-cs"/>
                        </a:rPr>
                        <a:t>9.85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4261895"/>
                  </a:ext>
                </a:extLst>
              </a:tr>
            </a:tbl>
          </a:graphicData>
        </a:graphic>
      </p:graphicFrame>
    </p:spTree>
    <p:extLst>
      <p:ext uri="{BB962C8B-B14F-4D97-AF65-F5344CB8AC3E}">
        <p14:creationId xmlns:p14="http://schemas.microsoft.com/office/powerpoint/2010/main" val="2281730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56C31-4D66-EF06-8969-EE88F071FF2F}"/>
            </a:ext>
          </a:extLst>
        </p:cNvPr>
        <p:cNvGrpSpPr/>
        <p:nvPr/>
      </p:nvGrpSpPr>
      <p:grpSpPr>
        <a:xfrm>
          <a:off x="0" y="0"/>
          <a:ext cx="0" cy="0"/>
          <a:chOff x="0" y="0"/>
          <a:chExt cx="0" cy="0"/>
        </a:xfrm>
      </p:grpSpPr>
      <p:sp>
        <p:nvSpPr>
          <p:cNvPr id="15367" name="スライド番号プレースホルダ 3">
            <a:extLst>
              <a:ext uri="{FF2B5EF4-FFF2-40B4-BE49-F238E27FC236}">
                <a16:creationId xmlns:a16="http://schemas.microsoft.com/office/drawing/2014/main" id="{2FA27F54-5EC0-CFFE-E661-FDD1343B9B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C3F3518-D77B-4641-9CD1-C35D285CC1E2}" type="slidenum">
              <a:rPr lang="en-US" altLang="ja-JP" sz="1400"/>
              <a:t>13</a:t>
            </a:fld>
            <a:endParaRPr lang="en-US" altLang="ja-JP" sz="1400"/>
          </a:p>
        </p:txBody>
      </p:sp>
      <p:sp>
        <p:nvSpPr>
          <p:cNvPr id="15368" name="タイトル 11">
            <a:extLst>
              <a:ext uri="{FF2B5EF4-FFF2-40B4-BE49-F238E27FC236}">
                <a16:creationId xmlns:a16="http://schemas.microsoft.com/office/drawing/2014/main" id="{4195B749-EF0F-ECBD-C5F5-2BDF69A7CF42}"/>
              </a:ext>
            </a:extLst>
          </p:cNvPr>
          <p:cNvSpPr>
            <a:spLocks noGrp="1"/>
          </p:cNvSpPr>
          <p:nvPr>
            <p:ph type="title" idx="4294967295"/>
          </p:nvPr>
        </p:nvSpPr>
        <p:spPr/>
        <p:txBody>
          <a:bodyPr/>
          <a:lstStyle/>
          <a:p>
            <a:r>
              <a:rPr lang="en-US" altLang="ja-JP" sz="2800" b="1" dirty="0">
                <a:solidFill>
                  <a:schemeClr val="tx1"/>
                </a:solidFill>
              </a:rPr>
              <a:t>Conclusion</a:t>
            </a:r>
            <a:endParaRPr lang="ja-JP" altLang="en-US" sz="2000" b="1" dirty="0">
              <a:solidFill>
                <a:schemeClr val="tx1"/>
              </a:solidFill>
            </a:endParaRPr>
          </a:p>
        </p:txBody>
      </p:sp>
      <p:sp>
        <p:nvSpPr>
          <p:cNvPr id="6" name="TextBox 5">
            <a:extLst>
              <a:ext uri="{FF2B5EF4-FFF2-40B4-BE49-F238E27FC236}">
                <a16:creationId xmlns:a16="http://schemas.microsoft.com/office/drawing/2014/main" id="{7C459C9F-DE27-CF37-2C89-55109DEAF6FA}"/>
              </a:ext>
            </a:extLst>
          </p:cNvPr>
          <p:cNvSpPr txBox="1"/>
          <p:nvPr/>
        </p:nvSpPr>
        <p:spPr>
          <a:xfrm>
            <a:off x="580292" y="2305615"/>
            <a:ext cx="7983415" cy="2246769"/>
          </a:xfrm>
          <a:prstGeom prst="rect">
            <a:avLst/>
          </a:prstGeom>
          <a:noFill/>
        </p:spPr>
        <p:txBody>
          <a:bodyPr wrap="square" rtlCol="0">
            <a:spAutoFit/>
          </a:bodyPr>
          <a:lstStyle/>
          <a:p>
            <a:r>
              <a:rPr lang="en-US" dirty="0">
                <a:solidFill>
                  <a:schemeClr val="tx1"/>
                </a:solidFill>
                <a:latin typeface="+mj-lt"/>
              </a:rPr>
              <a:t>Concluding remarks:</a:t>
            </a:r>
          </a:p>
          <a:p>
            <a:pPr marL="457200" indent="-457200">
              <a:buFont typeface="Arial" panose="020B0604020202020204" pitchFamily="34" charset="0"/>
              <a:buChar char="•"/>
            </a:pPr>
            <a:r>
              <a:rPr lang="en-US" dirty="0">
                <a:solidFill>
                  <a:schemeClr val="tx1"/>
                </a:solidFill>
                <a:latin typeface="+mj-lt"/>
              </a:rPr>
              <a:t>99% reduction in generation time</a:t>
            </a:r>
          </a:p>
          <a:p>
            <a:pPr marL="457200" indent="-457200">
              <a:buFont typeface="Arial" panose="020B0604020202020204" pitchFamily="34" charset="0"/>
              <a:buChar char="•"/>
            </a:pPr>
            <a:r>
              <a:rPr lang="en-US" dirty="0">
                <a:solidFill>
                  <a:schemeClr val="tx1"/>
                </a:solidFill>
                <a:latin typeface="+mj-lt"/>
              </a:rPr>
              <a:t>5% margin of error</a:t>
            </a:r>
          </a:p>
          <a:p>
            <a:pPr marL="457200" indent="-457200">
              <a:buFont typeface="Arial" panose="020B0604020202020204" pitchFamily="34" charset="0"/>
              <a:buChar char="•"/>
            </a:pPr>
            <a:r>
              <a:rPr lang="en-US" dirty="0">
                <a:solidFill>
                  <a:schemeClr val="tx1"/>
                </a:solidFill>
                <a:latin typeface="+mj-lt"/>
              </a:rPr>
              <a:t>Forming conditions were consistent with the previous research</a:t>
            </a:r>
          </a:p>
        </p:txBody>
      </p:sp>
    </p:spTree>
    <p:extLst>
      <p:ext uri="{BB962C8B-B14F-4D97-AF65-F5344CB8AC3E}">
        <p14:creationId xmlns:p14="http://schemas.microsoft.com/office/powerpoint/2010/main" val="3399768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E3EB8-7128-02D1-E79D-246866BCA50F}"/>
            </a:ext>
          </a:extLst>
        </p:cNvPr>
        <p:cNvGrpSpPr/>
        <p:nvPr/>
      </p:nvGrpSpPr>
      <p:grpSpPr>
        <a:xfrm>
          <a:off x="0" y="0"/>
          <a:ext cx="0" cy="0"/>
          <a:chOff x="0" y="0"/>
          <a:chExt cx="0" cy="0"/>
        </a:xfrm>
      </p:grpSpPr>
      <p:sp>
        <p:nvSpPr>
          <p:cNvPr id="15367" name="スライド番号プレースホルダ 3">
            <a:extLst>
              <a:ext uri="{FF2B5EF4-FFF2-40B4-BE49-F238E27FC236}">
                <a16:creationId xmlns:a16="http://schemas.microsoft.com/office/drawing/2014/main" id="{3E0140CB-BFF4-BF7C-5DD6-7CCF5CD882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C3F3518-D77B-4641-9CD1-C35D285CC1E2}" type="slidenum">
              <a:rPr lang="en-US" altLang="ja-JP" sz="1400"/>
              <a:t>14</a:t>
            </a:fld>
            <a:endParaRPr lang="en-US" altLang="ja-JP" sz="1400"/>
          </a:p>
        </p:txBody>
      </p:sp>
      <p:sp>
        <p:nvSpPr>
          <p:cNvPr id="15368" name="タイトル 11">
            <a:extLst>
              <a:ext uri="{FF2B5EF4-FFF2-40B4-BE49-F238E27FC236}">
                <a16:creationId xmlns:a16="http://schemas.microsoft.com/office/drawing/2014/main" id="{872B57E3-D9D4-57E0-E7D7-5F05C184F8E8}"/>
              </a:ext>
            </a:extLst>
          </p:cNvPr>
          <p:cNvSpPr>
            <a:spLocks noGrp="1"/>
          </p:cNvSpPr>
          <p:nvPr>
            <p:ph type="title" idx="4294967295"/>
          </p:nvPr>
        </p:nvSpPr>
        <p:spPr/>
        <p:txBody>
          <a:bodyPr/>
          <a:lstStyle/>
          <a:p>
            <a:r>
              <a:rPr lang="en-US" altLang="ja-JP" sz="2800" b="1" dirty="0">
                <a:solidFill>
                  <a:schemeClr val="tx1"/>
                </a:solidFill>
              </a:rPr>
              <a:t>Future Work</a:t>
            </a:r>
            <a:endParaRPr lang="ja-JP" altLang="en-US" sz="2800" b="1" dirty="0">
              <a:solidFill>
                <a:schemeClr val="tx1"/>
              </a:solidFill>
            </a:endParaRPr>
          </a:p>
        </p:txBody>
      </p:sp>
      <p:sp>
        <p:nvSpPr>
          <p:cNvPr id="3" name="TextBox 2">
            <a:extLst>
              <a:ext uri="{FF2B5EF4-FFF2-40B4-BE49-F238E27FC236}">
                <a16:creationId xmlns:a16="http://schemas.microsoft.com/office/drawing/2014/main" id="{8AE1F0C9-C8D5-9D6E-65FD-C962657B62FF}"/>
              </a:ext>
            </a:extLst>
          </p:cNvPr>
          <p:cNvSpPr txBox="1"/>
          <p:nvPr/>
        </p:nvSpPr>
        <p:spPr>
          <a:xfrm>
            <a:off x="1256556" y="2090172"/>
            <a:ext cx="6935688" cy="3108543"/>
          </a:xfrm>
          <a:prstGeom prst="rect">
            <a:avLst/>
          </a:prstGeom>
          <a:noFill/>
        </p:spPr>
        <p:txBody>
          <a:bodyPr wrap="square">
            <a:spAutoFit/>
          </a:bodyPr>
          <a:lstStyle/>
          <a:p>
            <a:r>
              <a:rPr lang="en-US" dirty="0">
                <a:solidFill>
                  <a:schemeClr val="tx1"/>
                </a:solidFill>
              </a:rPr>
              <a:t>Future Work:</a:t>
            </a:r>
          </a:p>
          <a:p>
            <a:pPr marL="342900" indent="-342900">
              <a:buFont typeface="Arial" panose="020B0604020202020204" pitchFamily="34" charset="0"/>
              <a:buChar char="•"/>
            </a:pPr>
            <a:r>
              <a:rPr lang="en-US" dirty="0">
                <a:solidFill>
                  <a:schemeClr val="tx1"/>
                </a:solidFill>
              </a:rPr>
              <a:t>CAM System Optimization</a:t>
            </a:r>
          </a:p>
          <a:p>
            <a:pPr marL="800100" lvl="1" indent="-342900">
              <a:buFont typeface="Arial" panose="020B0604020202020204" pitchFamily="34" charset="0"/>
              <a:buChar char="•"/>
            </a:pPr>
            <a:r>
              <a:rPr lang="en-US" dirty="0">
                <a:solidFill>
                  <a:schemeClr val="tx1"/>
                </a:solidFill>
              </a:rPr>
              <a:t>Automatic Origin Detection</a:t>
            </a:r>
          </a:p>
          <a:p>
            <a:pPr marL="342900" indent="-342900">
              <a:buFont typeface="Arial" panose="020B0604020202020204" pitchFamily="34" charset="0"/>
              <a:buChar char="•"/>
            </a:pPr>
            <a:r>
              <a:rPr lang="en-US" dirty="0">
                <a:solidFill>
                  <a:schemeClr val="tx1"/>
                </a:solidFill>
              </a:rPr>
              <a:t>Setup Improvements </a:t>
            </a:r>
          </a:p>
          <a:p>
            <a:pPr marL="800100" lvl="1" indent="-342900">
              <a:buFont typeface="Arial" panose="020B0604020202020204" pitchFamily="34" charset="0"/>
              <a:buChar char="•"/>
            </a:pPr>
            <a:r>
              <a:rPr lang="en-US" dirty="0">
                <a:solidFill>
                  <a:schemeClr val="tx1"/>
                </a:solidFill>
              </a:rPr>
              <a:t>Cooling Methods for the Oil Bath</a:t>
            </a:r>
          </a:p>
          <a:p>
            <a:pPr marL="342900" indent="-342900">
              <a:buFont typeface="Arial" panose="020B0604020202020204" pitchFamily="34" charset="0"/>
              <a:buChar char="•"/>
            </a:pPr>
            <a:r>
              <a:rPr lang="en-US" dirty="0">
                <a:solidFill>
                  <a:schemeClr val="tx1"/>
                </a:solidFill>
              </a:rPr>
              <a:t>Analysis Enhancements</a:t>
            </a:r>
          </a:p>
          <a:p>
            <a:pPr marL="800100" lvl="1" indent="-342900">
              <a:buFont typeface="Arial" panose="020B0604020202020204" pitchFamily="34" charset="0"/>
              <a:buChar char="•"/>
            </a:pPr>
            <a:r>
              <a:rPr lang="en-US" dirty="0">
                <a:solidFill>
                  <a:schemeClr val="tx1"/>
                </a:solidFill>
              </a:rPr>
              <a:t>Acquiring a Better 3D Scanner</a:t>
            </a:r>
          </a:p>
        </p:txBody>
      </p:sp>
    </p:spTree>
    <p:extLst>
      <p:ext uri="{BB962C8B-B14F-4D97-AF65-F5344CB8AC3E}">
        <p14:creationId xmlns:p14="http://schemas.microsoft.com/office/powerpoint/2010/main" val="2145823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2F26E-E100-6669-B873-623EE5543BB6}"/>
            </a:ext>
          </a:extLst>
        </p:cNvPr>
        <p:cNvGrpSpPr/>
        <p:nvPr/>
      </p:nvGrpSpPr>
      <p:grpSpPr>
        <a:xfrm>
          <a:off x="0" y="0"/>
          <a:ext cx="0" cy="0"/>
          <a:chOff x="0" y="0"/>
          <a:chExt cx="0" cy="0"/>
        </a:xfrm>
      </p:grpSpPr>
      <p:sp>
        <p:nvSpPr>
          <p:cNvPr id="4098" name="スライド番号プレースホルダ 3">
            <a:extLst>
              <a:ext uri="{FF2B5EF4-FFF2-40B4-BE49-F238E27FC236}">
                <a16:creationId xmlns:a16="http://schemas.microsoft.com/office/drawing/2014/main" id="{7F7ABB5D-6F5C-9396-B52D-A76D418953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39876126-D985-4772-8A84-B4409020745C}" type="slidenum">
              <a:rPr lang="en-US" altLang="ja-JP" sz="1400" smtClean="0"/>
              <a:t>15</a:t>
            </a:fld>
            <a:endParaRPr lang="en-US" altLang="ja-JP" sz="1400"/>
          </a:p>
        </p:txBody>
      </p:sp>
      <p:pic>
        <p:nvPicPr>
          <p:cNvPr id="4099" name="Picture 4">
            <a:extLst>
              <a:ext uri="{FF2B5EF4-FFF2-40B4-BE49-F238E27FC236}">
                <a16:creationId xmlns:a16="http://schemas.microsoft.com/office/drawing/2014/main" id="{0408A30D-55CC-9F0F-6073-F28694CAC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0CB3B7D4-33C2-D6E9-A3A9-78AF9202036D}"/>
              </a:ext>
            </a:extLst>
          </p:cNvPr>
          <p:cNvSpPr txBox="1"/>
          <p:nvPr/>
        </p:nvSpPr>
        <p:spPr>
          <a:xfrm>
            <a:off x="0" y="685800"/>
            <a:ext cx="9144000" cy="5581015"/>
          </a:xfrm>
          <a:prstGeom prst="rect">
            <a:avLst/>
          </a:prstGeom>
          <a:noFill/>
        </p:spPr>
        <p:txBody>
          <a:bodyPr wrap="square">
            <a:spAutoFit/>
          </a:bodyPr>
          <a:lstStyle/>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Bagherifard</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Ghelichi</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R., &amp; Guagliano, M., "Shot peening: A review of the process and its applications,"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Journal of Materials Processing Technology</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vol. 258, pp. 188–202, 2018.</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2</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Duflou</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J. R.,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Habraken</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 M., Cao, J., Malhotra, R., Bambach, M., Adams, D., ... &amp; Merklein, M., "Single point incremental forming: An assessment of the progress and technology trends from 2005 to 2015,"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Journal of Manufacturing Processes</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vol. 28, no. 3, pp. 373–391, 2018.</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3</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Guttag, J. V.,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Introduction to computation and programming using Python</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3rd ed., The MIT Press, 2021.</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[4]</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Tatsuki Ikari, Hidetake Tanaka, Feasibility Study of Single-Point Incremental Forming for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DiscontinuousFiber</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CFRP using oil bath heating International Journal of Automation Technology, Vol. 18, No. 3, 433-443, 2024</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[5]</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Hidetake Tanaka,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Kippei</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Yamada and Tatsuki Ikari, Feasibility Study of Laser-assisted Incremental Forming for CFRTP based on 3D-CAD data, International Journal of Automation Technology, Vol. 17, No. 2, 144-155,2023</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6</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Mitsumori, T., "Development of incremental forming techniques for automotive CFRP components," Sophia University Technical Report, 2023.</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p:txBody>
      </p:sp>
      <p:sp>
        <p:nvSpPr>
          <p:cNvPr id="4" name="タイトル 11">
            <a:extLst>
              <a:ext uri="{FF2B5EF4-FFF2-40B4-BE49-F238E27FC236}">
                <a16:creationId xmlns:a16="http://schemas.microsoft.com/office/drawing/2014/main" id="{EA3B0A20-AB73-AEC0-BE8F-E95DF252C0E6}"/>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Citations</a:t>
            </a:r>
            <a:endParaRPr lang="ja-JP" altLang="en-US" sz="2000" b="1" kern="0">
              <a:solidFill>
                <a:schemeClr val="tx1"/>
              </a:solidFill>
            </a:endParaRPr>
          </a:p>
        </p:txBody>
      </p:sp>
    </p:spTree>
    <p:extLst>
      <p:ext uri="{BB962C8B-B14F-4D97-AF65-F5344CB8AC3E}">
        <p14:creationId xmlns:p14="http://schemas.microsoft.com/office/powerpoint/2010/main" val="3206680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FBF46-7E12-B12A-89A1-2871630252F5}"/>
            </a:ext>
          </a:extLst>
        </p:cNvPr>
        <p:cNvGrpSpPr/>
        <p:nvPr/>
      </p:nvGrpSpPr>
      <p:grpSpPr>
        <a:xfrm>
          <a:off x="0" y="0"/>
          <a:ext cx="0" cy="0"/>
          <a:chOff x="0" y="0"/>
          <a:chExt cx="0" cy="0"/>
        </a:xfrm>
      </p:grpSpPr>
      <p:sp>
        <p:nvSpPr>
          <p:cNvPr id="4098" name="スライド番号プレースホルダ 3">
            <a:extLst>
              <a:ext uri="{FF2B5EF4-FFF2-40B4-BE49-F238E27FC236}">
                <a16:creationId xmlns:a16="http://schemas.microsoft.com/office/drawing/2014/main" id="{034DB4F3-BB65-A025-8972-CCB7C97FD97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39876126-D985-4772-8A84-B4409020745C}" type="slidenum">
              <a:rPr lang="en-US" altLang="ja-JP" sz="1400" smtClean="0"/>
              <a:t>16</a:t>
            </a:fld>
            <a:endParaRPr lang="en-US" altLang="ja-JP" sz="1400"/>
          </a:p>
        </p:txBody>
      </p:sp>
      <p:pic>
        <p:nvPicPr>
          <p:cNvPr id="4099" name="Picture 4">
            <a:extLst>
              <a:ext uri="{FF2B5EF4-FFF2-40B4-BE49-F238E27FC236}">
                <a16:creationId xmlns:a16="http://schemas.microsoft.com/office/drawing/2014/main" id="{2AF9D7C1-9805-42CE-DA84-12187BD0A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タイトル 11">
            <a:extLst>
              <a:ext uri="{FF2B5EF4-FFF2-40B4-BE49-F238E27FC236}">
                <a16:creationId xmlns:a16="http://schemas.microsoft.com/office/drawing/2014/main" id="{4F2B67A5-2135-8E0F-ECEE-B6E7D38035AA}"/>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Citations</a:t>
            </a:r>
            <a:endParaRPr lang="ja-JP" altLang="en-US" sz="2000" b="1" kern="0">
              <a:solidFill>
                <a:schemeClr val="tx1"/>
              </a:solidFill>
            </a:endParaRPr>
          </a:p>
        </p:txBody>
      </p:sp>
      <p:sp>
        <p:nvSpPr>
          <p:cNvPr id="6" name="TextBox 5">
            <a:extLst>
              <a:ext uri="{FF2B5EF4-FFF2-40B4-BE49-F238E27FC236}">
                <a16:creationId xmlns:a16="http://schemas.microsoft.com/office/drawing/2014/main" id="{07F6BDED-7BFC-6015-EA67-34FE574A5964}"/>
              </a:ext>
            </a:extLst>
          </p:cNvPr>
          <p:cNvSpPr txBox="1"/>
          <p:nvPr/>
        </p:nvSpPr>
        <p:spPr>
          <a:xfrm>
            <a:off x="0" y="685800"/>
            <a:ext cx="9144000" cy="5632311"/>
          </a:xfrm>
          <a:prstGeom prst="rect">
            <a:avLst/>
          </a:prstGeom>
          <a:noFill/>
        </p:spPr>
        <p:txBody>
          <a:bodyPr wrap="square">
            <a:spAutoFit/>
          </a:bodyPr>
          <a:lstStyle/>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7</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Sharma, V., Sharma, V., &amp; Shukla, O. J.,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Principles and practices of CAD/CAM</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Katson</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Books, 2014.</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8</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Shovic</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J. C., &amp; Simpson, A.,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Python all-in-one for dummies</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Wiley, 2021.</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9</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Smid, P.,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CNC programming techniques</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Industrial Press, 2006.</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10</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Tanata</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H., "Carbon-fiber-reinforced-polymer manufacturing techniques," Sophia University Technical Report, 2023.</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11</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"Radiolucent Carbon Fiber–Reinforced Pedicle Screws for Treatment of Spinal Tumors: Advantages for Radiation Planning and Follow-Up Imaging," ScienceDirect.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a:t>
            </a:r>
            <a:r>
              <a:rPr lang="en-US" sz="2000" u="sng"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hlinkClick r:id="rId4">
                  <a:extLst>
                    <a:ext uri="{A12FA001-AC4F-418D-AE19-62706E023703}">
                      <ahyp:hlinkClr xmlns:ahyp="http://schemas.microsoft.com/office/drawing/2018/hyperlinkcolor" val="tx"/>
                    </a:ext>
                  </a:extLst>
                </a:hlinkClick>
              </a:rPr>
              <a:t>https://www.sciencedirect.com/science/article/abs/pii/S1878875017305971</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12</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"State of the Art in Incremental Forming," PMC.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a:t>
            </a:r>
            <a:r>
              <a:rPr lang="en-US" sz="2000" u="sng"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hlinkClick r:id="rId5">
                  <a:extLst>
                    <a:ext uri="{A12FA001-AC4F-418D-AE19-62706E023703}">
                      <ahyp:hlinkClr xmlns:ahyp="http://schemas.microsoft.com/office/drawing/2018/hyperlinkcolor" val="tx"/>
                    </a:ext>
                  </a:extLst>
                </a:hlinkClick>
              </a:rPr>
              <a:t>https://pmc.ncbi.nlm.nih.gov/articles/PMC11642863/</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13</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"Incremental Forming," ScienceDirect.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a:t>
            </a:r>
            <a:r>
              <a:rPr lang="en-US" sz="2000" u="sng"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hlinkClick r:id="rId6">
                  <a:extLst>
                    <a:ext uri="{A12FA001-AC4F-418D-AE19-62706E023703}">
                      <ahyp:hlinkClr xmlns:ahyp="http://schemas.microsoft.com/office/drawing/2018/hyperlinkcolor" val="tx"/>
                    </a:ext>
                  </a:extLst>
                </a:hlinkClick>
              </a:rPr>
              <a:t>https://www.sciencedirect.com/topics/engineering/incremental-forming</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2964092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540-224C-240F-3578-841A678D7B20}"/>
            </a:ext>
          </a:extLst>
        </p:cNvPr>
        <p:cNvGrpSpPr/>
        <p:nvPr/>
      </p:nvGrpSpPr>
      <p:grpSpPr>
        <a:xfrm>
          <a:off x="0" y="0"/>
          <a:ext cx="0" cy="0"/>
          <a:chOff x="0" y="0"/>
          <a:chExt cx="0" cy="0"/>
        </a:xfrm>
      </p:grpSpPr>
      <p:sp>
        <p:nvSpPr>
          <p:cNvPr id="4098" name="スライド番号プレースホルダ 3">
            <a:extLst>
              <a:ext uri="{FF2B5EF4-FFF2-40B4-BE49-F238E27FC236}">
                <a16:creationId xmlns:a16="http://schemas.microsoft.com/office/drawing/2014/main" id="{6FA38C2D-1277-C7C7-B3D7-92159596B1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39876126-D985-4772-8A84-B4409020745C}" type="slidenum">
              <a:rPr lang="en-US" altLang="ja-JP" sz="1400" smtClean="0"/>
              <a:t>17</a:t>
            </a:fld>
            <a:endParaRPr lang="en-US" altLang="ja-JP" sz="1400"/>
          </a:p>
        </p:txBody>
      </p:sp>
      <p:pic>
        <p:nvPicPr>
          <p:cNvPr id="4099" name="Picture 4">
            <a:extLst>
              <a:ext uri="{FF2B5EF4-FFF2-40B4-BE49-F238E27FC236}">
                <a16:creationId xmlns:a16="http://schemas.microsoft.com/office/drawing/2014/main" id="{BE7E538D-EF91-14DD-F730-C06276AD4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071563"/>
            <a:ext cx="4340225"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タイトル 11">
            <a:extLst>
              <a:ext uri="{FF2B5EF4-FFF2-40B4-BE49-F238E27FC236}">
                <a16:creationId xmlns:a16="http://schemas.microsoft.com/office/drawing/2014/main" id="{992E2D74-36DB-8C0E-568A-864E4065E078}"/>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Citations</a:t>
            </a:r>
            <a:endParaRPr lang="ja-JP" altLang="en-US" sz="2000" b="1" kern="0">
              <a:solidFill>
                <a:schemeClr val="tx1"/>
              </a:solidFill>
            </a:endParaRPr>
          </a:p>
        </p:txBody>
      </p:sp>
      <p:sp>
        <p:nvSpPr>
          <p:cNvPr id="3" name="TextBox 2">
            <a:extLst>
              <a:ext uri="{FF2B5EF4-FFF2-40B4-BE49-F238E27FC236}">
                <a16:creationId xmlns:a16="http://schemas.microsoft.com/office/drawing/2014/main" id="{590C2EA5-5BB6-07C5-B0A6-705DFF010300}"/>
              </a:ext>
            </a:extLst>
          </p:cNvPr>
          <p:cNvSpPr txBox="1"/>
          <p:nvPr/>
        </p:nvSpPr>
        <p:spPr>
          <a:xfrm>
            <a:off x="0" y="685800"/>
            <a:ext cx="9144000" cy="3272691"/>
          </a:xfrm>
          <a:prstGeom prst="rect">
            <a:avLst/>
          </a:prstGeom>
          <a:noFill/>
        </p:spPr>
        <p:txBody>
          <a:bodyPr wrap="square">
            <a:spAutoFit/>
          </a:bodyPr>
          <a:lstStyle/>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14</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"The technology of Incremental Sheet Forming—A brief review of the history," ScienceDirect.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https://www.sciencedirect.com/science/article/abs/pii/S0924013610000555 (Last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15</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Bachmann, J., Hidalgo, C., &amp; </a:t>
            </a:r>
            <a:r>
              <a:rPr lang="en-US" sz="2000" kern="0" err="1">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Bricout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S., "Environmental analysis of innovative sustainable composites with potential use in aviation sector—A life cycle assessment review," </a:t>
            </a:r>
            <a:r>
              <a:rPr lang="en-US" sz="2000" i="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Science China Technological Sciences</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vol. 60, pp. 1301–1317, 2017.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a:p>
            <a:pPr marL="457200" marR="0" indent="-457200" algn="l">
              <a:spcAft>
                <a:spcPts val="400"/>
              </a:spcAft>
              <a:buNone/>
            </a:pP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16</a:t>
            </a:r>
            <a:r>
              <a:rPr lang="ja-JP" sz="2000" b="1"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"Product Page for 61-3235-86," Axel Global. [</a:t>
            </a:r>
            <a:r>
              <a:rPr lang="ja-JP"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オンライン</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Available: </a:t>
            </a:r>
            <a:r>
              <a:rPr lang="en-US" sz="2000" u="sng"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hlinkClick r:id="rId4">
                  <a:extLst>
                    <a:ext uri="{A12FA001-AC4F-418D-AE19-62706E023703}">
                      <ahyp:hlinkClr xmlns:ahyp="http://schemas.microsoft.com/office/drawing/2018/hyperlinkcolor" val="tx"/>
                    </a:ext>
                  </a:extLst>
                </a:hlinkClick>
              </a:rPr>
              <a:t>https://www.axel-gl.com/en/asone/d/61-3235-86/</a:t>
            </a:r>
            <a:r>
              <a:rPr lang="en-US" sz="2000" kern="0">
                <a:solidFill>
                  <a:schemeClr val="tx1"/>
                </a:solidFill>
                <a:effectLst/>
                <a:latin typeface="Times New Roman" panose="02020603050405020304" pitchFamily="18" charset="0"/>
                <a:ea typeface="MS PMincho" panose="02020600040205080304" pitchFamily="18" charset="-128"/>
                <a:cs typeface="Times New Roman" panose="02020603050405020304" pitchFamily="18" charset="0"/>
              </a:rPr>
              <a:t> (Last accessed on 2024/07/07)</a:t>
            </a:r>
            <a:endParaRPr lang="en-US" sz="2000" kern="100">
              <a:solidFill>
                <a:schemeClr val="tx1"/>
              </a:solidFill>
              <a:effectLst/>
              <a:latin typeface="Aptos" panose="020B0004020202020204" pitchFamily="34"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1027383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EBC84E-3B15-22A5-2500-61B47D8F454D}"/>
              </a:ext>
            </a:extLst>
          </p:cNvPr>
          <p:cNvSpPr>
            <a:spLocks noGrp="1"/>
          </p:cNvSpPr>
          <p:nvPr>
            <p:ph type="sldNum" sz="quarter" idx="12"/>
          </p:nvPr>
        </p:nvSpPr>
        <p:spPr/>
        <p:txBody>
          <a:bodyPr/>
          <a:lstStyle/>
          <a:p>
            <a:r>
              <a:rPr lang="en-US" altLang="ja-JP"/>
              <a:t>No.</a:t>
            </a:r>
            <a:fld id="{721ED71F-7F3A-4A9C-A5EC-5516A79DC590}" type="slidenum">
              <a:rPr lang="en-US" altLang="ja-JP" smtClean="0"/>
              <a:pPr/>
              <a:t>18</a:t>
            </a:fld>
            <a:endParaRPr lang="en-US" altLang="ja-JP"/>
          </a:p>
        </p:txBody>
      </p:sp>
    </p:spTree>
    <p:extLst>
      <p:ext uri="{BB962C8B-B14F-4D97-AF65-F5344CB8AC3E}">
        <p14:creationId xmlns:p14="http://schemas.microsoft.com/office/powerpoint/2010/main" val="3695274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7" name="タイトル 14">
            <a:extLst>
              <a:ext uri="{FF2B5EF4-FFF2-40B4-BE49-F238E27FC236}">
                <a16:creationId xmlns:a16="http://schemas.microsoft.com/office/drawing/2014/main" id="{697738B7-B5FA-92B7-7DD3-9DC14DC18D54}"/>
              </a:ext>
            </a:extLst>
          </p:cNvPr>
          <p:cNvSpPr>
            <a:spLocks noGrp="1"/>
          </p:cNvSpPr>
          <p:nvPr>
            <p:ph type="title" idx="4294967295"/>
          </p:nvPr>
        </p:nvSpPr>
        <p:spPr/>
        <p:txBody>
          <a:bodyPr/>
          <a:lstStyle/>
          <a:p>
            <a:r>
              <a:rPr lang="en-US" altLang="ja-JP" sz="2800" b="1">
                <a:solidFill>
                  <a:schemeClr val="tx1"/>
                </a:solidFill>
              </a:rPr>
              <a:t>Background Information</a:t>
            </a:r>
            <a:endParaRPr lang="ja-JP" altLang="en-US" sz="2800" b="1">
              <a:solidFill>
                <a:schemeClr val="tx1"/>
              </a:solidFill>
            </a:endParaRPr>
          </a:p>
        </p:txBody>
      </p:sp>
      <p:sp>
        <p:nvSpPr>
          <p:cNvPr id="2" name="スライド番号プレースホルダ 1">
            <a:extLst>
              <a:ext uri="{FF2B5EF4-FFF2-40B4-BE49-F238E27FC236}">
                <a16:creationId xmlns:a16="http://schemas.microsoft.com/office/drawing/2014/main" id="{0AD39C3C-D467-BDD9-0D52-C2889D88E3C7}"/>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08695B34-3C46-4EDB-BC8A-D48C0EA05113}" type="slidenum">
              <a:rPr lang="en-US" altLang="ja-JP" sz="1400" smtClean="0"/>
              <a:t>19</a:t>
            </a:fld>
            <a:endParaRPr lang="en-US" altLang="ja-JP" sz="1400"/>
          </a:p>
        </p:txBody>
      </p:sp>
      <p:sp>
        <p:nvSpPr>
          <p:cNvPr id="9" name="TextBox 8">
            <a:extLst>
              <a:ext uri="{FF2B5EF4-FFF2-40B4-BE49-F238E27FC236}">
                <a16:creationId xmlns:a16="http://schemas.microsoft.com/office/drawing/2014/main" id="{02777AF6-5F16-A6AC-CE44-B1B0A468AC41}"/>
              </a:ext>
            </a:extLst>
          </p:cNvPr>
          <p:cNvSpPr txBox="1"/>
          <p:nvPr/>
        </p:nvSpPr>
        <p:spPr>
          <a:xfrm>
            <a:off x="533400" y="609600"/>
            <a:ext cx="10077620" cy="1384995"/>
          </a:xfrm>
          <a:prstGeom prst="rect">
            <a:avLst/>
          </a:prstGeom>
          <a:noFill/>
        </p:spPr>
        <p:txBody>
          <a:bodyPr wrap="square" rtlCol="0">
            <a:spAutoFit/>
          </a:bodyPr>
          <a:lstStyle/>
          <a:p>
            <a:r>
              <a:rPr lang="en-US"/>
              <a:t>What is CAD and CAM</a:t>
            </a:r>
          </a:p>
          <a:p>
            <a:pPr marL="457200" indent="-457200">
              <a:buFont typeface="Arial" panose="020B0604020202020204" pitchFamily="34" charset="0"/>
              <a:buChar char="•"/>
            </a:pPr>
            <a:r>
              <a:rPr lang="en-US"/>
              <a:t>CAD (Computer Aided Design)</a:t>
            </a:r>
          </a:p>
          <a:p>
            <a:pPr marL="457200" indent="-457200">
              <a:buFont typeface="Arial" panose="020B0604020202020204" pitchFamily="34" charset="0"/>
              <a:buChar char="•"/>
            </a:pPr>
            <a:r>
              <a:rPr lang="en-US"/>
              <a:t>CAM (Computer Aided Machining)</a:t>
            </a:r>
          </a:p>
        </p:txBody>
      </p:sp>
      <p:sp>
        <p:nvSpPr>
          <p:cNvPr id="15" name="TextBox 14">
            <a:extLst>
              <a:ext uri="{FF2B5EF4-FFF2-40B4-BE49-F238E27FC236}">
                <a16:creationId xmlns:a16="http://schemas.microsoft.com/office/drawing/2014/main" id="{92213F08-713F-4A8B-BCA8-589E90E756F4}"/>
              </a:ext>
            </a:extLst>
          </p:cNvPr>
          <p:cNvSpPr txBox="1"/>
          <p:nvPr/>
        </p:nvSpPr>
        <p:spPr>
          <a:xfrm>
            <a:off x="886338" y="5293496"/>
            <a:ext cx="3672408" cy="523220"/>
          </a:xfrm>
          <a:prstGeom prst="rect">
            <a:avLst/>
          </a:prstGeom>
          <a:noFill/>
        </p:spPr>
        <p:txBody>
          <a:bodyPr wrap="square" rtlCol="0">
            <a:spAutoFit/>
          </a:bodyPr>
          <a:lstStyle/>
          <a:p>
            <a:pPr algn="ctr"/>
            <a:r>
              <a:rPr lang="en-US"/>
              <a:t>CAD</a:t>
            </a:r>
          </a:p>
        </p:txBody>
      </p:sp>
      <p:sp>
        <p:nvSpPr>
          <p:cNvPr id="16" name="TextBox 15">
            <a:extLst>
              <a:ext uri="{FF2B5EF4-FFF2-40B4-BE49-F238E27FC236}">
                <a16:creationId xmlns:a16="http://schemas.microsoft.com/office/drawing/2014/main" id="{6D650C02-243E-DEBA-AB1C-7A24D596566E}"/>
              </a:ext>
            </a:extLst>
          </p:cNvPr>
          <p:cNvSpPr txBox="1"/>
          <p:nvPr/>
        </p:nvSpPr>
        <p:spPr>
          <a:xfrm>
            <a:off x="5449774" y="5306911"/>
            <a:ext cx="3672408" cy="523220"/>
          </a:xfrm>
          <a:prstGeom prst="rect">
            <a:avLst/>
          </a:prstGeom>
          <a:noFill/>
        </p:spPr>
        <p:txBody>
          <a:bodyPr wrap="square" rtlCol="0">
            <a:spAutoFit/>
          </a:bodyPr>
          <a:lstStyle/>
          <a:p>
            <a:pPr algn="ctr"/>
            <a:r>
              <a:rPr lang="en-US"/>
              <a:t>CAM</a:t>
            </a:r>
          </a:p>
        </p:txBody>
      </p:sp>
      <p:pic>
        <p:nvPicPr>
          <p:cNvPr id="4" name="Picture 3" descr="A close up of a logo&#10;&#10;AI-generated content may be incorrect.">
            <a:extLst>
              <a:ext uri="{FF2B5EF4-FFF2-40B4-BE49-F238E27FC236}">
                <a16:creationId xmlns:a16="http://schemas.microsoft.com/office/drawing/2014/main" id="{1C1CA815-F7AB-030A-3F97-0B32F31AC2CD}"/>
              </a:ext>
            </a:extLst>
          </p:cNvPr>
          <p:cNvPicPr>
            <a:picLocks noChangeAspect="1"/>
          </p:cNvPicPr>
          <p:nvPr/>
        </p:nvPicPr>
        <p:blipFill>
          <a:blip r:embed="rId3">
            <a:extLst>
              <a:ext uri="{28A0092B-C50C-407E-A947-70E740481C1C}">
                <a14:useLocalDpi xmlns:a14="http://schemas.microsoft.com/office/drawing/2010/main" val="0"/>
              </a:ext>
            </a:extLst>
          </a:blip>
          <a:srcRect r="4251"/>
          <a:stretch>
            <a:fillRect/>
          </a:stretch>
        </p:blipFill>
        <p:spPr>
          <a:xfrm>
            <a:off x="561088" y="3164677"/>
            <a:ext cx="4322907" cy="1514475"/>
          </a:xfrm>
          <a:prstGeom prst="rect">
            <a:avLst/>
          </a:prstGeom>
        </p:spPr>
      </p:pic>
      <p:pic>
        <p:nvPicPr>
          <p:cNvPr id="6" name="Picture 5" descr="A large machine with buttons and a screen&#10;&#10;AI-generated content may be incorrect.">
            <a:extLst>
              <a:ext uri="{FF2B5EF4-FFF2-40B4-BE49-F238E27FC236}">
                <a16:creationId xmlns:a16="http://schemas.microsoft.com/office/drawing/2014/main" id="{50A99597-7649-DB11-0596-8146579AEC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4308" y="2656667"/>
            <a:ext cx="3743339" cy="253049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1C67-E5D2-EEF5-B0BF-76F98A8DC380}"/>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B677060C-BE39-E729-22C1-22C2132ED53E}"/>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4E743043-C325-4860-B4D7-407FF6919FEB}" type="slidenum">
              <a:rPr lang="en-US" altLang="ja-JP" sz="1400"/>
              <a:pPr>
                <a:spcBef>
                  <a:spcPct val="0"/>
                </a:spcBef>
                <a:buFontTx/>
                <a:buNone/>
              </a:pPr>
              <a:t>20</a:t>
            </a:fld>
            <a:endParaRPr lang="en-US" altLang="ja-JP" sz="1400"/>
          </a:p>
        </p:txBody>
      </p:sp>
      <p:sp>
        <p:nvSpPr>
          <p:cNvPr id="4" name="タイトル 14">
            <a:extLst>
              <a:ext uri="{FF2B5EF4-FFF2-40B4-BE49-F238E27FC236}">
                <a16:creationId xmlns:a16="http://schemas.microsoft.com/office/drawing/2014/main" id="{0C995479-25EE-CA0C-8634-9A1AE1CF68BE}"/>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Background Information </a:t>
            </a:r>
            <a:r>
              <a:rPr lang="en-US" altLang="ja-JP" sz="2000" b="1" kern="0">
                <a:solidFill>
                  <a:schemeClr val="tx1"/>
                </a:solidFill>
              </a:rPr>
              <a:t>Additional information</a:t>
            </a:r>
            <a:endParaRPr lang="ja-JP" altLang="en-US" sz="2000" b="1" kern="0">
              <a:solidFill>
                <a:schemeClr val="tx1"/>
              </a:solidFill>
            </a:endParaRPr>
          </a:p>
        </p:txBody>
      </p:sp>
      <p:sp>
        <p:nvSpPr>
          <p:cNvPr id="5" name="TextBox 4">
            <a:extLst>
              <a:ext uri="{FF2B5EF4-FFF2-40B4-BE49-F238E27FC236}">
                <a16:creationId xmlns:a16="http://schemas.microsoft.com/office/drawing/2014/main" id="{4E961818-BD2F-8070-AAFA-AC4DC712D870}"/>
              </a:ext>
            </a:extLst>
          </p:cNvPr>
          <p:cNvSpPr txBox="1"/>
          <p:nvPr/>
        </p:nvSpPr>
        <p:spPr>
          <a:xfrm>
            <a:off x="533400" y="534605"/>
            <a:ext cx="7770889" cy="954107"/>
          </a:xfrm>
          <a:prstGeom prst="rect">
            <a:avLst/>
          </a:prstGeom>
          <a:noFill/>
        </p:spPr>
        <p:txBody>
          <a:bodyPr wrap="square" rtlCol="0">
            <a:spAutoFit/>
          </a:bodyPr>
          <a:lstStyle/>
          <a:p>
            <a:r>
              <a:rPr lang="en-US"/>
              <a:t>Carbon Fiber Reinforced Thermoplastic (CFRTP)</a:t>
            </a:r>
          </a:p>
        </p:txBody>
      </p:sp>
      <p:pic>
        <p:nvPicPr>
          <p:cNvPr id="6" name="Picture 5">
            <a:extLst>
              <a:ext uri="{FF2B5EF4-FFF2-40B4-BE49-F238E27FC236}">
                <a16:creationId xmlns:a16="http://schemas.microsoft.com/office/drawing/2014/main" id="{193B747C-8865-9635-102B-4C7882A41A1C}"/>
              </a:ext>
            </a:extLst>
          </p:cNvPr>
          <p:cNvPicPr>
            <a:picLocks noChangeAspect="1"/>
          </p:cNvPicPr>
          <p:nvPr/>
        </p:nvPicPr>
        <p:blipFill>
          <a:blip r:embed="rId3">
            <a:extLst>
              <a:ext uri="{28A0092B-C50C-407E-A947-70E740481C1C}">
                <a14:useLocalDpi xmlns:a14="http://schemas.microsoft.com/office/drawing/2010/main" val="0"/>
              </a:ext>
            </a:extLst>
          </a:blip>
          <a:srcRect l="2466" r="2466"/>
          <a:stretch>
            <a:fillRect/>
          </a:stretch>
        </p:blipFill>
        <p:spPr>
          <a:xfrm>
            <a:off x="5247872" y="3429000"/>
            <a:ext cx="3525056" cy="2620252"/>
          </a:xfrm>
          <a:prstGeom prst="rect">
            <a:avLst/>
          </a:prstGeom>
        </p:spPr>
      </p:pic>
      <p:pic>
        <p:nvPicPr>
          <p:cNvPr id="8" name="Picture 7">
            <a:extLst>
              <a:ext uri="{FF2B5EF4-FFF2-40B4-BE49-F238E27FC236}">
                <a16:creationId xmlns:a16="http://schemas.microsoft.com/office/drawing/2014/main" id="{C1F614B7-74A3-9308-392D-5E44DF9E4B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0220" y="1321573"/>
            <a:ext cx="3525055" cy="1982843"/>
          </a:xfrm>
          <a:prstGeom prst="rect">
            <a:avLst/>
          </a:prstGeom>
        </p:spPr>
      </p:pic>
      <p:pic>
        <p:nvPicPr>
          <p:cNvPr id="12" name="Picture 11">
            <a:extLst>
              <a:ext uri="{FF2B5EF4-FFF2-40B4-BE49-F238E27FC236}">
                <a16:creationId xmlns:a16="http://schemas.microsoft.com/office/drawing/2014/main" id="{7EBAAF02-C605-1CF9-2016-4A09460A9A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566" y="3400400"/>
            <a:ext cx="3529584" cy="2647188"/>
          </a:xfrm>
          <a:prstGeom prst="rect">
            <a:avLst/>
          </a:prstGeom>
        </p:spPr>
      </p:pic>
      <p:sp>
        <p:nvSpPr>
          <p:cNvPr id="3" name="TextBox 2">
            <a:extLst>
              <a:ext uri="{FF2B5EF4-FFF2-40B4-BE49-F238E27FC236}">
                <a16:creationId xmlns:a16="http://schemas.microsoft.com/office/drawing/2014/main" id="{EE3D0ADF-3804-804D-0200-9389B2D5A18C}"/>
              </a:ext>
            </a:extLst>
          </p:cNvPr>
          <p:cNvSpPr txBox="1"/>
          <p:nvPr/>
        </p:nvSpPr>
        <p:spPr>
          <a:xfrm>
            <a:off x="832859" y="2845212"/>
            <a:ext cx="7770889" cy="523220"/>
          </a:xfrm>
          <a:prstGeom prst="rect">
            <a:avLst/>
          </a:prstGeom>
          <a:noFill/>
        </p:spPr>
        <p:txBody>
          <a:bodyPr wrap="square" rtlCol="0">
            <a:spAutoFit/>
          </a:bodyPr>
          <a:lstStyle/>
          <a:p>
            <a:pPr algn="ctr"/>
            <a:r>
              <a:rPr lang="en-US"/>
              <a:t>Lamborghini Aventador CFTP parts</a:t>
            </a:r>
          </a:p>
        </p:txBody>
      </p:sp>
    </p:spTree>
    <p:extLst>
      <p:ext uri="{BB962C8B-B14F-4D97-AF65-F5344CB8AC3E}">
        <p14:creationId xmlns:p14="http://schemas.microsoft.com/office/powerpoint/2010/main" val="949119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6277C-4410-CE80-AA33-D97379C3A791}"/>
            </a:ext>
          </a:extLst>
        </p:cNvPr>
        <p:cNvGrpSpPr/>
        <p:nvPr/>
      </p:nvGrpSpPr>
      <p:grpSpPr>
        <a:xfrm>
          <a:off x="0" y="0"/>
          <a:ext cx="0" cy="0"/>
          <a:chOff x="0" y="0"/>
          <a:chExt cx="0" cy="0"/>
        </a:xfrm>
      </p:grpSpPr>
      <p:sp>
        <p:nvSpPr>
          <p:cNvPr id="2" name="スライド番号プレースホルダ 1">
            <a:extLst>
              <a:ext uri="{FF2B5EF4-FFF2-40B4-BE49-F238E27FC236}">
                <a16:creationId xmlns:a16="http://schemas.microsoft.com/office/drawing/2014/main" id="{1A272C1C-E047-EE46-1E53-C6AA4A2A8CC4}"/>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74899461-A80B-40EA-98A7-EC472553AB2B}" type="slidenum">
              <a:rPr lang="en-US" altLang="ja-JP" sz="1400" smtClean="0"/>
              <a:t>21</a:t>
            </a:fld>
            <a:endParaRPr lang="en-US" altLang="ja-JP" sz="1400"/>
          </a:p>
        </p:txBody>
      </p:sp>
      <p:grpSp>
        <p:nvGrpSpPr>
          <p:cNvPr id="7" name="Group 6">
            <a:extLst>
              <a:ext uri="{FF2B5EF4-FFF2-40B4-BE49-F238E27FC236}">
                <a16:creationId xmlns:a16="http://schemas.microsoft.com/office/drawing/2014/main" id="{1BDFC1AA-D873-2A1E-D142-65DB876FD762}"/>
              </a:ext>
            </a:extLst>
          </p:cNvPr>
          <p:cNvGrpSpPr/>
          <p:nvPr/>
        </p:nvGrpSpPr>
        <p:grpSpPr>
          <a:xfrm>
            <a:off x="63158" y="900917"/>
            <a:ext cx="3744416" cy="2609933"/>
            <a:chOff x="-1903297" y="-1244762"/>
            <a:chExt cx="6268277" cy="4811507"/>
          </a:xfrm>
        </p:grpSpPr>
        <p:sp>
          <p:nvSpPr>
            <p:cNvPr id="8" name="TextBox 7">
              <a:extLst>
                <a:ext uri="{FF2B5EF4-FFF2-40B4-BE49-F238E27FC236}">
                  <a16:creationId xmlns:a16="http://schemas.microsoft.com/office/drawing/2014/main" id="{F9F2D9BA-5082-5C1F-64BC-EF7A7C306D61}"/>
                </a:ext>
              </a:extLst>
            </p:cNvPr>
            <p:cNvSpPr txBox="1"/>
            <p:nvPr/>
          </p:nvSpPr>
          <p:spPr>
            <a:xfrm>
              <a:off x="267116" y="2602170"/>
              <a:ext cx="1853816" cy="964575"/>
            </a:xfrm>
            <a:prstGeom prst="rect">
              <a:avLst/>
            </a:prstGeom>
            <a:noFill/>
          </p:spPr>
          <p:txBody>
            <a:bodyPr wrap="square" rtlCol="0">
              <a:spAutoFit/>
            </a:bodyPr>
            <a:lstStyle/>
            <a:p>
              <a:pPr algn="ctr"/>
              <a:r>
                <a:rPr lang="en-US">
                  <a:solidFill>
                    <a:schemeClr val="tx1"/>
                  </a:solidFill>
                </a:rPr>
                <a:t>CAD</a:t>
              </a:r>
            </a:p>
          </p:txBody>
        </p:sp>
        <p:pic>
          <p:nvPicPr>
            <p:cNvPr id="3" name="Picture 2" descr="A computer screen shot of a grey object&#10;&#10;AI-generated content may be incorrect.">
              <a:extLst>
                <a:ext uri="{FF2B5EF4-FFF2-40B4-BE49-F238E27FC236}">
                  <a16:creationId xmlns:a16="http://schemas.microsoft.com/office/drawing/2014/main" id="{3DC6D264-7C9F-1F68-00C7-1E264E631D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3297" y="-1244762"/>
              <a:ext cx="6268277" cy="3811536"/>
            </a:xfrm>
            <a:prstGeom prst="rect">
              <a:avLst/>
            </a:prstGeom>
          </p:spPr>
        </p:pic>
      </p:grpSp>
      <p:grpSp>
        <p:nvGrpSpPr>
          <p:cNvPr id="19" name="Group 18">
            <a:extLst>
              <a:ext uri="{FF2B5EF4-FFF2-40B4-BE49-F238E27FC236}">
                <a16:creationId xmlns:a16="http://schemas.microsoft.com/office/drawing/2014/main" id="{2C005B49-70FF-A2E0-EFBB-2116055C537C}"/>
              </a:ext>
            </a:extLst>
          </p:cNvPr>
          <p:cNvGrpSpPr/>
          <p:nvPr/>
        </p:nvGrpSpPr>
        <p:grpSpPr>
          <a:xfrm>
            <a:off x="5629774" y="900917"/>
            <a:ext cx="3465580" cy="2541700"/>
            <a:chOff x="5758554" y="3667417"/>
            <a:chExt cx="3465580" cy="2541700"/>
          </a:xfrm>
        </p:grpSpPr>
        <p:sp>
          <p:nvSpPr>
            <p:cNvPr id="14" name="TextBox 13">
              <a:extLst>
                <a:ext uri="{FF2B5EF4-FFF2-40B4-BE49-F238E27FC236}">
                  <a16:creationId xmlns:a16="http://schemas.microsoft.com/office/drawing/2014/main" id="{A4DE1280-DD0E-7DDD-2726-CA9888C4159B}"/>
                </a:ext>
              </a:extLst>
            </p:cNvPr>
            <p:cNvSpPr txBox="1"/>
            <p:nvPr/>
          </p:nvSpPr>
          <p:spPr>
            <a:xfrm>
              <a:off x="6564436" y="5685897"/>
              <a:ext cx="1853816" cy="523220"/>
            </a:xfrm>
            <a:prstGeom prst="rect">
              <a:avLst/>
            </a:prstGeom>
            <a:noFill/>
          </p:spPr>
          <p:txBody>
            <a:bodyPr wrap="square" rtlCol="0">
              <a:spAutoFit/>
            </a:bodyPr>
            <a:lstStyle/>
            <a:p>
              <a:pPr algn="ctr"/>
              <a:r>
                <a:rPr lang="en-US">
                  <a:solidFill>
                    <a:schemeClr val="tx1"/>
                  </a:solidFill>
                </a:rPr>
                <a:t>Forming</a:t>
              </a:r>
            </a:p>
          </p:txBody>
        </p:sp>
        <p:pic>
          <p:nvPicPr>
            <p:cNvPr id="11" name="Picture 10" descr="Close-up of a machine with a square piece of metal&#10;&#10;AI-generated content may be incorrect.">
              <a:extLst>
                <a:ext uri="{FF2B5EF4-FFF2-40B4-BE49-F238E27FC236}">
                  <a16:creationId xmlns:a16="http://schemas.microsoft.com/office/drawing/2014/main" id="{2566C5F5-F8D3-3480-C297-E53062F8506F}"/>
                </a:ext>
              </a:extLst>
            </p:cNvPr>
            <p:cNvPicPr>
              <a:picLocks noChangeAspect="1"/>
            </p:cNvPicPr>
            <p:nvPr/>
          </p:nvPicPr>
          <p:blipFill>
            <a:blip r:embed="rId4">
              <a:extLst>
                <a:ext uri="{28A0092B-C50C-407E-A947-70E740481C1C}">
                  <a14:useLocalDpi xmlns:a14="http://schemas.microsoft.com/office/drawing/2010/main" val="0"/>
                </a:ext>
              </a:extLst>
            </a:blip>
            <a:srcRect l="1252" t="3594" r="-1936" b="17959"/>
            <a:stretch>
              <a:fillRect/>
            </a:stretch>
          </p:blipFill>
          <p:spPr>
            <a:xfrm>
              <a:off x="5758554" y="3667417"/>
              <a:ext cx="3465580" cy="2025175"/>
            </a:xfrm>
            <a:prstGeom prst="rect">
              <a:avLst/>
            </a:prstGeom>
          </p:spPr>
        </p:pic>
      </p:grpSp>
      <p:grpSp>
        <p:nvGrpSpPr>
          <p:cNvPr id="18" name="Group 17">
            <a:extLst>
              <a:ext uri="{FF2B5EF4-FFF2-40B4-BE49-F238E27FC236}">
                <a16:creationId xmlns:a16="http://schemas.microsoft.com/office/drawing/2014/main" id="{419B488B-38EE-9749-74F2-4978376D49B0}"/>
              </a:ext>
            </a:extLst>
          </p:cNvPr>
          <p:cNvGrpSpPr/>
          <p:nvPr/>
        </p:nvGrpSpPr>
        <p:grpSpPr>
          <a:xfrm>
            <a:off x="3095836" y="3540318"/>
            <a:ext cx="2952328" cy="2742547"/>
            <a:chOff x="2778112" y="3428980"/>
            <a:chExt cx="2952328" cy="2742547"/>
          </a:xfrm>
        </p:grpSpPr>
        <p:sp>
          <p:nvSpPr>
            <p:cNvPr id="12" name="TextBox 11">
              <a:extLst>
                <a:ext uri="{FF2B5EF4-FFF2-40B4-BE49-F238E27FC236}">
                  <a16:creationId xmlns:a16="http://schemas.microsoft.com/office/drawing/2014/main" id="{3F5ED070-EB2F-A963-6A7E-B5AB9037DF70}"/>
                </a:ext>
              </a:extLst>
            </p:cNvPr>
            <p:cNvSpPr txBox="1"/>
            <p:nvPr/>
          </p:nvSpPr>
          <p:spPr>
            <a:xfrm>
              <a:off x="3327368" y="5648307"/>
              <a:ext cx="1853816" cy="523220"/>
            </a:xfrm>
            <a:prstGeom prst="rect">
              <a:avLst/>
            </a:prstGeom>
            <a:noFill/>
          </p:spPr>
          <p:txBody>
            <a:bodyPr wrap="square" rtlCol="0">
              <a:spAutoFit/>
            </a:bodyPr>
            <a:lstStyle/>
            <a:p>
              <a:pPr algn="ctr"/>
              <a:r>
                <a:rPr lang="en-US">
                  <a:solidFill>
                    <a:schemeClr val="tx1"/>
                  </a:solidFill>
                </a:rPr>
                <a:t>Tool Path</a:t>
              </a:r>
            </a:p>
          </p:txBody>
        </p:sp>
        <p:pic>
          <p:nvPicPr>
            <p:cNvPr id="17" name="Picture 16" descr="A blue square with a square in the middle&#10;&#10;AI-generated content may be incorrect.">
              <a:extLst>
                <a:ext uri="{FF2B5EF4-FFF2-40B4-BE49-F238E27FC236}">
                  <a16:creationId xmlns:a16="http://schemas.microsoft.com/office/drawing/2014/main" id="{F294BB17-05FD-7339-76A7-2820DD5A3D99}"/>
                </a:ext>
              </a:extLst>
            </p:cNvPr>
            <p:cNvPicPr>
              <a:picLocks noChangeAspect="1"/>
            </p:cNvPicPr>
            <p:nvPr/>
          </p:nvPicPr>
          <p:blipFill>
            <a:blip r:embed="rId5">
              <a:extLst>
                <a:ext uri="{28A0092B-C50C-407E-A947-70E740481C1C}">
                  <a14:useLocalDpi xmlns:a14="http://schemas.microsoft.com/office/drawing/2010/main" val="0"/>
                </a:ext>
              </a:extLst>
            </a:blip>
            <a:srcRect l="9506" t="5215" r="9295"/>
            <a:stretch>
              <a:fillRect/>
            </a:stretch>
          </p:blipFill>
          <p:spPr>
            <a:xfrm flipH="1">
              <a:off x="2778112" y="3428980"/>
              <a:ext cx="2952328" cy="2265348"/>
            </a:xfrm>
            <a:prstGeom prst="rect">
              <a:avLst/>
            </a:prstGeom>
          </p:spPr>
        </p:pic>
      </p:grpSp>
      <p:sp>
        <p:nvSpPr>
          <p:cNvPr id="6" name="タイトル 14">
            <a:extLst>
              <a:ext uri="{FF2B5EF4-FFF2-40B4-BE49-F238E27FC236}">
                <a16:creationId xmlns:a16="http://schemas.microsoft.com/office/drawing/2014/main" id="{8533E1A9-BDA9-2619-9BB2-8DB74164AD8F}"/>
              </a:ext>
            </a:extLst>
          </p:cNvPr>
          <p:cNvSpPr txBox="1">
            <a:spLocks/>
          </p:cNvSpPr>
          <p:nvPr/>
        </p:nvSpPr>
        <p:spPr bwMode="auto">
          <a:xfrm>
            <a:off x="467544" y="24893"/>
            <a:ext cx="770485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Background Information </a:t>
            </a:r>
            <a:r>
              <a:rPr lang="en-US" sz="2000">
                <a:solidFill>
                  <a:schemeClr val="tx1"/>
                </a:solidFill>
              </a:rPr>
              <a:t>Incremental Forming</a:t>
            </a:r>
          </a:p>
        </p:txBody>
      </p:sp>
      <p:sp>
        <p:nvSpPr>
          <p:cNvPr id="4" name="Arrow: Down 3">
            <a:extLst>
              <a:ext uri="{FF2B5EF4-FFF2-40B4-BE49-F238E27FC236}">
                <a16:creationId xmlns:a16="http://schemas.microsoft.com/office/drawing/2014/main" id="{A7B3CB9B-E0F0-B70B-60DA-991C10967901}"/>
              </a:ext>
            </a:extLst>
          </p:cNvPr>
          <p:cNvSpPr/>
          <p:nvPr/>
        </p:nvSpPr>
        <p:spPr bwMode="auto">
          <a:xfrm rot="19820980" flipH="1">
            <a:off x="2322134" y="3550407"/>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
        <p:nvSpPr>
          <p:cNvPr id="5" name="Arrow: Down 4">
            <a:extLst>
              <a:ext uri="{FF2B5EF4-FFF2-40B4-BE49-F238E27FC236}">
                <a16:creationId xmlns:a16="http://schemas.microsoft.com/office/drawing/2014/main" id="{EEE2021E-FC79-CBB6-1F9A-67F3A0E2FDA2}"/>
              </a:ext>
            </a:extLst>
          </p:cNvPr>
          <p:cNvSpPr/>
          <p:nvPr/>
        </p:nvSpPr>
        <p:spPr bwMode="auto">
          <a:xfrm rot="12943375" flipH="1">
            <a:off x="6786007" y="3404859"/>
            <a:ext cx="289871" cy="941065"/>
          </a:xfrm>
          <a:prstGeom prst="downArrow">
            <a:avLst/>
          </a:prstGeom>
          <a:solidFill>
            <a:schemeClr val="accent2"/>
          </a:solidFill>
          <a:ln w="9525" cap="flat" cmpd="sng" algn="ctr">
            <a:solidFill>
              <a:schemeClr val="tx1"/>
            </a:solidFill>
            <a:prstDash val="solid"/>
            <a:round/>
            <a:headEnd type="none" w="med" len="med"/>
            <a:tailEnd type="none" w="med" len="med"/>
          </a:ln>
          <a:effectLst/>
        </p:spPr>
        <p:txBody>
          <a:bodyPr vert="horz" wrap="non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800" b="1" i="0" u="none" strike="noStrike" cap="none" normalizeH="0" baseline="0">
              <a:ln>
                <a:noFill/>
              </a:ln>
              <a:solidFill>
                <a:srgbClr val="000099"/>
              </a:solidFill>
              <a:effectLst/>
              <a:latin typeface="Arial" charset="0"/>
              <a:ea typeface="ＭＳ ゴシック" pitchFamily="49" charset="-128"/>
            </a:endParaRPr>
          </a:p>
        </p:txBody>
      </p:sp>
    </p:spTree>
    <p:extLst>
      <p:ext uri="{BB962C8B-B14F-4D97-AF65-F5344CB8AC3E}">
        <p14:creationId xmlns:p14="http://schemas.microsoft.com/office/powerpoint/2010/main" val="977265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42162288-F155-9918-6113-4FE7026558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D5B0BAD-F174-4F4A-80C8-EDBBD80C7F9B}" type="slidenum">
              <a:rPr lang="en-US" altLang="ja-JP" sz="1400" smtClean="0"/>
              <a:t>22</a:t>
            </a:fld>
            <a:endParaRPr lang="en-US" altLang="ja-JP" sz="1400"/>
          </a:p>
        </p:txBody>
      </p:sp>
      <p:sp>
        <p:nvSpPr>
          <p:cNvPr id="17413" name="タイトル 11">
            <a:extLst>
              <a:ext uri="{FF2B5EF4-FFF2-40B4-BE49-F238E27FC236}">
                <a16:creationId xmlns:a16="http://schemas.microsoft.com/office/drawing/2014/main" id="{E7EBC353-59F1-F4B9-4C7C-82782E259F77}"/>
              </a:ext>
            </a:extLst>
          </p:cNvPr>
          <p:cNvSpPr>
            <a:spLocks noGrp="1"/>
          </p:cNvSpPr>
          <p:nvPr>
            <p:ph type="title" idx="4294967295"/>
          </p:nvPr>
        </p:nvSpPr>
        <p:spPr/>
        <p:txBody>
          <a:bodyPr/>
          <a:lstStyle/>
          <a:p>
            <a:r>
              <a:rPr lang="en-US" altLang="ja-JP" sz="2800" b="1">
                <a:solidFill>
                  <a:schemeClr val="tx1"/>
                </a:solidFill>
              </a:rPr>
              <a:t>Experimental Equipment</a:t>
            </a:r>
            <a:endParaRPr lang="ja-JP" altLang="en-US" sz="2000" b="1">
              <a:solidFill>
                <a:schemeClr val="tx1"/>
              </a:solidFill>
            </a:endParaRPr>
          </a:p>
        </p:txBody>
      </p:sp>
      <p:pic>
        <p:nvPicPr>
          <p:cNvPr id="4" name="Picture 3" descr="冷蔵庫, ストーブ が含まれている画像&#10;&#10;自動的に生成された説明">
            <a:extLst>
              <a:ext uri="{FF2B5EF4-FFF2-40B4-BE49-F238E27FC236}">
                <a16:creationId xmlns:a16="http://schemas.microsoft.com/office/drawing/2014/main" id="{0FC75BDB-BBB8-8D9F-129F-966987D62E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038" y="1519624"/>
            <a:ext cx="4758680" cy="2526213"/>
          </a:xfrm>
          <a:prstGeom prst="rect">
            <a:avLst/>
          </a:prstGeom>
          <a:noFill/>
          <a:ln>
            <a:noFill/>
          </a:ln>
        </p:spPr>
      </p:pic>
      <p:sp>
        <p:nvSpPr>
          <p:cNvPr id="6" name="TextBox 5">
            <a:extLst>
              <a:ext uri="{FF2B5EF4-FFF2-40B4-BE49-F238E27FC236}">
                <a16:creationId xmlns:a16="http://schemas.microsoft.com/office/drawing/2014/main" id="{1721B9FC-958E-F140-031F-9866DC390BF3}"/>
              </a:ext>
            </a:extLst>
          </p:cNvPr>
          <p:cNvSpPr txBox="1"/>
          <p:nvPr/>
        </p:nvSpPr>
        <p:spPr>
          <a:xfrm>
            <a:off x="1050468" y="4349422"/>
            <a:ext cx="3251820" cy="523220"/>
          </a:xfrm>
          <a:prstGeom prst="rect">
            <a:avLst/>
          </a:prstGeom>
          <a:noFill/>
        </p:spPr>
        <p:txBody>
          <a:bodyPr wrap="square" rtlCol="0">
            <a:spAutoFit/>
          </a:bodyPr>
          <a:lstStyle/>
          <a:p>
            <a:pPr algn="ctr"/>
            <a:r>
              <a:rPr lang="en-US">
                <a:solidFill>
                  <a:schemeClr val="tx1"/>
                </a:solidFill>
                <a:latin typeface="+mj-lt"/>
                <a:ea typeface="ＭＳ Ｐ明朝" charset="-128"/>
              </a:rPr>
              <a:t>T -22H Oil Bath </a:t>
            </a:r>
            <a:endParaRPr lang="en-US">
              <a:solidFill>
                <a:schemeClr val="tx1"/>
              </a:solidFill>
              <a:latin typeface="+mj-lt"/>
            </a:endParaRPr>
          </a:p>
        </p:txBody>
      </p:sp>
      <p:pic>
        <p:nvPicPr>
          <p:cNvPr id="9" name="Picture 8" descr="A black square object on a white background&#10;&#10;Description automatically generated">
            <a:extLst>
              <a:ext uri="{FF2B5EF4-FFF2-40B4-BE49-F238E27FC236}">
                <a16:creationId xmlns:a16="http://schemas.microsoft.com/office/drawing/2014/main" id="{8692F369-5F32-8F41-B0CA-D46665C527A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31426" y="1519624"/>
            <a:ext cx="3011324" cy="2753598"/>
          </a:xfrm>
          <a:prstGeom prst="rect">
            <a:avLst/>
          </a:prstGeom>
          <a:noFill/>
        </p:spPr>
      </p:pic>
      <p:sp>
        <p:nvSpPr>
          <p:cNvPr id="10" name="TextBox 9">
            <a:extLst>
              <a:ext uri="{FF2B5EF4-FFF2-40B4-BE49-F238E27FC236}">
                <a16:creationId xmlns:a16="http://schemas.microsoft.com/office/drawing/2014/main" id="{ABE1C726-CAC4-EC2B-BEEE-A364F8A41BBC}"/>
              </a:ext>
            </a:extLst>
          </p:cNvPr>
          <p:cNvSpPr txBox="1"/>
          <p:nvPr/>
        </p:nvSpPr>
        <p:spPr>
          <a:xfrm>
            <a:off x="5384490" y="4349422"/>
            <a:ext cx="3251820" cy="523220"/>
          </a:xfrm>
          <a:prstGeom prst="rect">
            <a:avLst/>
          </a:prstGeom>
          <a:noFill/>
        </p:spPr>
        <p:txBody>
          <a:bodyPr wrap="square" rtlCol="0">
            <a:spAutoFit/>
          </a:bodyPr>
          <a:lstStyle/>
          <a:p>
            <a:pPr algn="ctr"/>
            <a:r>
              <a:rPr lang="en-US">
                <a:solidFill>
                  <a:schemeClr val="tx1"/>
                </a:solidFill>
                <a:latin typeface="+mj-lt"/>
                <a:ea typeface="ＭＳ Ｐ明朝" charset="-128"/>
              </a:rPr>
              <a:t>CFRTP Test Piece</a:t>
            </a:r>
            <a:endParaRPr lang="en-US">
              <a:solidFill>
                <a:schemeClr val="tx1"/>
              </a:solidFill>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54910A90-6E38-5A16-382C-703A5770C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B4D4E5B7-BC8A-44B7-955E-066872D32A90}" type="slidenum">
              <a:rPr lang="en-US" altLang="ja-JP" sz="1400"/>
              <a:pPr>
                <a:spcBef>
                  <a:spcPct val="0"/>
                </a:spcBef>
                <a:buFontTx/>
                <a:buNone/>
              </a:pPr>
              <a:t>23</a:t>
            </a:fld>
            <a:endParaRPr lang="en-US" altLang="ja-JP" sz="1400"/>
          </a:p>
        </p:txBody>
      </p:sp>
      <p:sp>
        <p:nvSpPr>
          <p:cNvPr id="12297" name="タイトル 12">
            <a:extLst>
              <a:ext uri="{FF2B5EF4-FFF2-40B4-BE49-F238E27FC236}">
                <a16:creationId xmlns:a16="http://schemas.microsoft.com/office/drawing/2014/main" id="{82570938-AC8A-88F3-FC75-AF81A3D3A700}"/>
              </a:ext>
            </a:extLst>
          </p:cNvPr>
          <p:cNvSpPr>
            <a:spLocks noGrp="1"/>
          </p:cNvSpPr>
          <p:nvPr>
            <p:ph type="title" idx="4294967295"/>
          </p:nvPr>
        </p:nvSpPr>
        <p:spPr/>
        <p:txBody>
          <a:bodyPr/>
          <a:lstStyle/>
          <a:p>
            <a:r>
              <a:rPr lang="en-US" altLang="ja-JP" sz="2800" b="1">
                <a:solidFill>
                  <a:schemeClr val="tx1"/>
                </a:solidFill>
              </a:rPr>
              <a:t>Experimental Equipment</a:t>
            </a:r>
            <a:endParaRPr lang="ja-JP" altLang="en-US" sz="2800" b="1">
              <a:solidFill>
                <a:schemeClr val="tx1"/>
              </a:solidFill>
            </a:endParaRPr>
          </a:p>
        </p:txBody>
      </p:sp>
      <p:pic>
        <p:nvPicPr>
          <p:cNvPr id="8" name="Picture 7">
            <a:extLst>
              <a:ext uri="{FF2B5EF4-FFF2-40B4-BE49-F238E27FC236}">
                <a16:creationId xmlns:a16="http://schemas.microsoft.com/office/drawing/2014/main" id="{4FBD2BE1-DCEF-70CD-A6C9-A0E6D8F43FFD}"/>
              </a:ext>
            </a:extLst>
          </p:cNvPr>
          <p:cNvPicPr>
            <a:picLocks noChangeAspect="1"/>
          </p:cNvPicPr>
          <p:nvPr/>
        </p:nvPicPr>
        <p:blipFill>
          <a:blip r:embed="rId3"/>
          <a:stretch>
            <a:fillRect/>
          </a:stretch>
        </p:blipFill>
        <p:spPr>
          <a:xfrm>
            <a:off x="624176" y="4439487"/>
            <a:ext cx="2720234" cy="1642718"/>
          </a:xfrm>
          <a:prstGeom prst="rect">
            <a:avLst/>
          </a:prstGeom>
        </p:spPr>
      </p:pic>
      <p:graphicFrame>
        <p:nvGraphicFramePr>
          <p:cNvPr id="10" name="Table 9">
            <a:extLst>
              <a:ext uri="{FF2B5EF4-FFF2-40B4-BE49-F238E27FC236}">
                <a16:creationId xmlns:a16="http://schemas.microsoft.com/office/drawing/2014/main" id="{123FB5E5-2BAC-640B-B4F8-964896B25106}"/>
              </a:ext>
            </a:extLst>
          </p:cNvPr>
          <p:cNvGraphicFramePr>
            <a:graphicFrameLocks noGrp="1"/>
          </p:cNvGraphicFramePr>
          <p:nvPr>
            <p:extLst>
              <p:ext uri="{D42A27DB-BD31-4B8C-83A1-F6EECF244321}">
                <p14:modId xmlns:p14="http://schemas.microsoft.com/office/powerpoint/2010/main" val="4263933647"/>
              </p:ext>
            </p:extLst>
          </p:nvPr>
        </p:nvGraphicFramePr>
        <p:xfrm>
          <a:off x="533400" y="1412776"/>
          <a:ext cx="2775250" cy="2926080"/>
        </p:xfrm>
        <a:graphic>
          <a:graphicData uri="http://schemas.openxmlformats.org/drawingml/2006/table">
            <a:tbl>
              <a:tblPr firstRow="1" bandRow="1">
                <a:tableStyleId>{21E4AEA4-8DFA-4A89-87EB-49C32662AFE0}</a:tableStyleId>
              </a:tblPr>
              <a:tblGrid>
                <a:gridCol w="1387625">
                  <a:extLst>
                    <a:ext uri="{9D8B030D-6E8A-4147-A177-3AD203B41FA5}">
                      <a16:colId xmlns:a16="http://schemas.microsoft.com/office/drawing/2014/main" val="823402866"/>
                    </a:ext>
                  </a:extLst>
                </a:gridCol>
                <a:gridCol w="1387625">
                  <a:extLst>
                    <a:ext uri="{9D8B030D-6E8A-4147-A177-3AD203B41FA5}">
                      <a16:colId xmlns:a16="http://schemas.microsoft.com/office/drawing/2014/main" val="1879517456"/>
                    </a:ext>
                  </a:extLst>
                </a:gridCol>
              </a:tblGrid>
              <a:tr h="0">
                <a:tc gridSpan="2">
                  <a:txBody>
                    <a:bodyPr/>
                    <a:lstStyle/>
                    <a:p>
                      <a:r>
                        <a:rPr lang="en-US">
                          <a:solidFill>
                            <a:schemeClr val="tx1"/>
                          </a:solidFill>
                        </a:rPr>
                        <a:t>Mega Micro type S Chuck</a:t>
                      </a:r>
                    </a:p>
                  </a:txBody>
                  <a:tcPr>
                    <a:solidFill>
                      <a:schemeClr val="accent6">
                        <a:lumMod val="60000"/>
                        <a:lumOff val="40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err="1">
                          <a:solidFill>
                            <a:schemeClr val="tx1"/>
                          </a:solidFill>
                          <a:effectLst/>
                        </a:rPr>
                        <a:t>Ød</a:t>
                      </a:r>
                      <a:r>
                        <a:rPr kumimoji="1" lang="en-US" sz="1800" b="1" kern="1200">
                          <a:solidFill>
                            <a:schemeClr val="tx1"/>
                          </a:solidFill>
                          <a:effectLst/>
                        </a:rPr>
                        <a:t> :</a:t>
                      </a:r>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0" kern="1200">
                          <a:solidFill>
                            <a:schemeClr val="tx1"/>
                          </a:solidFill>
                          <a:effectLst/>
                        </a:rPr>
                        <a:t>0.45 - 6.05</a:t>
                      </a:r>
                      <a:endParaRPr lang="en-US">
                        <a:solidFill>
                          <a:schemeClr val="tx1"/>
                        </a:solidFill>
                      </a:endParaRPr>
                    </a:p>
                  </a:txBody>
                  <a:tcPr/>
                </a:tc>
                <a:extLst>
                  <a:ext uri="{0D108BD9-81ED-4DB2-BD59-A6C34878D82A}">
                    <a16:rowId xmlns:a16="http://schemas.microsoft.com/office/drawing/2014/main" val="346323941"/>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tx1"/>
                          </a:solidFill>
                          <a:effectLst/>
                        </a:rPr>
                        <a:t>ØD:</a:t>
                      </a:r>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0" kern="1200">
                          <a:solidFill>
                            <a:schemeClr val="tx1"/>
                          </a:solidFill>
                          <a:effectLst/>
                        </a:rPr>
                        <a:t>14 mm</a:t>
                      </a:r>
                      <a:endParaRPr lang="en-US">
                        <a:solidFill>
                          <a:schemeClr val="tx1"/>
                        </a:solidFill>
                      </a:endParaRPr>
                    </a:p>
                  </a:txBody>
                  <a:tcPr/>
                </a:tc>
                <a:extLst>
                  <a:ext uri="{0D108BD9-81ED-4DB2-BD59-A6C34878D82A}">
                    <a16:rowId xmlns:a16="http://schemas.microsoft.com/office/drawing/2014/main" val="365080573"/>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tx1"/>
                          </a:solidFill>
                          <a:effectLst/>
                        </a:rPr>
                        <a:t>L:</a:t>
                      </a:r>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45</a:t>
                      </a:r>
                    </a:p>
                  </a:txBody>
                  <a:tcPr/>
                </a:tc>
                <a:extLst>
                  <a:ext uri="{0D108BD9-81ED-4DB2-BD59-A6C34878D82A}">
                    <a16:rowId xmlns:a16="http://schemas.microsoft.com/office/drawing/2014/main" val="1204545980"/>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32</a:t>
                      </a:r>
                    </a:p>
                  </a:txBody>
                  <a:tcPr/>
                </a:tc>
                <a:extLst>
                  <a:ext uri="{0D108BD9-81ED-4DB2-BD59-A6C34878D82A}">
                    <a16:rowId xmlns:a16="http://schemas.microsoft.com/office/drawing/2014/main" val="885898774"/>
                  </a:ext>
                </a:extLst>
              </a:tr>
              <a:tr h="276155">
                <a:tc>
                  <a:txBody>
                    <a:bodyPr/>
                    <a:lstStyle/>
                    <a:p>
                      <a:r>
                        <a:rPr lang="en-US">
                          <a:solidFill>
                            <a:schemeClr val="tx1"/>
                          </a:solidFill>
                        </a:rPr>
                        <a:t>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a:t>
                      </a:r>
                    </a:p>
                  </a:txBody>
                  <a:tcPr/>
                </a:tc>
                <a:extLst>
                  <a:ext uri="{0D108BD9-81ED-4DB2-BD59-A6C34878D82A}">
                    <a16:rowId xmlns:a16="http://schemas.microsoft.com/office/drawing/2014/main" val="3204531538"/>
                  </a:ext>
                </a:extLst>
              </a:tr>
              <a:tr h="2761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H1:</a:t>
                      </a:r>
                    </a:p>
                  </a:txBody>
                  <a:tcPr/>
                </a:tc>
                <a:tc>
                  <a:txBody>
                    <a:bodyPr/>
                    <a:lstStyle/>
                    <a:p>
                      <a:r>
                        <a:rPr lang="en-US">
                          <a:solidFill>
                            <a:schemeClr val="tx1"/>
                          </a:solidFill>
                        </a:rPr>
                        <a:t>28</a:t>
                      </a:r>
                    </a:p>
                  </a:txBody>
                  <a:tcPr/>
                </a:tc>
                <a:extLst>
                  <a:ext uri="{0D108BD9-81ED-4DB2-BD59-A6C34878D82A}">
                    <a16:rowId xmlns:a16="http://schemas.microsoft.com/office/drawing/2014/main" val="2940024698"/>
                  </a:ext>
                </a:extLst>
              </a:tr>
              <a:tr h="276155">
                <a:tc>
                  <a:txBody>
                    <a:bodyPr/>
                    <a:lstStyle/>
                    <a:p>
                      <a:r>
                        <a:rPr lang="en-US">
                          <a:solidFill>
                            <a:schemeClr val="tx1"/>
                          </a:solidFill>
                        </a:rPr>
                        <a:t>H2:</a:t>
                      </a:r>
                    </a:p>
                  </a:txBody>
                  <a:tcPr/>
                </a:tc>
                <a:tc>
                  <a:txBody>
                    <a:bodyPr/>
                    <a:lstStyle/>
                    <a:p>
                      <a:r>
                        <a:rPr lang="en-US">
                          <a:solidFill>
                            <a:schemeClr val="tx1"/>
                          </a:solidFill>
                        </a:rPr>
                        <a:t>31</a:t>
                      </a:r>
                    </a:p>
                  </a:txBody>
                  <a:tcPr/>
                </a:tc>
                <a:extLst>
                  <a:ext uri="{0D108BD9-81ED-4DB2-BD59-A6C34878D82A}">
                    <a16:rowId xmlns:a16="http://schemas.microsoft.com/office/drawing/2014/main" val="1714293132"/>
                  </a:ext>
                </a:extLst>
              </a:tr>
            </a:tbl>
          </a:graphicData>
        </a:graphic>
      </p:graphicFrame>
      <p:pic>
        <p:nvPicPr>
          <p:cNvPr id="4" name="Picture 3" descr="A white square on a blue background&#10;&#10;AI-generated content may be incorrect.">
            <a:extLst>
              <a:ext uri="{FF2B5EF4-FFF2-40B4-BE49-F238E27FC236}">
                <a16:creationId xmlns:a16="http://schemas.microsoft.com/office/drawing/2014/main" id="{53885899-99B7-C928-D382-79990E890F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3968" y="1459632"/>
            <a:ext cx="3960440" cy="39604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F13A2E-C6FF-522B-833D-DB455F1AA32D}"/>
              </a:ext>
            </a:extLst>
          </p:cNvPr>
          <p:cNvSpPr>
            <a:spLocks noGrp="1"/>
          </p:cNvSpPr>
          <p:nvPr>
            <p:ph type="sldNum" sz="quarter" idx="12"/>
          </p:nvPr>
        </p:nvSpPr>
        <p:spPr/>
        <p:txBody>
          <a:bodyPr/>
          <a:lstStyle/>
          <a:p>
            <a:r>
              <a:rPr lang="en-US" altLang="ja-JP"/>
              <a:t>No.</a:t>
            </a:r>
            <a:fld id="{721ED71F-7F3A-4A9C-A5EC-5516A79DC590}" type="slidenum">
              <a:rPr lang="en-US" altLang="ja-JP" smtClean="0"/>
              <a:pPr/>
              <a:t>24</a:t>
            </a:fld>
            <a:endParaRPr lang="en-US" altLang="ja-JP"/>
          </a:p>
        </p:txBody>
      </p:sp>
      <p:sp>
        <p:nvSpPr>
          <p:cNvPr id="3" name="TextBox 2">
            <a:extLst>
              <a:ext uri="{FF2B5EF4-FFF2-40B4-BE49-F238E27FC236}">
                <a16:creationId xmlns:a16="http://schemas.microsoft.com/office/drawing/2014/main" id="{1E8F7B97-0873-2154-E95C-A6713EB28C1E}"/>
              </a:ext>
            </a:extLst>
          </p:cNvPr>
          <p:cNvSpPr txBox="1"/>
          <p:nvPr/>
        </p:nvSpPr>
        <p:spPr>
          <a:xfrm>
            <a:off x="1619672" y="1196752"/>
            <a:ext cx="4752528" cy="1384995"/>
          </a:xfrm>
          <a:prstGeom prst="rect">
            <a:avLst/>
          </a:prstGeom>
          <a:noFill/>
        </p:spPr>
        <p:txBody>
          <a:bodyPr wrap="square" rtlCol="0">
            <a:spAutoFit/>
          </a:bodyPr>
          <a:lstStyle/>
          <a:p>
            <a:r>
              <a:rPr lang="en-US"/>
              <a:t>Add python code here </a:t>
            </a:r>
          </a:p>
          <a:p>
            <a:r>
              <a:rPr lang="en-US"/>
              <a:t>Add any other figures needed. </a:t>
            </a:r>
          </a:p>
        </p:txBody>
      </p:sp>
    </p:spTree>
    <p:extLst>
      <p:ext uri="{BB962C8B-B14F-4D97-AF65-F5344CB8AC3E}">
        <p14:creationId xmlns:p14="http://schemas.microsoft.com/office/powerpoint/2010/main" val="1408607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D5E30-BD48-753C-2437-A504822C2C17}"/>
            </a:ext>
          </a:extLst>
        </p:cNvPr>
        <p:cNvGrpSpPr/>
        <p:nvPr/>
      </p:nvGrpSpPr>
      <p:grpSpPr>
        <a:xfrm>
          <a:off x="0" y="0"/>
          <a:ext cx="0" cy="0"/>
          <a:chOff x="0" y="0"/>
          <a:chExt cx="0" cy="0"/>
        </a:xfrm>
      </p:grpSpPr>
      <p:sp>
        <p:nvSpPr>
          <p:cNvPr id="12296" name="スライド番号プレースホルダ 1">
            <a:extLst>
              <a:ext uri="{FF2B5EF4-FFF2-40B4-BE49-F238E27FC236}">
                <a16:creationId xmlns:a16="http://schemas.microsoft.com/office/drawing/2014/main" id="{16FEE324-A2D2-2AE0-77C0-C49BF2D5346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B4D4E5B7-BC8A-44B7-955E-066872D32A90}" type="slidenum">
              <a:rPr lang="en-US" altLang="ja-JP" sz="1400"/>
              <a:pPr>
                <a:spcBef>
                  <a:spcPct val="0"/>
                </a:spcBef>
                <a:buFontTx/>
                <a:buNone/>
              </a:pPr>
              <a:t>25</a:t>
            </a:fld>
            <a:endParaRPr lang="en-US" altLang="ja-JP" sz="1400"/>
          </a:p>
        </p:txBody>
      </p:sp>
      <p:sp>
        <p:nvSpPr>
          <p:cNvPr id="12297" name="タイトル 12">
            <a:extLst>
              <a:ext uri="{FF2B5EF4-FFF2-40B4-BE49-F238E27FC236}">
                <a16:creationId xmlns:a16="http://schemas.microsoft.com/office/drawing/2014/main" id="{8A0622A5-F762-E4C0-AB4F-40FB3C1DAC31}"/>
              </a:ext>
            </a:extLst>
          </p:cNvPr>
          <p:cNvSpPr>
            <a:spLocks noGrp="1"/>
          </p:cNvSpPr>
          <p:nvPr>
            <p:ph type="title" idx="4294967295"/>
          </p:nvPr>
        </p:nvSpPr>
        <p:spPr/>
        <p:txBody>
          <a:bodyPr/>
          <a:lstStyle/>
          <a:p>
            <a:r>
              <a:rPr lang="en-US" altLang="ja-JP" sz="2800" b="1">
                <a:solidFill>
                  <a:schemeClr val="tx1"/>
                </a:solidFill>
              </a:rPr>
              <a:t>Experimental equipment</a:t>
            </a:r>
            <a:endParaRPr lang="ja-JP" altLang="en-US" sz="2800" b="1">
              <a:solidFill>
                <a:schemeClr val="tx1"/>
              </a:solidFill>
            </a:endParaRPr>
          </a:p>
        </p:txBody>
      </p:sp>
      <p:grpSp>
        <p:nvGrpSpPr>
          <p:cNvPr id="2" name="Group 1">
            <a:extLst>
              <a:ext uri="{FF2B5EF4-FFF2-40B4-BE49-F238E27FC236}">
                <a16:creationId xmlns:a16="http://schemas.microsoft.com/office/drawing/2014/main" id="{8865FCCC-C0F3-35A1-98EB-64994AE87954}"/>
              </a:ext>
            </a:extLst>
          </p:cNvPr>
          <p:cNvGrpSpPr/>
          <p:nvPr/>
        </p:nvGrpSpPr>
        <p:grpSpPr>
          <a:xfrm>
            <a:off x="-396921" y="1592319"/>
            <a:ext cx="4968921" cy="4183726"/>
            <a:chOff x="4525937" y="1308739"/>
            <a:chExt cx="4968921" cy="4183726"/>
          </a:xfrm>
        </p:grpSpPr>
        <p:pic>
          <p:nvPicPr>
            <p:cNvPr id="3" name="Picture 2" descr="屋内, キッチン, 座る, テーブル が含まれている画像&#10;&#10;自動的に生成された説明">
              <a:extLst>
                <a:ext uri="{FF2B5EF4-FFF2-40B4-BE49-F238E27FC236}">
                  <a16:creationId xmlns:a16="http://schemas.microsoft.com/office/drawing/2014/main" id="{AAE17D80-FE30-A34E-A110-2EB4C5416F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59421" y="1308739"/>
              <a:ext cx="2501955" cy="3584306"/>
            </a:xfrm>
            <a:prstGeom prst="rect">
              <a:avLst/>
            </a:prstGeom>
            <a:noFill/>
          </p:spPr>
        </p:pic>
        <p:sp>
          <p:nvSpPr>
            <p:cNvPr id="5" name="TextBox 4">
              <a:extLst>
                <a:ext uri="{FF2B5EF4-FFF2-40B4-BE49-F238E27FC236}">
                  <a16:creationId xmlns:a16="http://schemas.microsoft.com/office/drawing/2014/main" id="{41A7E880-64A2-C50F-909B-BE2479B7C39A}"/>
                </a:ext>
              </a:extLst>
            </p:cNvPr>
            <p:cNvSpPr txBox="1"/>
            <p:nvPr/>
          </p:nvSpPr>
          <p:spPr>
            <a:xfrm>
              <a:off x="4525937" y="4969245"/>
              <a:ext cx="4968921" cy="523220"/>
            </a:xfrm>
            <a:prstGeom prst="rect">
              <a:avLst/>
            </a:prstGeom>
            <a:noFill/>
          </p:spPr>
          <p:txBody>
            <a:bodyPr wrap="square" rtlCol="0">
              <a:spAutoFit/>
            </a:bodyPr>
            <a:lstStyle/>
            <a:p>
              <a:pPr algn="ctr"/>
              <a:r>
                <a:rPr lang="en-US">
                  <a:solidFill>
                    <a:schemeClr val="tx1"/>
                  </a:solidFill>
                  <a:latin typeface="Times New Roman" pitchFamily="18" charset="0"/>
                  <a:ea typeface="ＭＳ Ｐ明朝" charset="-128"/>
                </a:rPr>
                <a:t>MC430L machining center </a:t>
              </a:r>
              <a:endParaRPr lang="en-US">
                <a:solidFill>
                  <a:schemeClr val="tx1"/>
                </a:solidFill>
              </a:endParaRPr>
            </a:p>
          </p:txBody>
        </p:sp>
      </p:grpSp>
      <p:pic>
        <p:nvPicPr>
          <p:cNvPr id="4" name="図 5">
            <a:extLst>
              <a:ext uri="{FF2B5EF4-FFF2-40B4-BE49-F238E27FC236}">
                <a16:creationId xmlns:a16="http://schemas.microsoft.com/office/drawing/2014/main" id="{ECBE7C16-9739-B3CB-7F08-75D5496A3FF2}"/>
              </a:ext>
            </a:extLst>
          </p:cNvPr>
          <p:cNvPicPr>
            <a:picLocks noChangeAspect="1"/>
          </p:cNvPicPr>
          <p:nvPr/>
        </p:nvPicPr>
        <p:blipFill>
          <a:blip r:embed="rId4"/>
          <a:stretch>
            <a:fillRect/>
          </a:stretch>
        </p:blipFill>
        <p:spPr>
          <a:xfrm>
            <a:off x="3423322" y="2124911"/>
            <a:ext cx="5492078" cy="2608178"/>
          </a:xfrm>
          <a:prstGeom prst="rect">
            <a:avLst/>
          </a:prstGeom>
        </p:spPr>
      </p:pic>
    </p:spTree>
    <p:extLst>
      <p:ext uri="{BB962C8B-B14F-4D97-AF65-F5344CB8AC3E}">
        <p14:creationId xmlns:p14="http://schemas.microsoft.com/office/powerpoint/2010/main" val="1037795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EAE40-8D27-8625-F2F0-E5D5CD96FCA4}"/>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031B8C4E-9E95-7C00-EFEC-1C405A4C28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No.11</a:t>
            </a:r>
          </a:p>
        </p:txBody>
      </p:sp>
      <p:sp>
        <p:nvSpPr>
          <p:cNvPr id="17413" name="タイトル 11">
            <a:extLst>
              <a:ext uri="{FF2B5EF4-FFF2-40B4-BE49-F238E27FC236}">
                <a16:creationId xmlns:a16="http://schemas.microsoft.com/office/drawing/2014/main" id="{7EB34519-2C0F-CEE8-6F4B-B3E77933BF81}"/>
              </a:ext>
            </a:extLst>
          </p:cNvPr>
          <p:cNvSpPr>
            <a:spLocks noGrp="1"/>
          </p:cNvSpPr>
          <p:nvPr>
            <p:ph type="title" idx="4294967295"/>
          </p:nvPr>
        </p:nvSpPr>
        <p:spPr/>
        <p:txBody>
          <a:bodyPr/>
          <a:lstStyle/>
          <a:p>
            <a:r>
              <a:rPr lang="en-US" altLang="ja-JP" sz="2000" b="1">
                <a:solidFill>
                  <a:schemeClr val="tx1"/>
                </a:solidFill>
              </a:rPr>
              <a:t>CFRTP experiments </a:t>
            </a:r>
            <a:endParaRPr lang="ja-JP" altLang="en-US" sz="2000" b="1">
              <a:solidFill>
                <a:schemeClr val="tx1"/>
              </a:solidFill>
            </a:endParaRPr>
          </a:p>
        </p:txBody>
      </p:sp>
      <p:grpSp>
        <p:nvGrpSpPr>
          <p:cNvPr id="33" name="Group 32">
            <a:extLst>
              <a:ext uri="{FF2B5EF4-FFF2-40B4-BE49-F238E27FC236}">
                <a16:creationId xmlns:a16="http://schemas.microsoft.com/office/drawing/2014/main" id="{B2362516-825F-99C8-C965-F00549EF443E}"/>
              </a:ext>
            </a:extLst>
          </p:cNvPr>
          <p:cNvGrpSpPr/>
          <p:nvPr/>
        </p:nvGrpSpPr>
        <p:grpSpPr>
          <a:xfrm>
            <a:off x="2760935" y="3158865"/>
            <a:ext cx="3888431" cy="3266420"/>
            <a:chOff x="258157" y="834665"/>
            <a:chExt cx="3888431" cy="3266420"/>
          </a:xfrm>
        </p:grpSpPr>
        <p:pic>
          <p:nvPicPr>
            <p:cNvPr id="25" name="Picture 24" descr="A close-up of a metal object&#10;&#10;AI-generated content may be incorrect.">
              <a:extLst>
                <a:ext uri="{FF2B5EF4-FFF2-40B4-BE49-F238E27FC236}">
                  <a16:creationId xmlns:a16="http://schemas.microsoft.com/office/drawing/2014/main" id="{0CFA0167-B5D9-F214-4816-30097D3DB77E}"/>
                </a:ext>
              </a:extLst>
            </p:cNvPr>
            <p:cNvPicPr>
              <a:picLocks noChangeAspect="1"/>
            </p:cNvPicPr>
            <p:nvPr/>
          </p:nvPicPr>
          <p:blipFill>
            <a:blip r:embed="rId3">
              <a:extLst>
                <a:ext uri="{28A0092B-C50C-407E-A947-70E740481C1C}">
                  <a14:useLocalDpi xmlns:a14="http://schemas.microsoft.com/office/drawing/2010/main" val="0"/>
                </a:ext>
              </a:extLst>
            </a:blip>
            <a:srcRect l="22106" t="19490" r="33102" b="23785"/>
            <a:stretch>
              <a:fillRect/>
            </a:stretch>
          </p:blipFill>
          <p:spPr>
            <a:xfrm>
              <a:off x="701217" y="834665"/>
              <a:ext cx="2888234" cy="2743200"/>
            </a:xfrm>
            <a:prstGeom prst="rect">
              <a:avLst/>
            </a:prstGeom>
          </p:spPr>
        </p:pic>
        <p:sp>
          <p:nvSpPr>
            <p:cNvPr id="16" name="TextBox 15">
              <a:extLst>
                <a:ext uri="{FF2B5EF4-FFF2-40B4-BE49-F238E27FC236}">
                  <a16:creationId xmlns:a16="http://schemas.microsoft.com/office/drawing/2014/main" id="{D99E04FB-BD0A-1015-5043-ACC156AE34A0}"/>
                </a:ext>
              </a:extLst>
            </p:cNvPr>
            <p:cNvSpPr txBox="1"/>
            <p:nvPr/>
          </p:nvSpPr>
          <p:spPr>
            <a:xfrm>
              <a:off x="258157" y="3577865"/>
              <a:ext cx="3888431" cy="523220"/>
            </a:xfrm>
            <a:prstGeom prst="rect">
              <a:avLst/>
            </a:prstGeom>
            <a:noFill/>
          </p:spPr>
          <p:txBody>
            <a:bodyPr wrap="square" rtlCol="0">
              <a:spAutoFit/>
            </a:bodyPr>
            <a:lstStyle/>
            <a:p>
              <a:pPr algn="ctr"/>
              <a:r>
                <a:rPr lang="en-US">
                  <a:solidFill>
                    <a:schemeClr val="tx1"/>
                  </a:solidFill>
                </a:rPr>
                <a:t>Test 2</a:t>
              </a:r>
            </a:p>
          </p:txBody>
        </p:sp>
      </p:grpSp>
      <p:grpSp>
        <p:nvGrpSpPr>
          <p:cNvPr id="30" name="Group 29">
            <a:extLst>
              <a:ext uri="{FF2B5EF4-FFF2-40B4-BE49-F238E27FC236}">
                <a16:creationId xmlns:a16="http://schemas.microsoft.com/office/drawing/2014/main" id="{C2FD5BBF-AEDC-5A72-03AE-42CF882533C3}"/>
              </a:ext>
            </a:extLst>
          </p:cNvPr>
          <p:cNvGrpSpPr/>
          <p:nvPr/>
        </p:nvGrpSpPr>
        <p:grpSpPr>
          <a:xfrm>
            <a:off x="-330458" y="3158865"/>
            <a:ext cx="3888431" cy="3221628"/>
            <a:chOff x="4477071" y="673068"/>
            <a:chExt cx="3888431" cy="3221628"/>
          </a:xfrm>
        </p:grpSpPr>
        <p:pic>
          <p:nvPicPr>
            <p:cNvPr id="27" name="Picture 26" descr="A black square with a black square on it&#10;&#10;AI-generated content may be incorrect.">
              <a:extLst>
                <a:ext uri="{FF2B5EF4-FFF2-40B4-BE49-F238E27FC236}">
                  <a16:creationId xmlns:a16="http://schemas.microsoft.com/office/drawing/2014/main" id="{75FA8E28-A516-5E67-B448-30E38FDB4267}"/>
                </a:ext>
              </a:extLst>
            </p:cNvPr>
            <p:cNvPicPr>
              <a:picLocks noChangeAspect="1"/>
            </p:cNvPicPr>
            <p:nvPr/>
          </p:nvPicPr>
          <p:blipFill>
            <a:blip r:embed="rId4">
              <a:extLst>
                <a:ext uri="{28A0092B-C50C-407E-A947-70E740481C1C}">
                  <a14:useLocalDpi xmlns:a14="http://schemas.microsoft.com/office/drawing/2010/main" val="0"/>
                </a:ext>
              </a:extLst>
            </a:blip>
            <a:srcRect l="28027" t="15761" r="28286" b="28915"/>
            <a:stretch>
              <a:fillRect/>
            </a:stretch>
          </p:blipFill>
          <p:spPr>
            <a:xfrm>
              <a:off x="4977170" y="673068"/>
              <a:ext cx="2888234" cy="2743200"/>
            </a:xfrm>
            <a:prstGeom prst="rect">
              <a:avLst/>
            </a:prstGeom>
          </p:spPr>
        </p:pic>
        <p:sp>
          <p:nvSpPr>
            <p:cNvPr id="17" name="TextBox 16">
              <a:extLst>
                <a:ext uri="{FF2B5EF4-FFF2-40B4-BE49-F238E27FC236}">
                  <a16:creationId xmlns:a16="http://schemas.microsoft.com/office/drawing/2014/main" id="{751FA236-EE21-B9F2-EA05-67A060F7688E}"/>
                </a:ext>
              </a:extLst>
            </p:cNvPr>
            <p:cNvSpPr txBox="1"/>
            <p:nvPr/>
          </p:nvSpPr>
          <p:spPr>
            <a:xfrm>
              <a:off x="4477071" y="3371476"/>
              <a:ext cx="3888431" cy="523220"/>
            </a:xfrm>
            <a:prstGeom prst="rect">
              <a:avLst/>
            </a:prstGeom>
            <a:noFill/>
          </p:spPr>
          <p:txBody>
            <a:bodyPr wrap="square" rtlCol="0">
              <a:spAutoFit/>
            </a:bodyPr>
            <a:lstStyle/>
            <a:p>
              <a:pPr algn="ctr"/>
              <a:r>
                <a:rPr lang="en-US">
                  <a:solidFill>
                    <a:schemeClr val="tx1"/>
                  </a:solidFill>
                </a:rPr>
                <a:t>Test 1</a:t>
              </a:r>
            </a:p>
          </p:txBody>
        </p:sp>
      </p:grpSp>
      <p:grpSp>
        <p:nvGrpSpPr>
          <p:cNvPr id="31" name="Group 30">
            <a:extLst>
              <a:ext uri="{FF2B5EF4-FFF2-40B4-BE49-F238E27FC236}">
                <a16:creationId xmlns:a16="http://schemas.microsoft.com/office/drawing/2014/main" id="{E6F9405F-24B5-B1C5-9F0D-738B78655117}"/>
              </a:ext>
            </a:extLst>
          </p:cNvPr>
          <p:cNvGrpSpPr/>
          <p:nvPr/>
        </p:nvGrpSpPr>
        <p:grpSpPr>
          <a:xfrm>
            <a:off x="5691592" y="3158865"/>
            <a:ext cx="3968131" cy="3344027"/>
            <a:chOff x="4711598" y="2843344"/>
            <a:chExt cx="3888431" cy="3255784"/>
          </a:xfrm>
        </p:grpSpPr>
        <p:pic>
          <p:nvPicPr>
            <p:cNvPr id="29" name="Picture 28" descr="A close-up of a metal object&#10;&#10;AI-generated content may be incorrect.">
              <a:extLst>
                <a:ext uri="{FF2B5EF4-FFF2-40B4-BE49-F238E27FC236}">
                  <a16:creationId xmlns:a16="http://schemas.microsoft.com/office/drawing/2014/main" id="{E6573FF4-69DC-2649-09F0-BE617726D7DC}"/>
                </a:ext>
              </a:extLst>
            </p:cNvPr>
            <p:cNvPicPr>
              <a:picLocks noChangeAspect="1"/>
            </p:cNvPicPr>
            <p:nvPr/>
          </p:nvPicPr>
          <p:blipFill>
            <a:blip r:embed="rId5">
              <a:extLst>
                <a:ext uri="{28A0092B-C50C-407E-A947-70E740481C1C}">
                  <a14:useLocalDpi xmlns:a14="http://schemas.microsoft.com/office/drawing/2010/main" val="0"/>
                </a:ext>
              </a:extLst>
            </a:blip>
            <a:srcRect l="24607" t="21713" r="31499" b="22700"/>
            <a:stretch>
              <a:fillRect/>
            </a:stretch>
          </p:blipFill>
          <p:spPr>
            <a:xfrm>
              <a:off x="5200525" y="2843344"/>
              <a:ext cx="2812019" cy="2670812"/>
            </a:xfrm>
            <a:prstGeom prst="rect">
              <a:avLst/>
            </a:prstGeom>
          </p:spPr>
        </p:pic>
        <p:sp>
          <p:nvSpPr>
            <p:cNvPr id="18" name="TextBox 17">
              <a:extLst>
                <a:ext uri="{FF2B5EF4-FFF2-40B4-BE49-F238E27FC236}">
                  <a16:creationId xmlns:a16="http://schemas.microsoft.com/office/drawing/2014/main" id="{201BC978-1EBA-770D-8ED9-8983E0DE9D23}"/>
                </a:ext>
              </a:extLst>
            </p:cNvPr>
            <p:cNvSpPr txBox="1"/>
            <p:nvPr/>
          </p:nvSpPr>
          <p:spPr>
            <a:xfrm>
              <a:off x="4711598" y="5522185"/>
              <a:ext cx="3888431" cy="576943"/>
            </a:xfrm>
            <a:prstGeom prst="rect">
              <a:avLst/>
            </a:prstGeom>
            <a:noFill/>
          </p:spPr>
          <p:txBody>
            <a:bodyPr wrap="square" rtlCol="0">
              <a:spAutoFit/>
            </a:bodyPr>
            <a:lstStyle/>
            <a:p>
              <a:pPr algn="ctr"/>
              <a:r>
                <a:rPr lang="en-US">
                  <a:solidFill>
                    <a:schemeClr val="tx1"/>
                  </a:solidFill>
                </a:rPr>
                <a:t>Test 3</a:t>
              </a:r>
            </a:p>
          </p:txBody>
        </p:sp>
      </p:grpSp>
      <p:graphicFrame>
        <p:nvGraphicFramePr>
          <p:cNvPr id="2" name="Table 1">
            <a:extLst>
              <a:ext uri="{FF2B5EF4-FFF2-40B4-BE49-F238E27FC236}">
                <a16:creationId xmlns:a16="http://schemas.microsoft.com/office/drawing/2014/main" id="{1CF04D42-06D7-93C9-D2B1-3AEED5F8B69F}"/>
              </a:ext>
            </a:extLst>
          </p:cNvPr>
          <p:cNvGraphicFramePr>
            <a:graphicFrameLocks noGrp="1"/>
          </p:cNvGraphicFramePr>
          <p:nvPr>
            <p:extLst>
              <p:ext uri="{D42A27DB-BD31-4B8C-83A1-F6EECF244321}">
                <p14:modId xmlns:p14="http://schemas.microsoft.com/office/powerpoint/2010/main" val="4016187115"/>
              </p:ext>
            </p:extLst>
          </p:nvPr>
        </p:nvGraphicFramePr>
        <p:xfrm>
          <a:off x="634500" y="768270"/>
          <a:ext cx="7875000" cy="2231924"/>
        </p:xfrm>
        <a:graphic>
          <a:graphicData uri="http://schemas.openxmlformats.org/drawingml/2006/table">
            <a:tbl>
              <a:tblPr firstRow="1" bandRow="1">
                <a:tableStyleId>{21E4AEA4-8DFA-4A89-87EB-49C32662AFE0}</a:tableStyleId>
              </a:tblPr>
              <a:tblGrid>
                <a:gridCol w="1611396">
                  <a:extLst>
                    <a:ext uri="{9D8B030D-6E8A-4147-A177-3AD203B41FA5}">
                      <a16:colId xmlns:a16="http://schemas.microsoft.com/office/drawing/2014/main" val="353819784"/>
                    </a:ext>
                  </a:extLst>
                </a:gridCol>
                <a:gridCol w="1565901">
                  <a:extLst>
                    <a:ext uri="{9D8B030D-6E8A-4147-A177-3AD203B41FA5}">
                      <a16:colId xmlns:a16="http://schemas.microsoft.com/office/drawing/2014/main" val="1016823809"/>
                    </a:ext>
                  </a:extLst>
                </a:gridCol>
                <a:gridCol w="1565901">
                  <a:extLst>
                    <a:ext uri="{9D8B030D-6E8A-4147-A177-3AD203B41FA5}">
                      <a16:colId xmlns:a16="http://schemas.microsoft.com/office/drawing/2014/main" val="1213983184"/>
                    </a:ext>
                  </a:extLst>
                </a:gridCol>
                <a:gridCol w="1565901">
                  <a:extLst>
                    <a:ext uri="{9D8B030D-6E8A-4147-A177-3AD203B41FA5}">
                      <a16:colId xmlns:a16="http://schemas.microsoft.com/office/drawing/2014/main" val="1610593402"/>
                    </a:ext>
                  </a:extLst>
                </a:gridCol>
                <a:gridCol w="1565901">
                  <a:extLst>
                    <a:ext uri="{9D8B030D-6E8A-4147-A177-3AD203B41FA5}">
                      <a16:colId xmlns:a16="http://schemas.microsoft.com/office/drawing/2014/main" val="267284578"/>
                    </a:ext>
                  </a:extLst>
                </a:gridCol>
              </a:tblGrid>
              <a:tr h="494564">
                <a:tc gridSpan="5">
                  <a:txBody>
                    <a:bodyPr/>
                    <a:lstStyle/>
                    <a:p>
                      <a:pPr algn="ctr"/>
                      <a:r>
                        <a:rPr lang="en-US">
                          <a:solidFill>
                            <a:schemeClr val="bg1"/>
                          </a:solidFill>
                          <a:latin typeface="+mj-lt"/>
                        </a:rPr>
                        <a:t>Tests With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5538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Number</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Feed Rate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Spindle Speed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Temperature (Degrees 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Forming depth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3544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400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9.96</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r h="3544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2</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120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8.75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90821941"/>
                  </a:ext>
                </a:extLst>
              </a:tr>
              <a:tr h="3544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3</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10.80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066318310"/>
                  </a:ext>
                </a:extLst>
              </a:tr>
            </a:tbl>
          </a:graphicData>
        </a:graphic>
      </p:graphicFrame>
    </p:spTree>
    <p:extLst>
      <p:ext uri="{BB962C8B-B14F-4D97-AF65-F5344CB8AC3E}">
        <p14:creationId xmlns:p14="http://schemas.microsoft.com/office/powerpoint/2010/main" val="3525205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EC6A6-3FCB-1E2B-2A23-3B5C793D492A}"/>
            </a:ext>
          </a:extLst>
        </p:cNvPr>
        <p:cNvGrpSpPr/>
        <p:nvPr/>
      </p:nvGrpSpPr>
      <p:grpSpPr>
        <a:xfrm>
          <a:off x="0" y="0"/>
          <a:ext cx="0" cy="0"/>
          <a:chOff x="0" y="0"/>
          <a:chExt cx="0" cy="0"/>
        </a:xfrm>
      </p:grpSpPr>
      <p:sp>
        <p:nvSpPr>
          <p:cNvPr id="17412" name="スライド番号プレースホルダ 3">
            <a:extLst>
              <a:ext uri="{FF2B5EF4-FFF2-40B4-BE49-F238E27FC236}">
                <a16:creationId xmlns:a16="http://schemas.microsoft.com/office/drawing/2014/main" id="{23591CA4-DE61-4135-4DA2-DBF0728EBD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No.11</a:t>
            </a:r>
          </a:p>
        </p:txBody>
      </p:sp>
      <p:sp>
        <p:nvSpPr>
          <p:cNvPr id="17413" name="タイトル 11">
            <a:extLst>
              <a:ext uri="{FF2B5EF4-FFF2-40B4-BE49-F238E27FC236}">
                <a16:creationId xmlns:a16="http://schemas.microsoft.com/office/drawing/2014/main" id="{F456BC79-75E9-D1AE-E195-F0A42A6C5003}"/>
              </a:ext>
            </a:extLst>
          </p:cNvPr>
          <p:cNvSpPr>
            <a:spLocks noGrp="1"/>
          </p:cNvSpPr>
          <p:nvPr>
            <p:ph type="title" idx="4294967295"/>
          </p:nvPr>
        </p:nvSpPr>
        <p:spPr/>
        <p:txBody>
          <a:bodyPr/>
          <a:lstStyle/>
          <a:p>
            <a:r>
              <a:rPr lang="en-US" altLang="ja-JP" sz="2000" b="1">
                <a:solidFill>
                  <a:schemeClr val="tx1"/>
                </a:solidFill>
              </a:rPr>
              <a:t>CFRTP experiments </a:t>
            </a:r>
            <a:endParaRPr lang="ja-JP" altLang="en-US" sz="2000" b="1">
              <a:solidFill>
                <a:schemeClr val="tx1"/>
              </a:solidFill>
            </a:endParaRPr>
          </a:p>
        </p:txBody>
      </p:sp>
      <p:grpSp>
        <p:nvGrpSpPr>
          <p:cNvPr id="32" name="Group 31">
            <a:extLst>
              <a:ext uri="{FF2B5EF4-FFF2-40B4-BE49-F238E27FC236}">
                <a16:creationId xmlns:a16="http://schemas.microsoft.com/office/drawing/2014/main" id="{2044252E-8079-B8E0-C9B0-7BDA88F5D649}"/>
              </a:ext>
            </a:extLst>
          </p:cNvPr>
          <p:cNvGrpSpPr/>
          <p:nvPr/>
        </p:nvGrpSpPr>
        <p:grpSpPr>
          <a:xfrm>
            <a:off x="1651131" y="3049262"/>
            <a:ext cx="3888432" cy="3266420"/>
            <a:chOff x="251520" y="2778985"/>
            <a:chExt cx="3888432" cy="3266420"/>
          </a:xfrm>
        </p:grpSpPr>
        <p:pic>
          <p:nvPicPr>
            <p:cNvPr id="23" name="Picture 22" descr="A close-up of a metal sheet&#10;&#10;AI-generated content may be incorrect.">
              <a:extLst>
                <a:ext uri="{FF2B5EF4-FFF2-40B4-BE49-F238E27FC236}">
                  <a16:creationId xmlns:a16="http://schemas.microsoft.com/office/drawing/2014/main" id="{D6C6B8BE-615A-0FF1-8622-F6C1F9AAE57E}"/>
                </a:ext>
              </a:extLst>
            </p:cNvPr>
            <p:cNvPicPr>
              <a:picLocks noChangeAspect="1"/>
            </p:cNvPicPr>
            <p:nvPr/>
          </p:nvPicPr>
          <p:blipFill>
            <a:blip r:embed="rId3">
              <a:extLst>
                <a:ext uri="{28A0092B-C50C-407E-A947-70E740481C1C}">
                  <a14:useLocalDpi xmlns:a14="http://schemas.microsoft.com/office/drawing/2010/main" val="0"/>
                </a:ext>
              </a:extLst>
            </a:blip>
            <a:srcRect l="29332" t="16002" r="26083" b="27536"/>
            <a:stretch>
              <a:fillRect/>
            </a:stretch>
          </p:blipFill>
          <p:spPr>
            <a:xfrm>
              <a:off x="849902" y="2778985"/>
              <a:ext cx="2888234" cy="2743200"/>
            </a:xfrm>
            <a:prstGeom prst="rect">
              <a:avLst/>
            </a:prstGeom>
          </p:spPr>
        </p:pic>
        <p:sp>
          <p:nvSpPr>
            <p:cNvPr id="15" name="TextBox 14">
              <a:extLst>
                <a:ext uri="{FF2B5EF4-FFF2-40B4-BE49-F238E27FC236}">
                  <a16:creationId xmlns:a16="http://schemas.microsoft.com/office/drawing/2014/main" id="{5EB93491-4C28-2F96-A7E7-F5EDC758AF28}"/>
                </a:ext>
              </a:extLst>
            </p:cNvPr>
            <p:cNvSpPr txBox="1"/>
            <p:nvPr/>
          </p:nvSpPr>
          <p:spPr>
            <a:xfrm>
              <a:off x="251520" y="5522185"/>
              <a:ext cx="3888432" cy="523220"/>
            </a:xfrm>
            <a:prstGeom prst="rect">
              <a:avLst/>
            </a:prstGeom>
            <a:noFill/>
          </p:spPr>
          <p:txBody>
            <a:bodyPr wrap="square" rtlCol="0">
              <a:spAutoFit/>
            </a:bodyPr>
            <a:lstStyle/>
            <a:p>
              <a:r>
                <a:rPr lang="en-US">
                  <a:solidFill>
                    <a:schemeClr val="tx1"/>
                  </a:solidFill>
                </a:rPr>
                <a:t>Test Without the Mold</a:t>
              </a:r>
            </a:p>
          </p:txBody>
        </p:sp>
      </p:grpSp>
      <p:graphicFrame>
        <p:nvGraphicFramePr>
          <p:cNvPr id="2" name="Table 1">
            <a:extLst>
              <a:ext uri="{FF2B5EF4-FFF2-40B4-BE49-F238E27FC236}">
                <a16:creationId xmlns:a16="http://schemas.microsoft.com/office/drawing/2014/main" id="{430863E1-760E-6FFF-C955-61850E3C8B5D}"/>
              </a:ext>
            </a:extLst>
          </p:cNvPr>
          <p:cNvGraphicFramePr>
            <a:graphicFrameLocks noGrp="1"/>
          </p:cNvGraphicFramePr>
          <p:nvPr>
            <p:extLst>
              <p:ext uri="{D42A27DB-BD31-4B8C-83A1-F6EECF244321}">
                <p14:modId xmlns:p14="http://schemas.microsoft.com/office/powerpoint/2010/main" val="2486666309"/>
              </p:ext>
            </p:extLst>
          </p:nvPr>
        </p:nvGraphicFramePr>
        <p:xfrm>
          <a:off x="467545" y="980728"/>
          <a:ext cx="8064895" cy="1621206"/>
        </p:xfrm>
        <a:graphic>
          <a:graphicData uri="http://schemas.openxmlformats.org/drawingml/2006/table">
            <a:tbl>
              <a:tblPr firstRow="1" bandRow="1">
                <a:tableStyleId>{21E4AEA4-8DFA-4A89-87EB-49C32662AFE0}</a:tableStyleId>
              </a:tblPr>
              <a:tblGrid>
                <a:gridCol w="1650251">
                  <a:extLst>
                    <a:ext uri="{9D8B030D-6E8A-4147-A177-3AD203B41FA5}">
                      <a16:colId xmlns:a16="http://schemas.microsoft.com/office/drawing/2014/main" val="353819784"/>
                    </a:ext>
                  </a:extLst>
                </a:gridCol>
                <a:gridCol w="1603661">
                  <a:extLst>
                    <a:ext uri="{9D8B030D-6E8A-4147-A177-3AD203B41FA5}">
                      <a16:colId xmlns:a16="http://schemas.microsoft.com/office/drawing/2014/main" val="1016823809"/>
                    </a:ext>
                  </a:extLst>
                </a:gridCol>
                <a:gridCol w="1603661">
                  <a:extLst>
                    <a:ext uri="{9D8B030D-6E8A-4147-A177-3AD203B41FA5}">
                      <a16:colId xmlns:a16="http://schemas.microsoft.com/office/drawing/2014/main" val="1213983184"/>
                    </a:ext>
                  </a:extLst>
                </a:gridCol>
                <a:gridCol w="1603661">
                  <a:extLst>
                    <a:ext uri="{9D8B030D-6E8A-4147-A177-3AD203B41FA5}">
                      <a16:colId xmlns:a16="http://schemas.microsoft.com/office/drawing/2014/main" val="1610593402"/>
                    </a:ext>
                  </a:extLst>
                </a:gridCol>
                <a:gridCol w="1603661">
                  <a:extLst>
                    <a:ext uri="{9D8B030D-6E8A-4147-A177-3AD203B41FA5}">
                      <a16:colId xmlns:a16="http://schemas.microsoft.com/office/drawing/2014/main" val="267284578"/>
                    </a:ext>
                  </a:extLst>
                </a:gridCol>
              </a:tblGrid>
              <a:tr h="571531">
                <a:tc gridSpan="5">
                  <a:txBody>
                    <a:bodyPr/>
                    <a:lstStyle/>
                    <a:p>
                      <a:pPr algn="ctr"/>
                      <a:r>
                        <a:rPr lang="en-US">
                          <a:solidFill>
                            <a:schemeClr val="bg1"/>
                          </a:solidFill>
                          <a:latin typeface="+mj-lt"/>
                        </a:rPr>
                        <a:t>Tests Without a Mold With CFRTP</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ct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035122293"/>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Number</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Feed Rate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Spindle Speed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Temperature (Degrees 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n-lt"/>
                          <a:ea typeface="+mn-ea"/>
                          <a:cs typeface="+mn-cs"/>
                        </a:rPr>
                        <a:t>Forming depth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96084145"/>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1</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1000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500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150</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latin typeface="+mj-lt"/>
                        </a:rPr>
                        <a:t>9.85</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25694814"/>
                  </a:ext>
                </a:extLst>
              </a:tr>
            </a:tbl>
          </a:graphicData>
        </a:graphic>
      </p:graphicFrame>
    </p:spTree>
    <p:extLst>
      <p:ext uri="{BB962C8B-B14F-4D97-AF65-F5344CB8AC3E}">
        <p14:creationId xmlns:p14="http://schemas.microsoft.com/office/powerpoint/2010/main" val="825535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2CCE36-7F72-4AAE-2CA3-4B943F42DB4B}"/>
              </a:ext>
            </a:extLst>
          </p:cNvPr>
          <p:cNvSpPr>
            <a:spLocks noGrp="1"/>
          </p:cNvSpPr>
          <p:nvPr>
            <p:ph type="sldNum" sz="quarter" idx="12"/>
          </p:nvPr>
        </p:nvSpPr>
        <p:spPr/>
        <p:txBody>
          <a:bodyPr/>
          <a:lstStyle/>
          <a:p>
            <a:r>
              <a:rPr lang="en-US" altLang="ja-JP"/>
              <a:t>No.</a:t>
            </a:r>
            <a:fld id="{721ED71F-7F3A-4A9C-A5EC-5516A79DC590}" type="slidenum">
              <a:rPr lang="en-US" altLang="ja-JP" smtClean="0"/>
              <a:pPr/>
              <a:t>28</a:t>
            </a:fld>
            <a:endParaRPr lang="en-US" altLang="ja-JP"/>
          </a:p>
        </p:txBody>
      </p:sp>
      <p:sp>
        <p:nvSpPr>
          <p:cNvPr id="6" name="TextBox 5">
            <a:extLst>
              <a:ext uri="{FF2B5EF4-FFF2-40B4-BE49-F238E27FC236}">
                <a16:creationId xmlns:a16="http://schemas.microsoft.com/office/drawing/2014/main" id="{6AD838C1-9D54-BE55-E857-1791B2B2DF01}"/>
              </a:ext>
            </a:extLst>
          </p:cNvPr>
          <p:cNvSpPr txBox="1"/>
          <p:nvPr/>
        </p:nvSpPr>
        <p:spPr>
          <a:xfrm>
            <a:off x="107504" y="1536174"/>
            <a:ext cx="8807896" cy="3785652"/>
          </a:xfrm>
          <a:prstGeom prst="rect">
            <a:avLst/>
          </a:prstGeom>
          <a:noFill/>
        </p:spPr>
        <p:txBody>
          <a:bodyPr wrap="square" rtlCol="0">
            <a:spAutoFit/>
          </a:bodyPr>
          <a:lstStyle/>
          <a:p>
            <a:pPr marL="342900" indent="-342900">
              <a:buFont typeface="Arial" panose="020B0604020202020204" pitchFamily="34" charset="0"/>
              <a:buChar char="•"/>
            </a:pPr>
            <a:r>
              <a:rPr lang="en-US" sz="1500"/>
              <a:t>Suboptimal Paths: The method uses a greedy nearest-neighbor heuristic, which often produces suboptimal paths. For TSP, this can result in significantly longer total path lengths compared to optimal or near-optimal solutions, increasing machining time and energy use in incremental forming.</a:t>
            </a:r>
          </a:p>
          <a:p>
            <a:pPr marL="342900" indent="-342900">
              <a:buFont typeface="Arial" panose="020B0604020202020204" pitchFamily="34" charset="0"/>
              <a:buChar char="•"/>
            </a:pPr>
            <a:r>
              <a:rPr lang="en-US" sz="1500"/>
              <a:t>Lack of Optimization: It doesn’t consider global optimization techniques (e.g., dynamic programming, branch-and-bound, or metaheuristics like simulated annealing), which TSP libraries employ to find better solutions. </a:t>
            </a:r>
          </a:p>
          <a:p>
            <a:pPr marL="342900" indent="-342900">
              <a:buFont typeface="Arial" panose="020B0604020202020204" pitchFamily="34" charset="0"/>
              <a:buChar char="•"/>
            </a:pPr>
            <a:r>
              <a:rPr lang="en-US" sz="1500"/>
              <a:t>Code Complexity and Maintenance: The code is complex, with manual handling of arrays, loops, and file I/O (e.g., saving and loading layer.csv). This increases the risk of bugs and makes it harder to maintain or extend compared to a library’s streamlined API. </a:t>
            </a:r>
          </a:p>
          <a:p>
            <a:pPr marL="342900" indent="-342900">
              <a:buFont typeface="Arial" panose="020B0604020202020204" pitchFamily="34" charset="0"/>
              <a:buChar char="•"/>
            </a:pPr>
            <a:r>
              <a:rPr lang="en-US" sz="1500"/>
              <a:t>Scalability Issues: For large point clouds (common in incremental forming), the iterative distance calculations and array manipulations (e.g., </a:t>
            </a:r>
            <a:r>
              <a:rPr lang="en-US" sz="1500" err="1"/>
              <a:t>np.linalg.norm</a:t>
            </a:r>
            <a:r>
              <a:rPr lang="en-US" sz="1500"/>
              <a:t>, </a:t>
            </a:r>
            <a:r>
              <a:rPr lang="en-US" sz="1500" err="1"/>
              <a:t>np.delete</a:t>
            </a:r>
            <a:r>
              <a:rPr lang="en-US" sz="1500"/>
              <a:t>) are computationally inefficient, leading to slow performance. </a:t>
            </a:r>
          </a:p>
          <a:p>
            <a:pPr marL="342900" indent="-342900">
              <a:buFont typeface="Arial" panose="020B0604020202020204" pitchFamily="34" charset="0"/>
              <a:buChar char="•"/>
            </a:pPr>
            <a:r>
              <a:rPr lang="en-US" sz="1500"/>
              <a:t>Limited Flexibility: The method is tailored to a specific point cloud structure and doesn’t easily adapt to variations like weighted graphs, constraints (e.g., toolpath continuity), or alternative distance metrics.</a:t>
            </a:r>
          </a:p>
        </p:txBody>
      </p:sp>
      <p:sp>
        <p:nvSpPr>
          <p:cNvPr id="3" name="タイトル 12">
            <a:extLst>
              <a:ext uri="{FF2B5EF4-FFF2-40B4-BE49-F238E27FC236}">
                <a16:creationId xmlns:a16="http://schemas.microsoft.com/office/drawing/2014/main" id="{8D385EE8-5C70-2911-6E3B-2DD00F247D87}"/>
              </a:ext>
            </a:extLst>
          </p:cNvPr>
          <p:cNvSpPr txBox="1">
            <a:spLocks/>
          </p:cNvSpPr>
          <p:nvPr/>
        </p:nvSpPr>
        <p:spPr bwMode="auto">
          <a:xfrm>
            <a:off x="533400" y="762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altLang="ja-JP" sz="2800" b="1" kern="0">
                <a:solidFill>
                  <a:schemeClr val="tx1"/>
                </a:solidFill>
              </a:rPr>
              <a:t>Issues with previous research CAM system</a:t>
            </a:r>
            <a:endParaRPr lang="ja-JP" altLang="en-US" sz="2000" b="1" kern="0">
              <a:solidFill>
                <a:schemeClr val="tx1"/>
              </a:solidFill>
            </a:endParaRPr>
          </a:p>
        </p:txBody>
      </p:sp>
    </p:spTree>
    <p:extLst>
      <p:ext uri="{BB962C8B-B14F-4D97-AF65-F5344CB8AC3E}">
        <p14:creationId xmlns:p14="http://schemas.microsoft.com/office/powerpoint/2010/main" val="1655346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0EC78-4AC3-DE43-BD5F-3F5250D75983}"/>
            </a:ext>
          </a:extLst>
        </p:cNvPr>
        <p:cNvGrpSpPr/>
        <p:nvPr/>
      </p:nvGrpSpPr>
      <p:grpSpPr>
        <a:xfrm>
          <a:off x="0" y="0"/>
          <a:ext cx="0" cy="0"/>
          <a:chOff x="0" y="0"/>
          <a:chExt cx="0" cy="0"/>
        </a:xfrm>
      </p:grpSpPr>
      <p:sp>
        <p:nvSpPr>
          <p:cNvPr id="6157" name="タイトル 14">
            <a:extLst>
              <a:ext uri="{FF2B5EF4-FFF2-40B4-BE49-F238E27FC236}">
                <a16:creationId xmlns:a16="http://schemas.microsoft.com/office/drawing/2014/main" id="{7B1A858A-D7CB-6346-9C12-AACB6452EF0D}"/>
              </a:ext>
            </a:extLst>
          </p:cNvPr>
          <p:cNvSpPr>
            <a:spLocks noGrp="1"/>
          </p:cNvSpPr>
          <p:nvPr>
            <p:ph type="title" idx="4294967295"/>
          </p:nvPr>
        </p:nvSpPr>
        <p:spPr/>
        <p:txBody>
          <a:bodyPr/>
          <a:lstStyle/>
          <a:p>
            <a:r>
              <a:rPr lang="en-US" altLang="ja-JP" sz="2800" b="1">
                <a:solidFill>
                  <a:schemeClr val="tx1"/>
                </a:solidFill>
              </a:rPr>
              <a:t>CFRTP Experimental conditions</a:t>
            </a:r>
            <a:endParaRPr lang="ja-JP" altLang="en-US" sz="2800" b="1">
              <a:solidFill>
                <a:schemeClr val="tx1"/>
              </a:solidFill>
            </a:endParaRPr>
          </a:p>
        </p:txBody>
      </p:sp>
      <p:sp>
        <p:nvSpPr>
          <p:cNvPr id="2" name="スライド番号プレースホルダ 1">
            <a:extLst>
              <a:ext uri="{FF2B5EF4-FFF2-40B4-BE49-F238E27FC236}">
                <a16:creationId xmlns:a16="http://schemas.microsoft.com/office/drawing/2014/main" id="{B6A6EDB7-FF4A-2B02-1A5C-C885188E4070}"/>
              </a:ext>
            </a:extLst>
          </p:cNvPr>
          <p:cNvSpPr>
            <a:spLocks noGrp="1"/>
          </p:cNvSpPr>
          <p:nvPr>
            <p:ph type="sldNum" sz="quarter" idx="12"/>
          </p:nvPr>
        </p:nvSpPr>
        <p:spPr>
          <a:xfrm>
            <a:off x="7010400" y="152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A91B2A58-D626-43DF-907C-F5D4F3028ADE}" type="slidenum">
              <a:rPr lang="en-US" altLang="ja-JP" sz="1400"/>
              <a:t>29</a:t>
            </a:fld>
            <a:endParaRPr lang="en-US" altLang="ja-JP" sz="1400"/>
          </a:p>
        </p:txBody>
      </p:sp>
      <p:graphicFrame>
        <p:nvGraphicFramePr>
          <p:cNvPr id="13" name="Table 12">
            <a:extLst>
              <a:ext uri="{FF2B5EF4-FFF2-40B4-BE49-F238E27FC236}">
                <a16:creationId xmlns:a16="http://schemas.microsoft.com/office/drawing/2014/main" id="{B92819E8-6C1F-E443-2A18-E0A39EC9BCC4}"/>
              </a:ext>
            </a:extLst>
          </p:cNvPr>
          <p:cNvGraphicFramePr>
            <a:graphicFrameLocks noGrp="1"/>
          </p:cNvGraphicFramePr>
          <p:nvPr>
            <p:extLst>
              <p:ext uri="{D42A27DB-BD31-4B8C-83A1-F6EECF244321}">
                <p14:modId xmlns:p14="http://schemas.microsoft.com/office/powerpoint/2010/main" val="2935354851"/>
              </p:ext>
            </p:extLst>
          </p:nvPr>
        </p:nvGraphicFramePr>
        <p:xfrm>
          <a:off x="533400" y="1402285"/>
          <a:ext cx="3652700" cy="3935344"/>
        </p:xfrm>
        <a:graphic>
          <a:graphicData uri="http://schemas.openxmlformats.org/drawingml/2006/table">
            <a:tbl>
              <a:tblPr firstRow="1" bandRow="1">
                <a:tableStyleId>{21E4AEA4-8DFA-4A89-87EB-49C32662AFE0}</a:tableStyleId>
              </a:tblPr>
              <a:tblGrid>
                <a:gridCol w="1852500">
                  <a:extLst>
                    <a:ext uri="{9D8B030D-6E8A-4147-A177-3AD203B41FA5}">
                      <a16:colId xmlns:a16="http://schemas.microsoft.com/office/drawing/2014/main" val="823402866"/>
                    </a:ext>
                  </a:extLst>
                </a:gridCol>
                <a:gridCol w="1800200">
                  <a:extLst>
                    <a:ext uri="{9D8B030D-6E8A-4147-A177-3AD203B41FA5}">
                      <a16:colId xmlns:a16="http://schemas.microsoft.com/office/drawing/2014/main" val="1879517456"/>
                    </a:ext>
                  </a:extLst>
                </a:gridCol>
              </a:tblGrid>
              <a:tr h="571531">
                <a:tc gridSpan="2">
                  <a:txBody>
                    <a:bodyPr/>
                    <a:lstStyle/>
                    <a:p>
                      <a:pPr algn="ctr"/>
                      <a:r>
                        <a:rPr lang="en-US">
                          <a:solidFill>
                            <a:schemeClr val="bg1"/>
                          </a:solidFill>
                          <a:latin typeface="+mj-lt"/>
                        </a:rPr>
                        <a:t>Previous Research Experimental Conditions: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Angle:</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40°</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323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Feed Rate:</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1000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770830478"/>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Shape Radius:</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20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9755024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Pitch: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1560249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Depth: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15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4615686"/>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Temperature: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393K (120°C)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1649255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Spindle rotation: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1000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09632405"/>
                  </a:ext>
                </a:extLst>
              </a:tr>
            </a:tbl>
          </a:graphicData>
        </a:graphic>
      </p:graphicFrame>
      <p:graphicFrame>
        <p:nvGraphicFramePr>
          <p:cNvPr id="6" name="Table 5">
            <a:extLst>
              <a:ext uri="{FF2B5EF4-FFF2-40B4-BE49-F238E27FC236}">
                <a16:creationId xmlns:a16="http://schemas.microsoft.com/office/drawing/2014/main" id="{EB5558CC-4A6E-0DC0-2DF6-748D399B69E9}"/>
              </a:ext>
            </a:extLst>
          </p:cNvPr>
          <p:cNvGraphicFramePr>
            <a:graphicFrameLocks noGrp="1"/>
          </p:cNvGraphicFramePr>
          <p:nvPr>
            <p:extLst>
              <p:ext uri="{D42A27DB-BD31-4B8C-83A1-F6EECF244321}">
                <p14:modId xmlns:p14="http://schemas.microsoft.com/office/powerpoint/2010/main" val="4284253901"/>
              </p:ext>
            </p:extLst>
          </p:nvPr>
        </p:nvGraphicFramePr>
        <p:xfrm>
          <a:off x="4957902" y="1402285"/>
          <a:ext cx="3652700" cy="3935344"/>
        </p:xfrm>
        <a:graphic>
          <a:graphicData uri="http://schemas.openxmlformats.org/drawingml/2006/table">
            <a:tbl>
              <a:tblPr firstRow="1" bandRow="1">
                <a:tableStyleId>{21E4AEA4-8DFA-4A89-87EB-49C32662AFE0}</a:tableStyleId>
              </a:tblPr>
              <a:tblGrid>
                <a:gridCol w="1852500">
                  <a:extLst>
                    <a:ext uri="{9D8B030D-6E8A-4147-A177-3AD203B41FA5}">
                      <a16:colId xmlns:a16="http://schemas.microsoft.com/office/drawing/2014/main" val="823402866"/>
                    </a:ext>
                  </a:extLst>
                </a:gridCol>
                <a:gridCol w="1800200">
                  <a:extLst>
                    <a:ext uri="{9D8B030D-6E8A-4147-A177-3AD203B41FA5}">
                      <a16:colId xmlns:a16="http://schemas.microsoft.com/office/drawing/2014/main" val="1879517456"/>
                    </a:ext>
                  </a:extLst>
                </a:gridCol>
              </a:tblGrid>
              <a:tr h="571531">
                <a:tc gridSpan="2">
                  <a:txBody>
                    <a:bodyPr/>
                    <a:lstStyle/>
                    <a:p>
                      <a:pPr algn="ctr"/>
                      <a:r>
                        <a:rPr lang="en-US">
                          <a:solidFill>
                            <a:schemeClr val="bg1"/>
                          </a:solidFill>
                          <a:latin typeface="+mj-lt"/>
                        </a:rPr>
                        <a:t>Experimental Conditions for the Following Experiments:</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US">
                        <a:solidFill>
                          <a:schemeClr val="tx1"/>
                        </a:solidFill>
                      </a:endParaRPr>
                    </a:p>
                  </a:txBody>
                  <a:tcPr>
                    <a:solidFill>
                      <a:schemeClr val="accent6">
                        <a:lumMod val="60000"/>
                        <a:lumOff val="40000"/>
                      </a:schemeClr>
                    </a:solidFill>
                  </a:tcPr>
                </a:tc>
                <a:extLst>
                  <a:ext uri="{0D108BD9-81ED-4DB2-BD59-A6C34878D82A}">
                    <a16:rowId xmlns:a16="http://schemas.microsoft.com/office/drawing/2014/main" val="2996438077"/>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Angle:</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45°</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6323941"/>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Feed Rate:</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1000 mm/min</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770830478"/>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800" b="1" kern="1200">
                          <a:solidFill>
                            <a:schemeClr val="bg1"/>
                          </a:solidFill>
                          <a:effectLst/>
                          <a:latin typeface="+mj-lt"/>
                        </a:rPr>
                        <a:t>Test Shape Dimensions:</a:t>
                      </a:r>
                      <a:endParaRPr lang="en-US" b="1">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r>
                        <a:rPr kumimoji="1" lang="en-US" sz="1800" kern="1200">
                          <a:solidFill>
                            <a:schemeClr val="bg1"/>
                          </a:solidFill>
                          <a:effectLst/>
                          <a:latin typeface="+mj-lt"/>
                          <a:ea typeface="+mn-ea"/>
                          <a:cs typeface="+mn-cs"/>
                        </a:rPr>
                        <a:t>30 mm x 30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97550244"/>
                  </a:ext>
                </a:extLst>
              </a:tr>
              <a:tr h="4095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Pitch: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 mm</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1560249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Depth: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9.9 mm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74615686"/>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Temperature: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393K (120°C)</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816492554"/>
                  </a:ext>
                </a:extLst>
              </a:tr>
              <a:tr h="3986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latin typeface="+mj-lt"/>
                        </a:rPr>
                        <a:t>Spindle rotation: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solidFill>
                            <a:schemeClr val="bg1"/>
                          </a:solidFill>
                          <a:latin typeface="+mj-lt"/>
                        </a:rPr>
                        <a:t>1000 rpm</a:t>
                      </a:r>
                      <a:endParaRPr lang="en-US">
                        <a:solidFill>
                          <a:schemeClr val="bg1"/>
                        </a:solidFill>
                        <a:latin typeface="+mj-l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09632405"/>
                  </a:ext>
                </a:extLst>
              </a:tr>
            </a:tbl>
          </a:graphicData>
        </a:graphic>
      </p:graphicFrame>
    </p:spTree>
    <p:extLst>
      <p:ext uri="{BB962C8B-B14F-4D97-AF65-F5344CB8AC3E}">
        <p14:creationId xmlns:p14="http://schemas.microsoft.com/office/powerpoint/2010/main" val="3194971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20A1F-0184-2CE5-302E-F11EE08F9F5E}"/>
            </a:ext>
          </a:extLst>
        </p:cNvPr>
        <p:cNvGrpSpPr/>
        <p:nvPr/>
      </p:nvGrpSpPr>
      <p:grpSpPr>
        <a:xfrm>
          <a:off x="0" y="0"/>
          <a:ext cx="0" cy="0"/>
          <a:chOff x="0" y="0"/>
          <a:chExt cx="0" cy="0"/>
        </a:xfrm>
      </p:grpSpPr>
      <p:sp>
        <p:nvSpPr>
          <p:cNvPr id="10244" name="スライド番号プレースホルダ 1">
            <a:extLst>
              <a:ext uri="{FF2B5EF4-FFF2-40B4-BE49-F238E27FC236}">
                <a16:creationId xmlns:a16="http://schemas.microsoft.com/office/drawing/2014/main" id="{95235BAE-DC3E-7074-F170-ED502A14F3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52238202-937A-4D25-A39E-EEA70CF45FE6}" type="slidenum">
              <a:rPr lang="en-US" altLang="ja-JP" sz="1400" smtClean="0"/>
              <a:t>30</a:t>
            </a:fld>
            <a:endParaRPr lang="en-US" altLang="ja-JP" sz="1400"/>
          </a:p>
        </p:txBody>
      </p:sp>
      <p:sp>
        <p:nvSpPr>
          <p:cNvPr id="4" name="タイトル 4">
            <a:extLst>
              <a:ext uri="{FF2B5EF4-FFF2-40B4-BE49-F238E27FC236}">
                <a16:creationId xmlns:a16="http://schemas.microsoft.com/office/drawing/2014/main" id="{A2EC32D7-286C-CEE3-29CE-4664DA0FA88C}"/>
              </a:ext>
            </a:extLst>
          </p:cNvPr>
          <p:cNvSpPr txBox="1">
            <a:spLocks/>
          </p:cNvSpPr>
          <p:nvPr/>
        </p:nvSpPr>
        <p:spPr bwMode="auto">
          <a:xfrm>
            <a:off x="533400" y="76200"/>
            <a:ext cx="713494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rgbClr val="000099"/>
                </a:solidFill>
                <a:latin typeface="+mj-lt"/>
                <a:ea typeface="+mj-ea"/>
                <a:cs typeface="+mj-cs"/>
              </a:defRPr>
            </a:lvl1pPr>
            <a:lvl2pPr algn="l" rtl="0" eaLnBrk="0" fontAlgn="base" hangingPunct="0">
              <a:spcBef>
                <a:spcPct val="0"/>
              </a:spcBef>
              <a:spcAft>
                <a:spcPct val="0"/>
              </a:spcAft>
              <a:defRPr kumimoji="1" sz="2400">
                <a:solidFill>
                  <a:srgbClr val="000099"/>
                </a:solidFill>
                <a:latin typeface="Arial" charset="0"/>
                <a:ea typeface="ＭＳ Ｐゴシック" charset="-128"/>
              </a:defRPr>
            </a:lvl2pPr>
            <a:lvl3pPr algn="l" rtl="0" eaLnBrk="0" fontAlgn="base" hangingPunct="0">
              <a:spcBef>
                <a:spcPct val="0"/>
              </a:spcBef>
              <a:spcAft>
                <a:spcPct val="0"/>
              </a:spcAft>
              <a:defRPr kumimoji="1" sz="2400">
                <a:solidFill>
                  <a:srgbClr val="000099"/>
                </a:solidFill>
                <a:latin typeface="Arial" charset="0"/>
                <a:ea typeface="ＭＳ Ｐゴシック" charset="-128"/>
              </a:defRPr>
            </a:lvl3pPr>
            <a:lvl4pPr algn="l" rtl="0" eaLnBrk="0" fontAlgn="base" hangingPunct="0">
              <a:spcBef>
                <a:spcPct val="0"/>
              </a:spcBef>
              <a:spcAft>
                <a:spcPct val="0"/>
              </a:spcAft>
              <a:defRPr kumimoji="1" sz="2400">
                <a:solidFill>
                  <a:srgbClr val="000099"/>
                </a:solidFill>
                <a:latin typeface="Arial" charset="0"/>
                <a:ea typeface="ＭＳ Ｐゴシック" charset="-128"/>
              </a:defRPr>
            </a:lvl4pPr>
            <a:lvl5pPr algn="l" rtl="0" eaLnBrk="0" fontAlgn="base" hangingPunct="0">
              <a:spcBef>
                <a:spcPct val="0"/>
              </a:spcBef>
              <a:spcAft>
                <a:spcPct val="0"/>
              </a:spcAft>
              <a:defRPr kumimoji="1" sz="2400">
                <a:solidFill>
                  <a:srgbClr val="000099"/>
                </a:solidFill>
                <a:latin typeface="Arial" charset="0"/>
                <a:ea typeface="ＭＳ Ｐゴシック" charset="-128"/>
              </a:defRPr>
            </a:lvl5pPr>
            <a:lvl6pPr marL="457200" algn="l" rtl="0" fontAlgn="base">
              <a:spcBef>
                <a:spcPct val="0"/>
              </a:spcBef>
              <a:spcAft>
                <a:spcPct val="0"/>
              </a:spcAft>
              <a:defRPr kumimoji="1" sz="2400">
                <a:solidFill>
                  <a:srgbClr val="000099"/>
                </a:solidFill>
                <a:latin typeface="Arial" charset="0"/>
                <a:ea typeface="ＭＳ Ｐゴシック" charset="-128"/>
              </a:defRPr>
            </a:lvl6pPr>
            <a:lvl7pPr marL="914400" algn="l" rtl="0" fontAlgn="base">
              <a:spcBef>
                <a:spcPct val="0"/>
              </a:spcBef>
              <a:spcAft>
                <a:spcPct val="0"/>
              </a:spcAft>
              <a:defRPr kumimoji="1" sz="2400">
                <a:solidFill>
                  <a:srgbClr val="000099"/>
                </a:solidFill>
                <a:latin typeface="Arial" charset="0"/>
                <a:ea typeface="ＭＳ Ｐゴシック" charset="-128"/>
              </a:defRPr>
            </a:lvl7pPr>
            <a:lvl8pPr marL="1371600" algn="l" rtl="0" fontAlgn="base">
              <a:spcBef>
                <a:spcPct val="0"/>
              </a:spcBef>
              <a:spcAft>
                <a:spcPct val="0"/>
              </a:spcAft>
              <a:defRPr kumimoji="1" sz="2400">
                <a:solidFill>
                  <a:srgbClr val="000099"/>
                </a:solidFill>
                <a:latin typeface="Arial" charset="0"/>
                <a:ea typeface="ＭＳ Ｐゴシック" charset="-128"/>
              </a:defRPr>
            </a:lvl8pPr>
            <a:lvl9pPr marL="1828800" algn="l" rtl="0" fontAlgn="base">
              <a:spcBef>
                <a:spcPct val="0"/>
              </a:spcBef>
              <a:spcAft>
                <a:spcPct val="0"/>
              </a:spcAft>
              <a:defRPr kumimoji="1" sz="2400">
                <a:solidFill>
                  <a:srgbClr val="000099"/>
                </a:solidFill>
                <a:latin typeface="Arial" charset="0"/>
                <a:ea typeface="ＭＳ Ｐゴシック" charset="-128"/>
              </a:defRPr>
            </a:lvl9pPr>
          </a:lstStyle>
          <a:p>
            <a:r>
              <a:rPr lang="en-US" sz="2800">
                <a:solidFill>
                  <a:schemeClr val="tx1"/>
                </a:solidFill>
              </a:rPr>
              <a:t>CAM System Changes </a:t>
            </a:r>
            <a:r>
              <a:rPr lang="en-US" sz="2000">
                <a:solidFill>
                  <a:schemeClr val="tx1"/>
                </a:solidFill>
              </a:rPr>
              <a:t>CAM System Overview</a:t>
            </a:r>
          </a:p>
        </p:txBody>
      </p:sp>
      <p:graphicFrame>
        <p:nvGraphicFramePr>
          <p:cNvPr id="33" name="Diagram 32">
            <a:extLst>
              <a:ext uri="{FF2B5EF4-FFF2-40B4-BE49-F238E27FC236}">
                <a16:creationId xmlns:a16="http://schemas.microsoft.com/office/drawing/2014/main" id="{92BD374D-CA30-9F06-3D15-24F7765065FA}"/>
              </a:ext>
            </a:extLst>
          </p:cNvPr>
          <p:cNvGraphicFramePr/>
          <p:nvPr/>
        </p:nvGraphicFramePr>
        <p:xfrm>
          <a:off x="0" y="908720"/>
          <a:ext cx="9144000"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4376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EA227-D4B1-913B-5EEC-749A1911FE56}"/>
            </a:ext>
          </a:extLst>
        </p:cNvPr>
        <p:cNvGrpSpPr/>
        <p:nvPr/>
      </p:nvGrpSpPr>
      <p:grpSpPr>
        <a:xfrm>
          <a:off x="0" y="0"/>
          <a:ext cx="0" cy="0"/>
          <a:chOff x="0" y="0"/>
          <a:chExt cx="0" cy="0"/>
        </a:xfrm>
      </p:grpSpPr>
      <p:sp>
        <p:nvSpPr>
          <p:cNvPr id="15367" name="スライド番号プレースホルダ 3">
            <a:extLst>
              <a:ext uri="{FF2B5EF4-FFF2-40B4-BE49-F238E27FC236}">
                <a16:creationId xmlns:a16="http://schemas.microsoft.com/office/drawing/2014/main" id="{008A8C58-618C-4749-4228-70A91AFD2D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spcBef>
                <a:spcPct val="0"/>
              </a:spcBef>
              <a:buFontTx/>
              <a:buNone/>
            </a:pPr>
            <a:r>
              <a:rPr lang="en-US" altLang="ja-JP" sz="1400"/>
              <a:t>No.</a:t>
            </a:r>
            <a:fld id="{6C3F3518-D77B-4641-9CD1-C35D285CC1E2}" type="slidenum">
              <a:rPr lang="en-US" altLang="ja-JP" sz="1400"/>
              <a:t>31</a:t>
            </a:fld>
            <a:endParaRPr lang="en-US" altLang="ja-JP" sz="1400"/>
          </a:p>
        </p:txBody>
      </p:sp>
      <p:sp>
        <p:nvSpPr>
          <p:cNvPr id="15368" name="タイトル 11">
            <a:extLst>
              <a:ext uri="{FF2B5EF4-FFF2-40B4-BE49-F238E27FC236}">
                <a16:creationId xmlns:a16="http://schemas.microsoft.com/office/drawing/2014/main" id="{7E5A418E-5486-8D3B-263B-FE57E8909ADF}"/>
              </a:ext>
            </a:extLst>
          </p:cNvPr>
          <p:cNvSpPr>
            <a:spLocks noGrp="1"/>
          </p:cNvSpPr>
          <p:nvPr>
            <p:ph type="title" idx="4294967295"/>
          </p:nvPr>
        </p:nvSpPr>
        <p:spPr/>
        <p:txBody>
          <a:bodyPr/>
          <a:lstStyle/>
          <a:p>
            <a:r>
              <a:rPr lang="en-US" altLang="ja-JP" sz="2800" b="1">
                <a:solidFill>
                  <a:schemeClr val="tx1"/>
                </a:solidFill>
              </a:rPr>
              <a:t>Conclusion</a:t>
            </a:r>
            <a:endParaRPr lang="ja-JP" altLang="en-US" sz="2000" b="1">
              <a:solidFill>
                <a:schemeClr val="tx1"/>
              </a:solidFill>
            </a:endParaRPr>
          </a:p>
        </p:txBody>
      </p:sp>
      <p:graphicFrame>
        <p:nvGraphicFramePr>
          <p:cNvPr id="2" name="Table 1">
            <a:extLst>
              <a:ext uri="{FF2B5EF4-FFF2-40B4-BE49-F238E27FC236}">
                <a16:creationId xmlns:a16="http://schemas.microsoft.com/office/drawing/2014/main" id="{410ED0C9-D369-00C6-5BB3-43A1B1C12972}"/>
              </a:ext>
            </a:extLst>
          </p:cNvPr>
          <p:cNvGraphicFramePr>
            <a:graphicFrameLocks noGrp="1"/>
          </p:cNvGraphicFramePr>
          <p:nvPr/>
        </p:nvGraphicFramePr>
        <p:xfrm>
          <a:off x="685800" y="1325489"/>
          <a:ext cx="7772400" cy="1737360"/>
        </p:xfrm>
        <a:graphic>
          <a:graphicData uri="http://schemas.openxmlformats.org/drawingml/2006/table">
            <a:tbl>
              <a:tblPr/>
              <a:tblGrid>
                <a:gridCol w="1943100">
                  <a:extLst>
                    <a:ext uri="{9D8B030D-6E8A-4147-A177-3AD203B41FA5}">
                      <a16:colId xmlns:a16="http://schemas.microsoft.com/office/drawing/2014/main" val="4291276909"/>
                    </a:ext>
                  </a:extLst>
                </a:gridCol>
                <a:gridCol w="1943100">
                  <a:extLst>
                    <a:ext uri="{9D8B030D-6E8A-4147-A177-3AD203B41FA5}">
                      <a16:colId xmlns:a16="http://schemas.microsoft.com/office/drawing/2014/main" val="4061559627"/>
                    </a:ext>
                  </a:extLst>
                </a:gridCol>
                <a:gridCol w="1943100">
                  <a:extLst>
                    <a:ext uri="{9D8B030D-6E8A-4147-A177-3AD203B41FA5}">
                      <a16:colId xmlns:a16="http://schemas.microsoft.com/office/drawing/2014/main" val="2753183871"/>
                    </a:ext>
                  </a:extLst>
                </a:gridCol>
                <a:gridCol w="1943100">
                  <a:extLst>
                    <a:ext uri="{9D8B030D-6E8A-4147-A177-3AD203B41FA5}">
                      <a16:colId xmlns:a16="http://schemas.microsoft.com/office/drawing/2014/main" val="218322060"/>
                    </a:ext>
                  </a:extLst>
                </a:gridCol>
              </a:tblGrid>
              <a:tr h="0">
                <a:tc>
                  <a:txBody>
                    <a:bodyPr/>
                    <a:lstStyle/>
                    <a:p>
                      <a:pPr>
                        <a:buNone/>
                      </a:pPr>
                      <a:r>
                        <a:rPr lang="en-US" dirty="0">
                          <a:solidFill>
                            <a:schemeClr val="bg1"/>
                          </a:solidFill>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buNone/>
                      </a:pPr>
                      <a:r>
                        <a:rPr lang="en-US">
                          <a:solidFill>
                            <a:schemeClr val="bg1"/>
                          </a:solidFill>
                        </a:rPr>
                        <a:t>Previous Research (Truncated Cone)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buNone/>
                      </a:pPr>
                      <a:r>
                        <a:rPr lang="en-US">
                          <a:solidFill>
                            <a:schemeClr val="bg1"/>
                          </a:solidFill>
                        </a:rPr>
                        <a:t>Current Research (Complex Shape)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buNone/>
                      </a:pPr>
                      <a:r>
                        <a:rPr lang="en-US">
                          <a:solidFill>
                            <a:schemeClr val="bg1"/>
                          </a:solidFill>
                        </a:rPr>
                        <a:t>Difference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439187561"/>
                  </a:ext>
                </a:extLst>
              </a:tr>
              <a:tr h="0">
                <a:tc>
                  <a:txBody>
                    <a:bodyPr/>
                    <a:lstStyle/>
                    <a:p>
                      <a:pPr>
                        <a:buNone/>
                      </a:pPr>
                      <a:r>
                        <a:rPr lang="en-US">
                          <a:solidFill>
                            <a:schemeClr val="bg1"/>
                          </a:solidFill>
                        </a:rPr>
                        <a:t>Max Depth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14.9 (small radius)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10.8 (with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-4.1 mm (-27.5%)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217749697"/>
                  </a:ext>
                </a:extLst>
              </a:tr>
              <a:tr h="0">
                <a:tc>
                  <a:txBody>
                    <a:bodyPr/>
                    <a:lstStyle/>
                    <a:p>
                      <a:pPr>
                        <a:buNone/>
                      </a:pPr>
                      <a:r>
                        <a:rPr lang="en-US">
                          <a:solidFill>
                            <a:schemeClr val="bg1"/>
                          </a:solidFill>
                        </a:rPr>
                        <a:t>Min Depth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8 (large radius)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9.8 (without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+1.8 mm (+22.5%)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996649282"/>
                  </a:ext>
                </a:extLst>
              </a:tr>
              <a:tr h="0">
                <a:tc>
                  <a:txBody>
                    <a:bodyPr/>
                    <a:lstStyle/>
                    <a:p>
                      <a:pPr>
                        <a:buNone/>
                      </a:pPr>
                      <a:r>
                        <a:rPr lang="en-US">
                          <a:solidFill>
                            <a:schemeClr val="bg1"/>
                          </a:solidFill>
                        </a:rPr>
                        <a:t>Springback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&lt;5% (good angles)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~5.05% (inferred)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dirty="0">
                          <a:solidFill>
                            <a:schemeClr val="bg1"/>
                          </a:solidFill>
                        </a:rPr>
                        <a:t>Comparable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413199371"/>
                  </a:ext>
                </a:extLst>
              </a:tr>
            </a:tbl>
          </a:graphicData>
        </a:graphic>
      </p:graphicFrame>
      <p:graphicFrame>
        <p:nvGraphicFramePr>
          <p:cNvPr id="3" name="Table 2">
            <a:extLst>
              <a:ext uri="{FF2B5EF4-FFF2-40B4-BE49-F238E27FC236}">
                <a16:creationId xmlns:a16="http://schemas.microsoft.com/office/drawing/2014/main" id="{3ADB4D91-0584-806A-A9E3-B0D86A130987}"/>
              </a:ext>
            </a:extLst>
          </p:cNvPr>
          <p:cNvGraphicFramePr>
            <a:graphicFrameLocks noGrp="1"/>
          </p:cNvGraphicFramePr>
          <p:nvPr/>
        </p:nvGraphicFramePr>
        <p:xfrm>
          <a:off x="457200" y="3520831"/>
          <a:ext cx="8229600" cy="2011680"/>
        </p:xfrm>
        <a:graphic>
          <a:graphicData uri="http://schemas.openxmlformats.org/drawingml/2006/table">
            <a:tbl>
              <a:tblPr/>
              <a:tblGrid>
                <a:gridCol w="1682262">
                  <a:extLst>
                    <a:ext uri="{9D8B030D-6E8A-4147-A177-3AD203B41FA5}">
                      <a16:colId xmlns:a16="http://schemas.microsoft.com/office/drawing/2014/main" val="3711293986"/>
                    </a:ext>
                  </a:extLst>
                </a:gridCol>
                <a:gridCol w="1375507">
                  <a:extLst>
                    <a:ext uri="{9D8B030D-6E8A-4147-A177-3AD203B41FA5}">
                      <a16:colId xmlns:a16="http://schemas.microsoft.com/office/drawing/2014/main" val="2455403734"/>
                    </a:ext>
                  </a:extLst>
                </a:gridCol>
                <a:gridCol w="1141046">
                  <a:extLst>
                    <a:ext uri="{9D8B030D-6E8A-4147-A177-3AD203B41FA5}">
                      <a16:colId xmlns:a16="http://schemas.microsoft.com/office/drawing/2014/main" val="720631591"/>
                    </a:ext>
                  </a:extLst>
                </a:gridCol>
                <a:gridCol w="1287585">
                  <a:extLst>
                    <a:ext uri="{9D8B030D-6E8A-4147-A177-3AD203B41FA5}">
                      <a16:colId xmlns:a16="http://schemas.microsoft.com/office/drawing/2014/main" val="2010168944"/>
                    </a:ext>
                  </a:extLst>
                </a:gridCol>
                <a:gridCol w="1189892">
                  <a:extLst>
                    <a:ext uri="{9D8B030D-6E8A-4147-A177-3AD203B41FA5}">
                      <a16:colId xmlns:a16="http://schemas.microsoft.com/office/drawing/2014/main" val="4228581664"/>
                    </a:ext>
                  </a:extLst>
                </a:gridCol>
                <a:gridCol w="1553308">
                  <a:extLst>
                    <a:ext uri="{9D8B030D-6E8A-4147-A177-3AD203B41FA5}">
                      <a16:colId xmlns:a16="http://schemas.microsoft.com/office/drawing/2014/main" val="2111814186"/>
                    </a:ext>
                  </a:extLst>
                </a:gridCol>
              </a:tblGrid>
              <a:tr h="0">
                <a:tc>
                  <a:txBody>
                    <a:bodyPr/>
                    <a:lstStyle/>
                    <a:p>
                      <a:pPr algn="ctr">
                        <a:buNone/>
                      </a:pPr>
                      <a:r>
                        <a:rPr lang="en-US">
                          <a:solidFill>
                            <a:schemeClr val="bg1"/>
                          </a:solidFill>
                        </a:rPr>
                        <a:t>Test 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Temperature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Achieved Depth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Deviation from Target (mm)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Relative Error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buNone/>
                      </a:pPr>
                      <a:r>
                        <a:rPr lang="en-US">
                          <a:solidFill>
                            <a:schemeClr val="bg1"/>
                          </a:solidFill>
                        </a:rPr>
                        <a:t>Achievement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3659279938"/>
                  </a:ext>
                </a:extLst>
              </a:tr>
              <a:tr h="0">
                <a:tc>
                  <a:txBody>
                    <a:bodyPr/>
                    <a:lstStyle/>
                    <a:p>
                      <a:pPr>
                        <a:buNone/>
                      </a:pPr>
                      <a:r>
                        <a:rPr lang="en-US">
                          <a:solidFill>
                            <a:schemeClr val="bg1"/>
                          </a:solidFill>
                        </a:rPr>
                        <a:t>With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109.09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144483031"/>
                  </a:ext>
                </a:extLst>
              </a:tr>
              <a:tr h="0">
                <a:tc>
                  <a:txBody>
                    <a:bodyPr/>
                    <a:lstStyle/>
                    <a:p>
                      <a:pPr>
                        <a:buNone/>
                      </a:pPr>
                      <a:r>
                        <a:rPr lang="en-US">
                          <a:solidFill>
                            <a:schemeClr val="bg1"/>
                          </a:solidFill>
                        </a:rPr>
                        <a:t>Without Mold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98.99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176911705"/>
                  </a:ext>
                </a:extLst>
              </a:tr>
              <a:tr h="0">
                <a:tc>
                  <a:txBody>
                    <a:bodyPr/>
                    <a:lstStyle/>
                    <a:p>
                      <a:pPr>
                        <a:buNone/>
                      </a:pPr>
                      <a:r>
                        <a:rPr lang="en-US" b="1">
                          <a:solidFill>
                            <a:schemeClr val="bg1"/>
                          </a:solidFill>
                        </a:rPr>
                        <a:t>Mean</a:t>
                      </a:r>
                      <a:endParaRPr lang="en-US">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buNone/>
                      </a:pPr>
                      <a:r>
                        <a:rPr lang="en-US">
                          <a:solidFill>
                            <a:schemeClr val="bg1"/>
                          </a:solidFill>
                        </a:rPr>
                        <a:t>104.04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868982521"/>
                  </a:ext>
                </a:extLst>
              </a:tr>
            </a:tbl>
          </a:graphicData>
        </a:graphic>
      </p:graphicFrame>
    </p:spTree>
    <p:extLst>
      <p:ext uri="{BB962C8B-B14F-4D97-AF65-F5344CB8AC3E}">
        <p14:creationId xmlns:p14="http://schemas.microsoft.com/office/powerpoint/2010/main" val="3730332151"/>
      </p:ext>
    </p:extLst>
  </p:cSld>
  <p:clrMapOvr>
    <a:masterClrMapping/>
  </p:clrMapOvr>
</p:sld>
</file>

<file path=ppt/theme/theme1.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Arial"/>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800" b="1" i="0" u="none" strike="noStrike" cap="none" normalizeH="0" baseline="0" smtClean="0">
            <a:ln>
              <a:noFill/>
            </a:ln>
            <a:solidFill>
              <a:srgbClr val="000099"/>
            </a:solidFill>
            <a:effectLst/>
            <a:latin typeface="Arial" charset="0"/>
            <a:ea typeface="ＭＳ ゴシック" pitchFamily="4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0" tIns="0" rIns="0" bIns="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800" b="1" i="0" u="none" strike="noStrike" cap="none" normalizeH="0" baseline="0" smtClean="0">
            <a:ln>
              <a:noFill/>
            </a:ln>
            <a:solidFill>
              <a:srgbClr val="000099"/>
            </a:solidFill>
            <a:effectLst/>
            <a:latin typeface="Arial" charset="0"/>
            <a:ea typeface="ＭＳ ゴシック" pitchFamily="49" charset="-128"/>
          </a:defRPr>
        </a:defPPr>
      </a:lstStyle>
    </a:ln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479</TotalTime>
  <Words>4674</Words>
  <Application>Microsoft Office PowerPoint</Application>
  <PresentationFormat>On-screen Show (4:3)</PresentationFormat>
  <Paragraphs>511</Paragraphs>
  <Slides>32</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 (Headings)</vt:lpstr>
      <vt:lpstr>ＭＳ Ｐ明朝</vt:lpstr>
      <vt:lpstr>Aptos</vt:lpstr>
      <vt:lpstr>Arial</vt:lpstr>
      <vt:lpstr>Times New Roman</vt:lpstr>
      <vt:lpstr>標準デザイン</vt:lpstr>
      <vt:lpstr>PowerPoint Presentation</vt:lpstr>
      <vt:lpstr>Presentation content</vt:lpstr>
      <vt:lpstr>PowerPoint Presentation</vt:lpstr>
      <vt:lpstr>PowerPoint Presentation</vt:lpstr>
      <vt:lpstr>Previous Research</vt:lpstr>
      <vt:lpstr>PowerPoint Presentation</vt:lpstr>
      <vt:lpstr>PowerPoint Presentation</vt:lpstr>
      <vt:lpstr>Test Shape Change</vt:lpstr>
      <vt:lpstr>Experimental Results CAM System Tests</vt:lpstr>
      <vt:lpstr>Experimental Equipment</vt:lpstr>
      <vt:lpstr>Experimental Setup</vt:lpstr>
      <vt:lpstr>Experimental Results CFRTP Tests</vt:lpstr>
      <vt:lpstr>PowerPoint Presentation</vt:lpstr>
      <vt:lpstr>Conclusion</vt:lpstr>
      <vt:lpstr>Future Work</vt:lpstr>
      <vt:lpstr>PowerPoint Presentation</vt:lpstr>
      <vt:lpstr>PowerPoint Presentation</vt:lpstr>
      <vt:lpstr>PowerPoint Presentation</vt:lpstr>
      <vt:lpstr>PowerPoint Presentation</vt:lpstr>
      <vt:lpstr>Background Information</vt:lpstr>
      <vt:lpstr>PowerPoint Presentation</vt:lpstr>
      <vt:lpstr>PowerPoint Presentation</vt:lpstr>
      <vt:lpstr>Experimental Equipment</vt:lpstr>
      <vt:lpstr>Experimental Equipment</vt:lpstr>
      <vt:lpstr>PowerPoint Presentation</vt:lpstr>
      <vt:lpstr>Experimental equipment</vt:lpstr>
      <vt:lpstr>CFRTP experiments </vt:lpstr>
      <vt:lpstr>CFRTP experiments </vt:lpstr>
      <vt:lpstr>PowerPoint Presentation</vt:lpstr>
      <vt:lpstr>CFRTP Experimental conditions</vt:lpstr>
      <vt:lpstr>PowerPoint Presentation</vt:lpstr>
      <vt:lpstr>Conclusion</vt:lpstr>
    </vt:vector>
  </TitlesOfParts>
  <Company>pel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pelstaf4</dc:creator>
  <cp:lastModifiedBy>KARTER MAKOTOWINGTIM WONG</cp:lastModifiedBy>
  <cp:revision>1</cp:revision>
  <dcterms:created xsi:type="dcterms:W3CDTF">2000-12-16T01:41:23Z</dcterms:created>
  <dcterms:modified xsi:type="dcterms:W3CDTF">2025-07-24T01:55:23Z</dcterms:modified>
</cp:coreProperties>
</file>