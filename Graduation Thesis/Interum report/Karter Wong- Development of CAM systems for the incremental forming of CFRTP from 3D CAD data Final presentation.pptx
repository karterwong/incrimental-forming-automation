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4"/>
  </p:notesMasterIdLst>
  <p:handoutMasterIdLst>
    <p:handoutMasterId r:id="rId35"/>
  </p:handoutMasterIdLst>
  <p:sldIdLst>
    <p:sldId id="271" r:id="rId2"/>
    <p:sldId id="387" r:id="rId3"/>
    <p:sldId id="416" r:id="rId4"/>
    <p:sldId id="418" r:id="rId5"/>
    <p:sldId id="415" r:id="rId6"/>
    <p:sldId id="434" r:id="rId7"/>
    <p:sldId id="405" r:id="rId8"/>
    <p:sldId id="389" r:id="rId9"/>
    <p:sldId id="428" r:id="rId10"/>
    <p:sldId id="424" r:id="rId11"/>
    <p:sldId id="433" r:id="rId12"/>
    <p:sldId id="427" r:id="rId13"/>
    <p:sldId id="423" r:id="rId14"/>
    <p:sldId id="438" r:id="rId15"/>
    <p:sldId id="422" r:id="rId16"/>
    <p:sldId id="414" r:id="rId17"/>
    <p:sldId id="439" r:id="rId18"/>
    <p:sldId id="440" r:id="rId19"/>
    <p:sldId id="425" r:id="rId20"/>
    <p:sldId id="413" r:id="rId21"/>
    <p:sldId id="417" r:id="rId22"/>
    <p:sldId id="435" r:id="rId23"/>
    <p:sldId id="367" r:id="rId24"/>
    <p:sldId id="390" r:id="rId25"/>
    <p:sldId id="419" r:id="rId26"/>
    <p:sldId id="426" r:id="rId27"/>
    <p:sldId id="429" r:id="rId28"/>
    <p:sldId id="432" r:id="rId29"/>
    <p:sldId id="420" r:id="rId30"/>
    <p:sldId id="421" r:id="rId31"/>
    <p:sldId id="431" r:id="rId32"/>
    <p:sldId id="441" r:id="rId33"/>
  </p:sldIdLst>
  <p:sldSz cx="9144000" cy="6858000" type="screen4x3"/>
  <p:notesSz cx="6797675" cy="9926638"/>
  <p:defaultTextStyle>
    <a:defPPr>
      <a:defRPr lang="ja-JP"/>
    </a:defPPr>
    <a:lvl1pPr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208">
          <p15:clr>
            <a:srgbClr val="A4A3A4"/>
          </p15:clr>
        </p15:guide>
        <p15:guide id="2" pos="2928">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9F"/>
    <a:srgbClr val="FFCCCC"/>
    <a:srgbClr val="FFFF00"/>
    <a:srgbClr val="FFCCFF"/>
    <a:srgbClr val="FF3300"/>
    <a:srgbClr val="FF9900"/>
    <a:srgbClr val="000000"/>
    <a:srgbClr val="CC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C57610-FEE9-47C3-A42B-5844F6B4295E}" v="1036" dt="2025-07-22T09:17:32.431"/>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587" autoAdjust="0"/>
  </p:normalViewPr>
  <p:slideViewPr>
    <p:cSldViewPr snapToGrid="0">
      <p:cViewPr varScale="1">
        <p:scale>
          <a:sx n="115" d="100"/>
          <a:sy n="115" d="100"/>
        </p:scale>
        <p:origin x="3072" y="114"/>
      </p:cViewPr>
      <p:guideLst>
        <p:guide orient="horz" pos="2208"/>
        <p:guide pos="292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R MAKOTOWINGTIM WONG" userId="87f3421f-7e5f-4328-a49b-3eb6eaf73452" providerId="ADAL" clId="{969FE709-8D9E-4052-A78E-5AF6D9420899}"/>
    <pc:docChg chg="undo redo custSel addSld delSld modSld sldOrd">
      <pc:chgData name="KARTER MAKOTOWINGTIM WONG" userId="87f3421f-7e5f-4328-a49b-3eb6eaf73452" providerId="ADAL" clId="{969FE709-8D9E-4052-A78E-5AF6D9420899}" dt="2025-07-16T03:24:07.804" v="3756" actId="1076"/>
      <pc:docMkLst>
        <pc:docMk/>
      </pc:docMkLst>
      <pc:sldChg chg="delSp modSp mod">
        <pc:chgData name="KARTER MAKOTOWINGTIM WONG" userId="87f3421f-7e5f-4328-a49b-3eb6eaf73452" providerId="ADAL" clId="{969FE709-8D9E-4052-A78E-5AF6D9420899}" dt="2025-06-18T01:50:23.432" v="198" actId="113"/>
        <pc:sldMkLst>
          <pc:docMk/>
          <pc:sldMk cId="0" sldId="271"/>
        </pc:sldMkLst>
        <pc:spChg chg="mod">
          <ac:chgData name="KARTER MAKOTOWINGTIM WONG" userId="87f3421f-7e5f-4328-a49b-3eb6eaf73452" providerId="ADAL" clId="{969FE709-8D9E-4052-A78E-5AF6D9420899}" dt="2025-06-18T01:50:23.432" v="198" actId="113"/>
          <ac:spMkLst>
            <pc:docMk/>
            <pc:sldMk cId="0" sldId="271"/>
            <ac:spMk id="2054" creationId="{ACE641F1-5D1F-3706-FD84-E3B8318385EA}"/>
          </ac:spMkLst>
        </pc:spChg>
        <pc:spChg chg="mod">
          <ac:chgData name="KARTER MAKOTOWINGTIM WONG" userId="87f3421f-7e5f-4328-a49b-3eb6eaf73452" providerId="ADAL" clId="{969FE709-8D9E-4052-A78E-5AF6D9420899}" dt="2025-06-18T01:50:02.226" v="194" actId="2711"/>
          <ac:spMkLst>
            <pc:docMk/>
            <pc:sldMk cId="0" sldId="271"/>
            <ac:spMk id="4100" creationId="{1CC227A7-F3E8-6F8F-0D53-311E27A95BB9}"/>
          </ac:spMkLst>
        </pc:spChg>
      </pc:sldChg>
      <pc:sldChg chg="modSp mod ord">
        <pc:chgData name="KARTER MAKOTOWINGTIM WONG" userId="87f3421f-7e5f-4328-a49b-3eb6eaf73452" providerId="ADAL" clId="{969FE709-8D9E-4052-A78E-5AF6D9420899}" dt="2025-07-08T02:00:44.915" v="701"/>
        <pc:sldMkLst>
          <pc:docMk/>
          <pc:sldMk cId="0" sldId="367"/>
        </pc:sldMkLst>
        <pc:spChg chg="mod">
          <ac:chgData name="KARTER MAKOTOWINGTIM WONG" userId="87f3421f-7e5f-4328-a49b-3eb6eaf73452" providerId="ADAL" clId="{969FE709-8D9E-4052-A78E-5AF6D9420899}" dt="2025-06-18T01:58:28.879" v="257" actId="2711"/>
          <ac:spMkLst>
            <pc:docMk/>
            <pc:sldMk cId="0" sldId="367"/>
            <ac:spMk id="6" creationId="{1721B9FC-958E-F140-031F-9866DC390BF3}"/>
          </ac:spMkLst>
        </pc:spChg>
        <pc:spChg chg="mod">
          <ac:chgData name="KARTER MAKOTOWINGTIM WONG" userId="87f3421f-7e5f-4328-a49b-3eb6eaf73452" providerId="ADAL" clId="{969FE709-8D9E-4052-A78E-5AF6D9420899}" dt="2025-06-18T01:58:32.183" v="258" actId="2711"/>
          <ac:spMkLst>
            <pc:docMk/>
            <pc:sldMk cId="0" sldId="367"/>
            <ac:spMk id="10" creationId="{ABE1C726-CAC4-EC2B-BEEE-A364F8A41BBC}"/>
          </ac:spMkLst>
        </pc:spChg>
      </pc:sldChg>
      <pc:sldChg chg="modSp mod">
        <pc:chgData name="KARTER MAKOTOWINGTIM WONG" userId="87f3421f-7e5f-4328-a49b-3eb6eaf73452" providerId="ADAL" clId="{969FE709-8D9E-4052-A78E-5AF6D9420899}" dt="2025-07-16T02:10:02.475" v="1514" actId="20577"/>
        <pc:sldMkLst>
          <pc:docMk/>
          <pc:sldMk cId="0" sldId="387"/>
        </pc:sldMkLst>
        <pc:spChg chg="mod">
          <ac:chgData name="KARTER MAKOTOWINGTIM WONG" userId="87f3421f-7e5f-4328-a49b-3eb6eaf73452" providerId="ADAL" clId="{969FE709-8D9E-4052-A78E-5AF6D9420899}" dt="2025-07-16T02:10:02.475" v="1514" actId="20577"/>
          <ac:spMkLst>
            <pc:docMk/>
            <pc:sldMk cId="0" sldId="387"/>
            <ac:spMk id="23" creationId="{4CCBC938-FE93-89F6-3192-7194E4DEAB77}"/>
          </ac:spMkLst>
        </pc:spChg>
      </pc:sldChg>
      <pc:sldChg chg="addSp delSp modSp mod modShow modNotesTx">
        <pc:chgData name="KARTER MAKOTOWINGTIM WONG" userId="87f3421f-7e5f-4328-a49b-3eb6eaf73452" providerId="ADAL" clId="{969FE709-8D9E-4052-A78E-5AF6D9420899}" dt="2025-07-16T02:09:48.901" v="1495" actId="729"/>
        <pc:sldMkLst>
          <pc:docMk/>
          <pc:sldMk cId="0" sldId="389"/>
        </pc:sldMkLst>
        <pc:spChg chg="mod">
          <ac:chgData name="KARTER MAKOTOWINGTIM WONG" userId="87f3421f-7e5f-4328-a49b-3eb6eaf73452" providerId="ADAL" clId="{969FE709-8D9E-4052-A78E-5AF6D9420899}" dt="2025-06-17T02:47:17.443" v="60" actId="1076"/>
          <ac:spMkLst>
            <pc:docMk/>
            <pc:sldMk cId="0" sldId="389"/>
            <ac:spMk id="7" creationId="{AD648E0F-F7BA-FC29-3DA1-F0DB173A56F1}"/>
          </ac:spMkLst>
        </pc:spChg>
        <pc:picChg chg="mod">
          <ac:chgData name="KARTER MAKOTOWINGTIM WONG" userId="87f3421f-7e5f-4328-a49b-3eb6eaf73452" providerId="ADAL" clId="{969FE709-8D9E-4052-A78E-5AF6D9420899}" dt="2025-06-17T02:46:27.812" v="52" actId="14100"/>
          <ac:picMkLst>
            <pc:docMk/>
            <pc:sldMk cId="0" sldId="389"/>
            <ac:picMk id="6" creationId="{60D12FB6-6885-8349-3487-F05CFEA7A8CA}"/>
          </ac:picMkLst>
        </pc:picChg>
        <pc:picChg chg="add mod">
          <ac:chgData name="KARTER MAKOTOWINGTIM WONG" userId="87f3421f-7e5f-4328-a49b-3eb6eaf73452" providerId="ADAL" clId="{969FE709-8D9E-4052-A78E-5AF6D9420899}" dt="2025-06-17T02:47:13.587" v="59" actId="1076"/>
          <ac:picMkLst>
            <pc:docMk/>
            <pc:sldMk cId="0" sldId="389"/>
            <ac:picMk id="10" creationId="{0AE8F5C8-7922-A1F6-8F02-A7C04FCE02AF}"/>
          </ac:picMkLst>
        </pc:picChg>
      </pc:sldChg>
      <pc:sldChg chg="addSp delSp modSp mod">
        <pc:chgData name="KARTER MAKOTOWINGTIM WONG" userId="87f3421f-7e5f-4328-a49b-3eb6eaf73452" providerId="ADAL" clId="{969FE709-8D9E-4052-A78E-5AF6D9420899}" dt="2025-07-16T01:59:32.142" v="1146" actId="255"/>
        <pc:sldMkLst>
          <pc:docMk/>
          <pc:sldMk cId="0" sldId="405"/>
        </pc:sldMkLst>
        <pc:spChg chg="mod">
          <ac:chgData name="KARTER MAKOTOWINGTIM WONG" userId="87f3421f-7e5f-4328-a49b-3eb6eaf73452" providerId="ADAL" clId="{969FE709-8D9E-4052-A78E-5AF6D9420899}" dt="2025-07-16T01:59:32.142" v="1146" actId="255"/>
          <ac:spMkLst>
            <pc:docMk/>
            <pc:sldMk cId="0" sldId="405"/>
            <ac:spMk id="4" creationId="{3980B27C-31FE-5FF0-F9E8-13822A83080A}"/>
          </ac:spMkLst>
        </pc:spChg>
        <pc:graphicFrameChg chg="mod modGraphic">
          <ac:chgData name="KARTER MAKOTOWINGTIM WONG" userId="87f3421f-7e5f-4328-a49b-3eb6eaf73452" providerId="ADAL" clId="{969FE709-8D9E-4052-A78E-5AF6D9420899}" dt="2025-06-18T01:58:56.224" v="259" actId="2711"/>
          <ac:graphicFrameMkLst>
            <pc:docMk/>
            <pc:sldMk cId="0" sldId="405"/>
            <ac:graphicFrameMk id="33" creationId="{C57B20DF-B0FE-D8EA-4C1A-14B999B5C353}"/>
          </ac:graphicFrameMkLst>
        </pc:graphicFrameChg>
      </pc:sldChg>
      <pc:sldChg chg="delSp modSp del mod">
        <pc:chgData name="KARTER MAKOTOWINGTIM WONG" userId="87f3421f-7e5f-4328-a49b-3eb6eaf73452" providerId="ADAL" clId="{969FE709-8D9E-4052-A78E-5AF6D9420899}" dt="2025-07-08T02:01:41.903" v="722" actId="47"/>
        <pc:sldMkLst>
          <pc:docMk/>
          <pc:sldMk cId="0" sldId="407"/>
        </pc:sldMkLst>
      </pc:sldChg>
      <pc:sldChg chg="modSp mod">
        <pc:chgData name="KARTER MAKOTOWINGTIM WONG" userId="87f3421f-7e5f-4328-a49b-3eb6eaf73452" providerId="ADAL" clId="{969FE709-8D9E-4052-A78E-5AF6D9420899}" dt="2025-06-18T01:58:14.367" v="256" actId="2711"/>
        <pc:sldMkLst>
          <pc:docMk/>
          <pc:sldMk cId="3206680773" sldId="414"/>
        </pc:sldMkLst>
      </pc:sldChg>
      <pc:sldChg chg="addSp delSp modSp mod">
        <pc:chgData name="KARTER MAKOTOWINGTIM WONG" userId="87f3421f-7e5f-4328-a49b-3eb6eaf73452" providerId="ADAL" clId="{969FE709-8D9E-4052-A78E-5AF6D9420899}" dt="2025-07-08T01:57:02.473" v="625" actId="196"/>
        <pc:sldMkLst>
          <pc:docMk/>
          <pc:sldMk cId="2977264139" sldId="415"/>
        </pc:sldMkLst>
        <pc:spChg chg="add mod">
          <ac:chgData name="KARTER MAKOTOWINGTIM WONG" userId="87f3421f-7e5f-4328-a49b-3eb6eaf73452" providerId="ADAL" clId="{969FE709-8D9E-4052-A78E-5AF6D9420899}" dt="2025-06-17T02:35:32.289" v="36" actId="207"/>
          <ac:spMkLst>
            <pc:docMk/>
            <pc:sldMk cId="2977264139" sldId="415"/>
            <ac:spMk id="8" creationId="{60A3C896-F55F-F1C7-38D1-7B4C9DD69303}"/>
          </ac:spMkLst>
        </pc:spChg>
        <pc:spChg chg="add mod">
          <ac:chgData name="KARTER MAKOTOWINGTIM WONG" userId="87f3421f-7e5f-4328-a49b-3eb6eaf73452" providerId="ADAL" clId="{969FE709-8D9E-4052-A78E-5AF6D9420899}" dt="2025-06-17T02:35:32.289" v="36" actId="207"/>
          <ac:spMkLst>
            <pc:docMk/>
            <pc:sldMk cId="2977264139" sldId="415"/>
            <ac:spMk id="9" creationId="{14F7C2F3-3F0C-EA9D-5614-B9B44A115AB8}"/>
          </ac:spMkLst>
        </pc:spChg>
        <pc:graphicFrameChg chg="mod">
          <ac:chgData name="KARTER MAKOTOWINGTIM WONG" userId="87f3421f-7e5f-4328-a49b-3eb6eaf73452" providerId="ADAL" clId="{969FE709-8D9E-4052-A78E-5AF6D9420899}" dt="2025-06-18T01:59:02.224" v="260" actId="2711"/>
          <ac:graphicFrameMkLst>
            <pc:docMk/>
            <pc:sldMk cId="2977264139" sldId="415"/>
            <ac:graphicFrameMk id="10" creationId="{B476849C-E4A0-3220-2CBB-3547448CE619}"/>
          </ac:graphicFrameMkLst>
        </pc:graphicFrameChg>
        <pc:picChg chg="add mod">
          <ac:chgData name="KARTER MAKOTOWINGTIM WONG" userId="87f3421f-7e5f-4328-a49b-3eb6eaf73452" providerId="ADAL" clId="{969FE709-8D9E-4052-A78E-5AF6D9420899}" dt="2025-07-08T01:57:02.473" v="625" actId="196"/>
          <ac:picMkLst>
            <pc:docMk/>
            <pc:sldMk cId="2977264139" sldId="415"/>
            <ac:picMk id="5" creationId="{C0115E2A-ADFD-7AEF-A791-DDFA181D9858}"/>
          </ac:picMkLst>
        </pc:picChg>
      </pc:sldChg>
      <pc:sldChg chg="addSp delSp modSp mod">
        <pc:chgData name="KARTER MAKOTOWINGTIM WONG" userId="87f3421f-7e5f-4328-a49b-3eb6eaf73452" providerId="ADAL" clId="{969FE709-8D9E-4052-A78E-5AF6D9420899}" dt="2025-06-17T02:35:07.423" v="34" actId="207"/>
        <pc:sldMkLst>
          <pc:docMk/>
          <pc:sldMk cId="1400478623" sldId="416"/>
        </pc:sldMkLst>
      </pc:sldChg>
      <pc:sldChg chg="delSp modSp">
        <pc:chgData name="KARTER MAKOTOWINGTIM WONG" userId="87f3421f-7e5f-4328-a49b-3eb6eaf73452" providerId="ADAL" clId="{969FE709-8D9E-4052-A78E-5AF6D9420899}" dt="2025-06-19T00:43:34.888" v="623" actId="165"/>
        <pc:sldMkLst>
          <pc:docMk/>
          <pc:sldMk cId="331761965" sldId="418"/>
        </pc:sldMkLst>
        <pc:spChg chg="mod topLvl">
          <ac:chgData name="KARTER MAKOTOWINGTIM WONG" userId="87f3421f-7e5f-4328-a49b-3eb6eaf73452" providerId="ADAL" clId="{969FE709-8D9E-4052-A78E-5AF6D9420899}" dt="2025-06-19T00:43:07.125" v="622" actId="165"/>
          <ac:spMkLst>
            <pc:docMk/>
            <pc:sldMk cId="331761965" sldId="418"/>
            <ac:spMk id="3" creationId="{23DAE6F8-8C06-8B05-F522-8566F69D1617}"/>
          </ac:spMkLst>
        </pc:spChg>
        <pc:spChg chg="mod topLvl">
          <ac:chgData name="KARTER MAKOTOWINGTIM WONG" userId="87f3421f-7e5f-4328-a49b-3eb6eaf73452" providerId="ADAL" clId="{969FE709-8D9E-4052-A78E-5AF6D9420899}" dt="2025-06-19T00:43:34.888" v="623" actId="165"/>
          <ac:spMkLst>
            <pc:docMk/>
            <pc:sldMk cId="331761965" sldId="418"/>
            <ac:spMk id="9" creationId="{15BD4E23-5345-2031-F2F4-8DD5D07DFC8D}"/>
          </ac:spMkLst>
        </pc:spChg>
        <pc:picChg chg="mod topLvl">
          <ac:chgData name="KARTER MAKOTOWINGTIM WONG" userId="87f3421f-7e5f-4328-a49b-3eb6eaf73452" providerId="ADAL" clId="{969FE709-8D9E-4052-A78E-5AF6D9420899}" dt="2025-06-19T00:43:34.888" v="623" actId="165"/>
          <ac:picMkLst>
            <pc:docMk/>
            <pc:sldMk cId="331761965" sldId="418"/>
            <ac:picMk id="8" creationId="{46A8759A-11B7-40C0-B7C2-AD195F21CD4D}"/>
          </ac:picMkLst>
        </pc:picChg>
      </pc:sldChg>
      <pc:sldChg chg="modSp mod ord">
        <pc:chgData name="KARTER MAKOTOWINGTIM WONG" userId="87f3421f-7e5f-4328-a49b-3eb6eaf73452" providerId="ADAL" clId="{969FE709-8D9E-4052-A78E-5AF6D9420899}" dt="2025-07-08T02:00:44.915" v="701"/>
        <pc:sldMkLst>
          <pc:docMk/>
          <pc:sldMk cId="3194971168" sldId="421"/>
        </pc:sldMkLst>
        <pc:graphicFrameChg chg="mod modGraphic">
          <ac:chgData name="KARTER MAKOTOWINGTIM WONG" userId="87f3421f-7e5f-4328-a49b-3eb6eaf73452" providerId="ADAL" clId="{969FE709-8D9E-4052-A78E-5AF6D9420899}" dt="2025-06-18T01:58:01.855" v="254" actId="207"/>
          <ac:graphicFrameMkLst>
            <pc:docMk/>
            <pc:sldMk cId="3194971168" sldId="421"/>
            <ac:graphicFrameMk id="6" creationId="{EB5558CC-4A6E-0DC0-2DF6-748D399B69E9}"/>
          </ac:graphicFrameMkLst>
        </pc:graphicFrameChg>
        <pc:graphicFrameChg chg="mod modGraphic">
          <ac:chgData name="KARTER MAKOTOWINGTIM WONG" userId="87f3421f-7e5f-4328-a49b-3eb6eaf73452" providerId="ADAL" clId="{969FE709-8D9E-4052-A78E-5AF6D9420899}" dt="2025-06-18T01:58:05.383" v="255" actId="207"/>
          <ac:graphicFrameMkLst>
            <pc:docMk/>
            <pc:sldMk cId="3194971168" sldId="421"/>
            <ac:graphicFrameMk id="13" creationId="{B92819E8-6C1F-E443-2A18-E0A39EC9BCC4}"/>
          </ac:graphicFrameMkLst>
        </pc:graphicFrameChg>
      </pc:sldChg>
      <pc:sldChg chg="addSp delSp modSp mod modShow modNotesTx">
        <pc:chgData name="KARTER MAKOTOWINGTIM WONG" userId="87f3421f-7e5f-4328-a49b-3eb6eaf73452" providerId="ADAL" clId="{969FE709-8D9E-4052-A78E-5AF6D9420899}" dt="2025-07-16T03:24:07.804" v="3756" actId="1076"/>
        <pc:sldMkLst>
          <pc:docMk/>
          <pc:sldMk cId="2145823957" sldId="422"/>
        </pc:sldMkLst>
        <pc:spChg chg="add del mod">
          <ac:chgData name="KARTER MAKOTOWINGTIM WONG" userId="87f3421f-7e5f-4328-a49b-3eb6eaf73452" providerId="ADAL" clId="{969FE709-8D9E-4052-A78E-5AF6D9420899}" dt="2025-07-16T03:24:07.804" v="3756" actId="1076"/>
          <ac:spMkLst>
            <pc:docMk/>
            <pc:sldMk cId="2145823957" sldId="422"/>
            <ac:spMk id="3" creationId="{8AE1F0C9-C8D5-9D6E-65FD-C962657B62FF}"/>
          </ac:spMkLst>
        </pc:spChg>
        <pc:spChg chg="mod">
          <ac:chgData name="KARTER MAKOTOWINGTIM WONG" userId="87f3421f-7e5f-4328-a49b-3eb6eaf73452" providerId="ADAL" clId="{969FE709-8D9E-4052-A78E-5AF6D9420899}" dt="2025-07-16T02:28:42.599" v="2455" actId="20577"/>
          <ac:spMkLst>
            <pc:docMk/>
            <pc:sldMk cId="2145823957" sldId="422"/>
            <ac:spMk id="15368" creationId="{872B57E3-D9D4-57E0-E7D7-5F05C184F8E8}"/>
          </ac:spMkLst>
        </pc:spChg>
      </pc:sldChg>
      <pc:sldChg chg="addSp delSp modSp mod ord modShow">
        <pc:chgData name="KARTER MAKOTOWINGTIM WONG" userId="87f3421f-7e5f-4328-a49b-3eb6eaf73452" providerId="ADAL" clId="{969FE709-8D9E-4052-A78E-5AF6D9420899}" dt="2025-07-16T02:00:38.126" v="1202" actId="729"/>
        <pc:sldMkLst>
          <pc:docMk/>
          <pc:sldMk cId="2281730913" sldId="423"/>
        </pc:sldMkLst>
        <pc:spChg chg="mod">
          <ac:chgData name="KARTER MAKOTOWINGTIM WONG" userId="87f3421f-7e5f-4328-a49b-3eb6eaf73452" providerId="ADAL" clId="{969FE709-8D9E-4052-A78E-5AF6D9420899}" dt="2025-07-16T01:50:24.930" v="1140" actId="20577"/>
          <ac:spMkLst>
            <pc:docMk/>
            <pc:sldMk cId="2281730913" sldId="423"/>
            <ac:spMk id="4" creationId="{30DDBB21-6F51-009B-0FA4-6E70436DA73C}"/>
          </ac:spMkLst>
        </pc:spChg>
      </pc:sldChg>
      <pc:sldChg chg="addSp delSp modSp mod modNotesTx">
        <pc:chgData name="KARTER MAKOTOWINGTIM WONG" userId="87f3421f-7e5f-4328-a49b-3eb6eaf73452" providerId="ADAL" clId="{969FE709-8D9E-4052-A78E-5AF6D9420899}" dt="2025-07-16T02:15:02.571" v="1598" actId="20577"/>
        <pc:sldMkLst>
          <pc:docMk/>
          <pc:sldMk cId="1783979972" sldId="424"/>
        </pc:sldMkLst>
        <pc:spChg chg="add mod">
          <ac:chgData name="KARTER MAKOTOWINGTIM WONG" userId="87f3421f-7e5f-4328-a49b-3eb6eaf73452" providerId="ADAL" clId="{969FE709-8D9E-4052-A78E-5AF6D9420899}" dt="2025-07-16T02:14:43.804" v="1542" actId="1076"/>
          <ac:spMkLst>
            <pc:docMk/>
            <pc:sldMk cId="1783979972" sldId="424"/>
            <ac:spMk id="6" creationId="{4CAD99C3-8D98-F5AC-42D4-FC4A533C8EC4}"/>
          </ac:spMkLst>
        </pc:spChg>
        <pc:spChg chg="mod">
          <ac:chgData name="KARTER MAKOTOWINGTIM WONG" userId="87f3421f-7e5f-4328-a49b-3eb6eaf73452" providerId="ADAL" clId="{969FE709-8D9E-4052-A78E-5AF6D9420899}" dt="2025-07-16T02:10:17.516" v="1516" actId="255"/>
          <ac:spMkLst>
            <pc:docMk/>
            <pc:sldMk cId="1783979972" sldId="424"/>
            <ac:spMk id="12297" creationId="{7F231780-6812-B8A1-C9A7-7D1AC8E2C6E9}"/>
          </ac:spMkLst>
        </pc:spChg>
        <pc:picChg chg="add mod modCrop">
          <ac:chgData name="KARTER MAKOTOWINGTIM WONG" userId="87f3421f-7e5f-4328-a49b-3eb6eaf73452" providerId="ADAL" clId="{969FE709-8D9E-4052-A78E-5AF6D9420899}" dt="2025-07-16T02:14:47.540" v="1543" actId="1076"/>
          <ac:picMkLst>
            <pc:docMk/>
            <pc:sldMk cId="1783979972" sldId="424"/>
            <ac:picMk id="5" creationId="{B8758786-8EEC-8A78-A6B1-615892392DD1}"/>
          </ac:picMkLst>
        </pc:picChg>
        <pc:picChg chg="add mod topLvl">
          <ac:chgData name="KARTER MAKOTOWINGTIM WONG" userId="87f3421f-7e5f-4328-a49b-3eb6eaf73452" providerId="ADAL" clId="{969FE709-8D9E-4052-A78E-5AF6D9420899}" dt="2025-07-16T02:14:43.804" v="1542" actId="1076"/>
          <ac:picMkLst>
            <pc:docMk/>
            <pc:sldMk cId="1783979972" sldId="424"/>
            <ac:picMk id="11" creationId="{991AF726-09CD-5010-0809-CC2F680F8CCD}"/>
          </ac:picMkLst>
        </pc:picChg>
      </pc:sldChg>
      <pc:sldChg chg="addSp modSp">
        <pc:chgData name="KARTER MAKOTOWINGTIM WONG" userId="87f3421f-7e5f-4328-a49b-3eb6eaf73452" providerId="ADAL" clId="{969FE709-8D9E-4052-A78E-5AF6D9420899}" dt="2025-07-08T02:04:27.775" v="793"/>
        <pc:sldMkLst>
          <pc:docMk/>
          <pc:sldMk cId="3695274642" sldId="425"/>
        </pc:sldMkLst>
      </pc:sldChg>
      <pc:sldChg chg="addSp delSp modSp add del mod">
        <pc:chgData name="KARTER MAKOTOWINGTIM WONG" userId="87f3421f-7e5f-4328-a49b-3eb6eaf73452" providerId="ADAL" clId="{969FE709-8D9E-4052-A78E-5AF6D9420899}" dt="2025-06-17T03:20:06.780" v="185" actId="47"/>
        <pc:sldMkLst>
          <pc:docMk/>
          <pc:sldMk cId="783605369" sldId="426"/>
        </pc:sldMkLst>
      </pc:sldChg>
      <pc:sldChg chg="addSp delSp modSp add mod">
        <pc:chgData name="KARTER MAKOTOWINGTIM WONG" userId="87f3421f-7e5f-4328-a49b-3eb6eaf73452" providerId="ADAL" clId="{969FE709-8D9E-4052-A78E-5AF6D9420899}" dt="2025-06-18T02:34:12.779" v="621" actId="1076"/>
        <pc:sldMkLst>
          <pc:docMk/>
          <pc:sldMk cId="1037795982" sldId="426"/>
        </pc:sldMkLst>
        <pc:spChg chg="mod">
          <ac:chgData name="KARTER MAKOTOWINGTIM WONG" userId="87f3421f-7e5f-4328-a49b-3eb6eaf73452" providerId="ADAL" clId="{969FE709-8D9E-4052-A78E-5AF6D9420899}" dt="2025-06-18T02:34:08.970" v="619"/>
          <ac:spMkLst>
            <pc:docMk/>
            <pc:sldMk cId="1037795982" sldId="426"/>
            <ac:spMk id="5" creationId="{41A7E880-64A2-C50F-909B-BE2479B7C39A}"/>
          </ac:spMkLst>
        </pc:spChg>
        <pc:grpChg chg="add mod">
          <ac:chgData name="KARTER MAKOTOWINGTIM WONG" userId="87f3421f-7e5f-4328-a49b-3eb6eaf73452" providerId="ADAL" clId="{969FE709-8D9E-4052-A78E-5AF6D9420899}" dt="2025-06-18T02:34:12.779" v="621" actId="1076"/>
          <ac:grpSpMkLst>
            <pc:docMk/>
            <pc:sldMk cId="1037795982" sldId="426"/>
            <ac:grpSpMk id="2" creationId="{8865FCCC-C0F3-35A1-98EB-64994AE87954}"/>
          </ac:grpSpMkLst>
        </pc:grpChg>
        <pc:picChg chg="mod">
          <ac:chgData name="KARTER MAKOTOWINGTIM WONG" userId="87f3421f-7e5f-4328-a49b-3eb6eaf73452" providerId="ADAL" clId="{969FE709-8D9E-4052-A78E-5AF6D9420899}" dt="2025-06-18T02:34:08.970" v="619"/>
          <ac:picMkLst>
            <pc:docMk/>
            <pc:sldMk cId="1037795982" sldId="426"/>
            <ac:picMk id="3" creationId="{AAE17D80-FE30-A34E-A110-2EB4C5416F7E}"/>
          </ac:picMkLst>
        </pc:picChg>
      </pc:sldChg>
      <pc:sldChg chg="addSp delSp modSp add mod ord modClrScheme modShow chgLayout modNotesTx">
        <pc:chgData name="KARTER MAKOTOWINGTIM WONG" userId="87f3421f-7e5f-4328-a49b-3eb6eaf73452" providerId="ADAL" clId="{969FE709-8D9E-4052-A78E-5AF6D9420899}" dt="2025-07-16T02:48:40.764" v="3535" actId="33524"/>
        <pc:sldMkLst>
          <pc:docMk/>
          <pc:sldMk cId="489792790" sldId="427"/>
        </pc:sldMkLst>
        <pc:spChg chg="mod ord">
          <ac:chgData name="KARTER MAKOTOWINGTIM WONG" userId="87f3421f-7e5f-4328-a49b-3eb6eaf73452" providerId="ADAL" clId="{969FE709-8D9E-4052-A78E-5AF6D9420899}" dt="2025-07-08T02:04:54.731" v="797" actId="26606"/>
          <ac:spMkLst>
            <pc:docMk/>
            <pc:sldMk cId="489792790" sldId="427"/>
            <ac:spMk id="17412" creationId="{5FFD3DD1-0A04-8B6E-E23D-278834216279}"/>
          </ac:spMkLst>
        </pc:spChg>
        <pc:spChg chg="mod">
          <ac:chgData name="KARTER MAKOTOWINGTIM WONG" userId="87f3421f-7e5f-4328-a49b-3eb6eaf73452" providerId="ADAL" clId="{969FE709-8D9E-4052-A78E-5AF6D9420899}" dt="2025-07-08T02:04:54.731" v="797" actId="26606"/>
          <ac:spMkLst>
            <pc:docMk/>
            <pc:sldMk cId="489792790" sldId="427"/>
            <ac:spMk id="17413" creationId="{BE1F337A-432E-5189-C6A7-693D84664EE0}"/>
          </ac:spMkLst>
        </pc:spChg>
        <pc:graphicFrameChg chg="add mod modGraphic">
          <ac:chgData name="KARTER MAKOTOWINGTIM WONG" userId="87f3421f-7e5f-4328-a49b-3eb6eaf73452" providerId="ADAL" clId="{969FE709-8D9E-4052-A78E-5AF6D9420899}" dt="2025-07-16T01:48:24.587" v="1064" actId="20577"/>
          <ac:graphicFrameMkLst>
            <pc:docMk/>
            <pc:sldMk cId="489792790" sldId="427"/>
            <ac:graphicFrameMk id="8" creationId="{E723A1C3-E234-F251-5E30-7CF2BF3CD6AC}"/>
          </ac:graphicFrameMkLst>
        </pc:graphicFrameChg>
      </pc:sldChg>
      <pc:sldChg chg="add del">
        <pc:chgData name="KARTER MAKOTOWINGTIM WONG" userId="87f3421f-7e5f-4328-a49b-3eb6eaf73452" providerId="ADAL" clId="{969FE709-8D9E-4052-A78E-5AF6D9420899}" dt="2025-07-08T02:00:51.183" v="705"/>
        <pc:sldMkLst>
          <pc:docMk/>
          <pc:sldMk cId="813659874" sldId="427"/>
        </pc:sldMkLst>
      </pc:sldChg>
      <pc:sldChg chg="add del">
        <pc:chgData name="KARTER MAKOTOWINGTIM WONG" userId="87f3421f-7e5f-4328-a49b-3eb6eaf73452" providerId="ADAL" clId="{969FE709-8D9E-4052-A78E-5AF6D9420899}" dt="2025-07-08T02:01:04.870" v="708" actId="47"/>
        <pc:sldMkLst>
          <pc:docMk/>
          <pc:sldMk cId="220292106" sldId="428"/>
        </pc:sldMkLst>
      </pc:sldChg>
      <pc:sldChg chg="add del">
        <pc:chgData name="KARTER MAKOTOWINGTIM WONG" userId="87f3421f-7e5f-4328-a49b-3eb6eaf73452" providerId="ADAL" clId="{969FE709-8D9E-4052-A78E-5AF6D9420899}" dt="2025-07-08T02:00:50.791" v="704"/>
        <pc:sldMkLst>
          <pc:docMk/>
          <pc:sldMk cId="4042057429" sldId="428"/>
        </pc:sldMkLst>
      </pc:sldChg>
    </pc:docChg>
  </pc:docChgLst>
  <pc:docChgLst>
    <pc:chgData name="KARTER MAKOTOWINGTIM WONG" userId="87f3421f-7e5f-4328-a49b-3eb6eaf73452" providerId="ADAL" clId="{20E5F0E9-6758-4D92-9461-620342CD90A7}"/>
    <pc:docChg chg="undo redo custSel modSld">
      <pc:chgData name="KARTER MAKOTOWINGTIM WONG" userId="87f3421f-7e5f-4328-a49b-3eb6eaf73452" providerId="ADAL" clId="{20E5F0E9-6758-4D92-9461-620342CD90A7}" dt="2025-06-16T08:07:16.140" v="524" actId="20577"/>
      <pc:docMkLst>
        <pc:docMk/>
      </pc:docMkLst>
      <pc:sldChg chg="modSp mod">
        <pc:chgData name="KARTER MAKOTOWINGTIM WONG" userId="87f3421f-7e5f-4328-a49b-3eb6eaf73452" providerId="ADAL" clId="{20E5F0E9-6758-4D92-9461-620342CD90A7}" dt="2025-06-16T07:47:00.650" v="322" actId="207"/>
        <pc:sldMkLst>
          <pc:docMk/>
          <pc:sldMk cId="0" sldId="367"/>
        </pc:sldMkLst>
        <pc:spChg chg="mod">
          <ac:chgData name="KARTER MAKOTOWINGTIM WONG" userId="87f3421f-7e5f-4328-a49b-3eb6eaf73452" providerId="ADAL" clId="{20E5F0E9-6758-4D92-9461-620342CD90A7}" dt="2025-06-16T07:46:57.212" v="321" actId="207"/>
          <ac:spMkLst>
            <pc:docMk/>
            <pc:sldMk cId="0" sldId="367"/>
            <ac:spMk id="6" creationId="{1721B9FC-958E-F140-031F-9866DC390BF3}"/>
          </ac:spMkLst>
        </pc:spChg>
        <pc:spChg chg="mod">
          <ac:chgData name="KARTER MAKOTOWINGTIM WONG" userId="87f3421f-7e5f-4328-a49b-3eb6eaf73452" providerId="ADAL" clId="{20E5F0E9-6758-4D92-9461-620342CD90A7}" dt="2025-06-16T07:47:00.650" v="322" actId="207"/>
          <ac:spMkLst>
            <pc:docMk/>
            <pc:sldMk cId="0" sldId="367"/>
            <ac:spMk id="10" creationId="{ABE1C726-CAC4-EC2B-BEEE-A364F8A41BBC}"/>
          </ac:spMkLst>
        </pc:spChg>
      </pc:sldChg>
      <pc:sldChg chg="modSp mod">
        <pc:chgData name="KARTER MAKOTOWINGTIM WONG" userId="87f3421f-7e5f-4328-a49b-3eb6eaf73452" providerId="ADAL" clId="{20E5F0E9-6758-4D92-9461-620342CD90A7}" dt="2025-06-16T07:36:20.362" v="212" actId="207"/>
        <pc:sldMkLst>
          <pc:docMk/>
          <pc:sldMk cId="0" sldId="387"/>
        </pc:sldMkLst>
        <pc:spChg chg="mod">
          <ac:chgData name="KARTER MAKOTOWINGTIM WONG" userId="87f3421f-7e5f-4328-a49b-3eb6eaf73452" providerId="ADAL" clId="{20E5F0E9-6758-4D92-9461-620342CD90A7}" dt="2025-06-16T07:36:20.362" v="212" actId="207"/>
          <ac:spMkLst>
            <pc:docMk/>
            <pc:sldMk cId="0" sldId="387"/>
            <ac:spMk id="23" creationId="{4CCBC938-FE93-89F6-3192-7194E4DEAB77}"/>
          </ac:spMkLst>
        </pc:spChg>
      </pc:sldChg>
      <pc:sldChg chg="delSp modSp mod modNotesTx">
        <pc:chgData name="KARTER MAKOTOWINGTIM WONG" userId="87f3421f-7e5f-4328-a49b-3eb6eaf73452" providerId="ADAL" clId="{20E5F0E9-6758-4D92-9461-620342CD90A7}" dt="2025-06-16T08:07:16.140" v="524" actId="20577"/>
        <pc:sldMkLst>
          <pc:docMk/>
          <pc:sldMk cId="0" sldId="389"/>
        </pc:sldMkLst>
        <pc:spChg chg="mod">
          <ac:chgData name="KARTER MAKOTOWINGTIM WONG" userId="87f3421f-7e5f-4328-a49b-3eb6eaf73452" providerId="ADAL" clId="{20E5F0E9-6758-4D92-9461-620342CD90A7}" dt="2025-06-16T08:07:16.140" v="524" actId="20577"/>
          <ac:spMkLst>
            <pc:docMk/>
            <pc:sldMk cId="0" sldId="389"/>
            <ac:spMk id="2" creationId="{2F39D4E6-B9AD-D08C-4B34-4D765D75E6CD}"/>
          </ac:spMkLst>
        </pc:spChg>
        <pc:spChg chg="mod">
          <ac:chgData name="KARTER MAKOTOWINGTIM WONG" userId="87f3421f-7e5f-4328-a49b-3eb6eaf73452" providerId="ADAL" clId="{20E5F0E9-6758-4D92-9461-620342CD90A7}" dt="2025-06-16T07:47:07.874" v="324" actId="207"/>
          <ac:spMkLst>
            <pc:docMk/>
            <pc:sldMk cId="0" sldId="389"/>
            <ac:spMk id="3" creationId="{AE079F54-83D7-542D-0D32-9A05E5ABC411}"/>
          </ac:spMkLst>
        </pc:spChg>
        <pc:spChg chg="mod">
          <ac:chgData name="KARTER MAKOTOWINGTIM WONG" userId="87f3421f-7e5f-4328-a49b-3eb6eaf73452" providerId="ADAL" clId="{20E5F0E9-6758-4D92-9461-620342CD90A7}" dt="2025-06-16T08:02:01.985" v="467" actId="207"/>
          <ac:spMkLst>
            <pc:docMk/>
            <pc:sldMk cId="0" sldId="389"/>
            <ac:spMk id="7" creationId="{AD648E0F-F7BA-FC29-3DA1-F0DB173A56F1}"/>
          </ac:spMkLst>
        </pc:spChg>
        <pc:picChg chg="mod">
          <ac:chgData name="KARTER MAKOTOWINGTIM WONG" userId="87f3421f-7e5f-4328-a49b-3eb6eaf73452" providerId="ADAL" clId="{20E5F0E9-6758-4D92-9461-620342CD90A7}" dt="2025-06-16T07:45:13.770" v="314" actId="1076"/>
          <ac:picMkLst>
            <pc:docMk/>
            <pc:sldMk cId="0" sldId="389"/>
            <ac:picMk id="6" creationId="{60D12FB6-6885-8349-3487-F05CFEA7A8CA}"/>
          </ac:picMkLst>
        </pc:picChg>
      </pc:sldChg>
      <pc:sldChg chg="addSp delSp modSp mod modNotesTx">
        <pc:chgData name="KARTER MAKOTOWINGTIM WONG" userId="87f3421f-7e5f-4328-a49b-3eb6eaf73452" providerId="ADAL" clId="{20E5F0E9-6758-4D92-9461-620342CD90A7}" dt="2025-06-16T07:43:50.970" v="285" actId="1076"/>
        <pc:sldMkLst>
          <pc:docMk/>
          <pc:sldMk cId="0" sldId="405"/>
        </pc:sldMkLst>
        <pc:graphicFrameChg chg="mod modGraphic">
          <ac:chgData name="KARTER MAKOTOWINGTIM WONG" userId="87f3421f-7e5f-4328-a49b-3eb6eaf73452" providerId="ADAL" clId="{20E5F0E9-6758-4D92-9461-620342CD90A7}" dt="2025-06-16T07:43:50.970" v="285" actId="1076"/>
          <ac:graphicFrameMkLst>
            <pc:docMk/>
            <pc:sldMk cId="0" sldId="405"/>
            <ac:graphicFrameMk id="33" creationId="{C57B20DF-B0FE-D8EA-4C1A-14B999B5C353}"/>
          </ac:graphicFrameMkLst>
        </pc:graphicFrameChg>
      </pc:sldChg>
      <pc:sldChg chg="modSp mod">
        <pc:chgData name="KARTER MAKOTOWINGTIM WONG" userId="87f3421f-7e5f-4328-a49b-3eb6eaf73452" providerId="ADAL" clId="{20E5F0E9-6758-4D92-9461-620342CD90A7}" dt="2025-06-16T07:49:26.930" v="398" actId="207"/>
        <pc:sldMkLst>
          <pc:docMk/>
          <pc:sldMk cId="0" sldId="407"/>
        </pc:sldMkLst>
      </pc:sldChg>
      <pc:sldChg chg="addSp modSp mod">
        <pc:chgData name="KARTER MAKOTOWINGTIM WONG" userId="87f3421f-7e5f-4328-a49b-3eb6eaf73452" providerId="ADAL" clId="{20E5F0E9-6758-4D92-9461-620342CD90A7}" dt="2025-06-16T08:01:49.860" v="466" actId="20577"/>
        <pc:sldMkLst>
          <pc:docMk/>
          <pc:sldMk cId="2977264139" sldId="415"/>
        </pc:sldMkLst>
        <pc:graphicFrameChg chg="mod modGraphic">
          <ac:chgData name="KARTER MAKOTOWINGTIM WONG" userId="87f3421f-7e5f-4328-a49b-3eb6eaf73452" providerId="ADAL" clId="{20E5F0E9-6758-4D92-9461-620342CD90A7}" dt="2025-06-16T07:39:29.847" v="249" actId="404"/>
          <ac:graphicFrameMkLst>
            <pc:docMk/>
            <pc:sldMk cId="2977264139" sldId="415"/>
            <ac:graphicFrameMk id="10" creationId="{B476849C-E4A0-3220-2CBB-3547448CE619}"/>
          </ac:graphicFrameMkLst>
        </pc:graphicFrameChg>
        <pc:picChg chg="mod">
          <ac:chgData name="KARTER MAKOTOWINGTIM WONG" userId="87f3421f-7e5f-4328-a49b-3eb6eaf73452" providerId="ADAL" clId="{20E5F0E9-6758-4D92-9461-620342CD90A7}" dt="2025-06-16T07:44:02.206" v="286" actId="1076"/>
          <ac:picMkLst>
            <pc:docMk/>
            <pc:sldMk cId="2977264139" sldId="415"/>
            <ac:picMk id="11" creationId="{D05CDFD2-34BF-1C9B-A9E5-BEF323439499}"/>
          </ac:picMkLst>
        </pc:picChg>
      </pc:sldChg>
      <pc:sldChg chg="modSp mod">
        <pc:chgData name="KARTER MAKOTOWINGTIM WONG" userId="87f3421f-7e5f-4328-a49b-3eb6eaf73452" providerId="ADAL" clId="{20E5F0E9-6758-4D92-9461-620342CD90A7}" dt="2025-06-16T07:36:47.083" v="215" actId="207"/>
        <pc:sldMkLst>
          <pc:docMk/>
          <pc:sldMk cId="1400478623" sldId="416"/>
        </pc:sldMkLst>
      </pc:sldChg>
      <pc:sldChg chg="modSp mod">
        <pc:chgData name="KARTER MAKOTOWINGTIM WONG" userId="87f3421f-7e5f-4328-a49b-3eb6eaf73452" providerId="ADAL" clId="{20E5F0E9-6758-4D92-9461-620342CD90A7}" dt="2025-06-16T07:36:59.508" v="217" actId="207"/>
        <pc:sldMkLst>
          <pc:docMk/>
          <pc:sldMk cId="331761965" sldId="418"/>
        </pc:sldMkLst>
        <pc:spChg chg="mod">
          <ac:chgData name="KARTER MAKOTOWINGTIM WONG" userId="87f3421f-7e5f-4328-a49b-3eb6eaf73452" providerId="ADAL" clId="{20E5F0E9-6758-4D92-9461-620342CD90A7}" dt="2025-06-16T07:36:56.398" v="216" actId="207"/>
          <ac:spMkLst>
            <pc:docMk/>
            <pc:sldMk cId="331761965" sldId="418"/>
            <ac:spMk id="3" creationId="{23DAE6F8-8C06-8B05-F522-8566F69D1617}"/>
          </ac:spMkLst>
        </pc:spChg>
        <pc:spChg chg="mod">
          <ac:chgData name="KARTER MAKOTOWINGTIM WONG" userId="87f3421f-7e5f-4328-a49b-3eb6eaf73452" providerId="ADAL" clId="{20E5F0E9-6758-4D92-9461-620342CD90A7}" dt="2025-06-16T07:36:59.508" v="217" actId="207"/>
          <ac:spMkLst>
            <pc:docMk/>
            <pc:sldMk cId="331761965" sldId="418"/>
            <ac:spMk id="14" creationId="{4F9DD91C-B276-6BBF-BB3D-8A83034B85CF}"/>
          </ac:spMkLst>
        </pc:spChg>
      </pc:sldChg>
      <pc:sldChg chg="modSp mod">
        <pc:chgData name="KARTER MAKOTOWINGTIM WONG" userId="87f3421f-7e5f-4328-a49b-3eb6eaf73452" providerId="ADAL" clId="{20E5F0E9-6758-4D92-9461-620342CD90A7}" dt="2025-06-16T07:48:52.123" v="391" actId="207"/>
        <pc:sldMkLst>
          <pc:docMk/>
          <pc:sldMk cId="3194971168" sldId="421"/>
        </pc:sldMkLst>
        <pc:graphicFrameChg chg="modGraphic">
          <ac:chgData name="KARTER MAKOTOWINGTIM WONG" userId="87f3421f-7e5f-4328-a49b-3eb6eaf73452" providerId="ADAL" clId="{20E5F0E9-6758-4D92-9461-620342CD90A7}" dt="2025-06-16T07:47:49.960" v="389" actId="20577"/>
          <ac:graphicFrameMkLst>
            <pc:docMk/>
            <pc:sldMk cId="3194971168" sldId="421"/>
            <ac:graphicFrameMk id="6" creationId="{EB5558CC-4A6E-0DC0-2DF6-748D399B69E9}"/>
          </ac:graphicFrameMkLst>
        </pc:graphicFrameChg>
        <pc:graphicFrameChg chg="modGraphic">
          <ac:chgData name="KARTER MAKOTOWINGTIM WONG" userId="87f3421f-7e5f-4328-a49b-3eb6eaf73452" providerId="ADAL" clId="{20E5F0E9-6758-4D92-9461-620342CD90A7}" dt="2025-06-16T07:48:52.123" v="391" actId="207"/>
          <ac:graphicFrameMkLst>
            <pc:docMk/>
            <pc:sldMk cId="3194971168" sldId="421"/>
            <ac:graphicFrameMk id="13" creationId="{B92819E8-6C1F-E443-2A18-E0A39EC9BCC4}"/>
          </ac:graphicFrameMkLst>
        </pc:graphicFrameChg>
      </pc:sldChg>
      <pc:sldChg chg="modSp mod">
        <pc:chgData name="KARTER MAKOTOWINGTIM WONG" userId="87f3421f-7e5f-4328-a49b-3eb6eaf73452" providerId="ADAL" clId="{20E5F0E9-6758-4D92-9461-620342CD90A7}" dt="2025-06-16T07:49:31.934" v="399" actId="207"/>
        <pc:sldMkLst>
          <pc:docMk/>
          <pc:sldMk cId="2145823957" sldId="422"/>
        </pc:sldMkLst>
      </pc:sldChg>
      <pc:sldChg chg="modSp mod">
        <pc:chgData name="KARTER MAKOTOWINGTIM WONG" userId="87f3421f-7e5f-4328-a49b-3eb6eaf73452" providerId="ADAL" clId="{20E5F0E9-6758-4D92-9461-620342CD90A7}" dt="2025-06-16T08:06:59.640" v="509" actId="20577"/>
        <pc:sldMkLst>
          <pc:docMk/>
          <pc:sldMk cId="2281730913" sldId="423"/>
        </pc:sldMkLst>
        <pc:spChg chg="mod">
          <ac:chgData name="KARTER MAKOTOWINGTIM WONG" userId="87f3421f-7e5f-4328-a49b-3eb6eaf73452" providerId="ADAL" clId="{20E5F0E9-6758-4D92-9461-620342CD90A7}" dt="2025-06-16T08:06:59.640" v="509" actId="20577"/>
          <ac:spMkLst>
            <pc:docMk/>
            <pc:sldMk cId="2281730913" sldId="423"/>
            <ac:spMk id="4" creationId="{30DDBB21-6F51-009B-0FA4-6E70436DA73C}"/>
          </ac:spMkLst>
        </pc:spChg>
      </pc:sldChg>
      <pc:sldChg chg="addSp delSp modSp mod">
        <pc:chgData name="KARTER MAKOTOWINGTIM WONG" userId="87f3421f-7e5f-4328-a49b-3eb6eaf73452" providerId="ADAL" clId="{20E5F0E9-6758-4D92-9461-620342CD90A7}" dt="2025-06-16T08:02:22.149" v="492" actId="20577"/>
        <pc:sldMkLst>
          <pc:docMk/>
          <pc:sldMk cId="1783979972" sldId="424"/>
        </pc:sldMkLst>
      </pc:sldChg>
    </pc:docChg>
  </pc:docChgLst>
  <pc:docChgLst>
    <pc:chgData name="KARTER MAKOTOWINGTIM WONG" userId="87f3421f-7e5f-4328-a49b-3eb6eaf73452" providerId="ADAL" clId="{A8375567-A0AC-4675-9E22-9DC2C6B6658E}"/>
    <pc:docChg chg="undo custSel addSld delSld modSld sldOrd">
      <pc:chgData name="KARTER MAKOTOWINGTIM WONG" userId="87f3421f-7e5f-4328-a49b-3eb6eaf73452" providerId="ADAL" clId="{A8375567-A0AC-4675-9E22-9DC2C6B6658E}" dt="2025-07-22T06:51:12.264" v="2481" actId="20577"/>
      <pc:docMkLst>
        <pc:docMk/>
      </pc:docMkLst>
      <pc:sldChg chg="modNotesTx">
        <pc:chgData name="KARTER MAKOTOWINGTIM WONG" userId="87f3421f-7e5f-4328-a49b-3eb6eaf73452" providerId="ADAL" clId="{A8375567-A0AC-4675-9E22-9DC2C6B6658E}" dt="2025-07-21T05:24:10.279" v="186" actId="20577"/>
        <pc:sldMkLst>
          <pc:docMk/>
          <pc:sldMk cId="0" sldId="271"/>
        </pc:sldMkLst>
      </pc:sldChg>
      <pc:sldChg chg="modSp mod ord">
        <pc:chgData name="KARTER MAKOTOWINGTIM WONG" userId="87f3421f-7e5f-4328-a49b-3eb6eaf73452" providerId="ADAL" clId="{A8375567-A0AC-4675-9E22-9DC2C6B6658E}" dt="2025-07-21T07:42:53.709" v="1409"/>
        <pc:sldMkLst>
          <pc:docMk/>
          <pc:sldMk cId="0" sldId="367"/>
        </pc:sldMkLst>
        <pc:spChg chg="mod">
          <ac:chgData name="KARTER MAKOTOWINGTIM WONG" userId="87f3421f-7e5f-4328-a49b-3eb6eaf73452" providerId="ADAL" clId="{A8375567-A0AC-4675-9E22-9DC2C6B6658E}" dt="2025-07-21T07:14:16.061" v="1043"/>
          <ac:spMkLst>
            <pc:docMk/>
            <pc:sldMk cId="0" sldId="367"/>
            <ac:spMk id="17412" creationId="{42162288-F155-9918-6113-4FE702655873}"/>
          </ac:spMkLst>
        </pc:spChg>
        <pc:spChg chg="mod">
          <ac:chgData name="KARTER MAKOTOWINGTIM WONG" userId="87f3421f-7e5f-4328-a49b-3eb6eaf73452" providerId="ADAL" clId="{A8375567-A0AC-4675-9E22-9DC2C6B6658E}" dt="2025-07-21T07:42:45.007" v="1407" actId="20577"/>
          <ac:spMkLst>
            <pc:docMk/>
            <pc:sldMk cId="0" sldId="367"/>
            <ac:spMk id="17413" creationId="{E7EBC353-59F1-F4B9-4C7C-82782E259F77}"/>
          </ac:spMkLst>
        </pc:spChg>
      </pc:sldChg>
      <pc:sldChg chg="modSp mod">
        <pc:chgData name="KARTER MAKOTOWINGTIM WONG" userId="87f3421f-7e5f-4328-a49b-3eb6eaf73452" providerId="ADAL" clId="{A8375567-A0AC-4675-9E22-9DC2C6B6658E}" dt="2025-07-21T07:38:43.405" v="1345" actId="20577"/>
        <pc:sldMkLst>
          <pc:docMk/>
          <pc:sldMk cId="0" sldId="387"/>
        </pc:sldMkLst>
        <pc:spChg chg="mod">
          <ac:chgData name="KARTER MAKOTOWINGTIM WONG" userId="87f3421f-7e5f-4328-a49b-3eb6eaf73452" providerId="ADAL" clId="{A8375567-A0AC-4675-9E22-9DC2C6B6658E}" dt="2025-07-21T07:29:26.396" v="1143" actId="1076"/>
          <ac:spMkLst>
            <pc:docMk/>
            <pc:sldMk cId="0" sldId="387"/>
            <ac:spMk id="22" creationId="{778E2D99-7598-5612-5184-CB7A0F8E6A03}"/>
          </ac:spMkLst>
        </pc:spChg>
        <pc:spChg chg="mod">
          <ac:chgData name="KARTER MAKOTOWINGTIM WONG" userId="87f3421f-7e5f-4328-a49b-3eb6eaf73452" providerId="ADAL" clId="{A8375567-A0AC-4675-9E22-9DC2C6B6658E}" dt="2025-07-21T07:38:43.405" v="1345" actId="20577"/>
          <ac:spMkLst>
            <pc:docMk/>
            <pc:sldMk cId="0" sldId="387"/>
            <ac:spMk id="23" creationId="{4CCBC938-FE93-89F6-3192-7194E4DEAB77}"/>
          </ac:spMkLst>
        </pc:spChg>
        <pc:spChg chg="mod">
          <ac:chgData name="KARTER MAKOTOWINGTIM WONG" userId="87f3421f-7e5f-4328-a49b-3eb6eaf73452" providerId="ADAL" clId="{A8375567-A0AC-4675-9E22-9DC2C6B6658E}" dt="2025-07-21T07:10:35.163" v="1006"/>
          <ac:spMkLst>
            <pc:docMk/>
            <pc:sldMk cId="0" sldId="387"/>
            <ac:spMk id="8196" creationId="{7C6EE3EA-58E0-DBC2-1C35-F84C4EA6B21E}"/>
          </ac:spMkLst>
        </pc:spChg>
      </pc:sldChg>
      <pc:sldChg chg="modSp mod modNotesTx">
        <pc:chgData name="KARTER MAKOTOWINGTIM WONG" userId="87f3421f-7e5f-4328-a49b-3eb6eaf73452" providerId="ADAL" clId="{A8375567-A0AC-4675-9E22-9DC2C6B6658E}" dt="2025-07-22T06:37:14.494" v="2015" actId="20577"/>
        <pc:sldMkLst>
          <pc:docMk/>
          <pc:sldMk cId="0" sldId="389"/>
        </pc:sldMkLst>
        <pc:spChg chg="mod">
          <ac:chgData name="KARTER MAKOTOWINGTIM WONG" userId="87f3421f-7e5f-4328-a49b-3eb6eaf73452" providerId="ADAL" clId="{A8375567-A0AC-4675-9E22-9DC2C6B6658E}" dt="2025-07-21T07:11:32.213" v="1019"/>
          <ac:spMkLst>
            <pc:docMk/>
            <pc:sldMk cId="0" sldId="389"/>
            <ac:spMk id="11266" creationId="{9C92B7AA-60EA-5D84-C27C-220903081640}"/>
          </ac:spMkLst>
        </pc:spChg>
      </pc:sldChg>
      <pc:sldChg chg="modSp mod ord">
        <pc:chgData name="KARTER MAKOTOWINGTIM WONG" userId="87f3421f-7e5f-4328-a49b-3eb6eaf73452" providerId="ADAL" clId="{A8375567-A0AC-4675-9E22-9DC2C6B6658E}" dt="2025-07-21T07:42:22.278" v="1379"/>
        <pc:sldMkLst>
          <pc:docMk/>
          <pc:sldMk cId="0" sldId="390"/>
        </pc:sldMkLst>
        <pc:spChg chg="mod">
          <ac:chgData name="KARTER MAKOTOWINGTIM WONG" userId="87f3421f-7e5f-4328-a49b-3eb6eaf73452" providerId="ADAL" clId="{A8375567-A0AC-4675-9E22-9DC2C6B6658E}" dt="2025-07-21T07:42:06.234" v="1372" actId="20577"/>
          <ac:spMkLst>
            <pc:docMk/>
            <pc:sldMk cId="0" sldId="390"/>
            <ac:spMk id="12297" creationId="{82570938-AC8A-88F3-FC75-AF81A3D3A700}"/>
          </ac:spMkLst>
        </pc:spChg>
      </pc:sldChg>
      <pc:sldChg chg="modSp mod modAnim modNotesTx">
        <pc:chgData name="KARTER MAKOTOWINGTIM WONG" userId="87f3421f-7e5f-4328-a49b-3eb6eaf73452" providerId="ADAL" clId="{A8375567-A0AC-4675-9E22-9DC2C6B6658E}" dt="2025-07-21T07:59:52.121" v="1548"/>
        <pc:sldMkLst>
          <pc:docMk/>
          <pc:sldMk cId="0" sldId="405"/>
        </pc:sldMkLst>
        <pc:spChg chg="mod">
          <ac:chgData name="KARTER MAKOTOWINGTIM WONG" userId="87f3421f-7e5f-4328-a49b-3eb6eaf73452" providerId="ADAL" clId="{A8375567-A0AC-4675-9E22-9DC2C6B6658E}" dt="2025-07-21T07:11:25.948" v="1017"/>
          <ac:spMkLst>
            <pc:docMk/>
            <pc:sldMk cId="0" sldId="405"/>
            <ac:spMk id="10244" creationId="{0F6199C8-1128-33F3-87A7-325CEE4BA282}"/>
          </ac:spMkLst>
        </pc:spChg>
        <pc:graphicFrameChg chg="mod">
          <ac:chgData name="KARTER MAKOTOWINGTIM WONG" userId="87f3421f-7e5f-4328-a49b-3eb6eaf73452" providerId="ADAL" clId="{A8375567-A0AC-4675-9E22-9DC2C6B6658E}" dt="2025-07-21T07:58:14.749" v="1538"/>
          <ac:graphicFrameMkLst>
            <pc:docMk/>
            <pc:sldMk cId="0" sldId="405"/>
            <ac:graphicFrameMk id="33" creationId="{C57B20DF-B0FE-D8EA-4C1A-14B999B5C353}"/>
          </ac:graphicFrameMkLst>
        </pc:graphicFrameChg>
      </pc:sldChg>
      <pc:sldChg chg="modSp ord">
        <pc:chgData name="KARTER MAKOTOWINGTIM WONG" userId="87f3421f-7e5f-4328-a49b-3eb6eaf73452" providerId="ADAL" clId="{A8375567-A0AC-4675-9E22-9DC2C6B6658E}" dt="2025-07-21T07:43:00.438" v="1411"/>
        <pc:sldMkLst>
          <pc:docMk/>
          <pc:sldMk cId="0" sldId="413"/>
        </pc:sldMkLst>
        <pc:spChg chg="mod">
          <ac:chgData name="KARTER MAKOTOWINGTIM WONG" userId="87f3421f-7e5f-4328-a49b-3eb6eaf73452" providerId="ADAL" clId="{A8375567-A0AC-4675-9E22-9DC2C6B6658E}" dt="2025-07-21T07:14:20.819" v="1044"/>
          <ac:spMkLst>
            <pc:docMk/>
            <pc:sldMk cId="0" sldId="413"/>
            <ac:spMk id="2" creationId="{0AD39C3C-D467-BDD9-0D52-C2889D88E3C7}"/>
          </ac:spMkLst>
        </pc:spChg>
      </pc:sldChg>
      <pc:sldChg chg="modSp mod ord modNotesTx">
        <pc:chgData name="KARTER MAKOTOWINGTIM WONG" userId="87f3421f-7e5f-4328-a49b-3eb6eaf73452" providerId="ADAL" clId="{A8375567-A0AC-4675-9E22-9DC2C6B6658E}" dt="2025-07-21T08:11:03.484" v="1829" actId="20577"/>
        <pc:sldMkLst>
          <pc:docMk/>
          <pc:sldMk cId="3206680773" sldId="414"/>
        </pc:sldMkLst>
        <pc:spChg chg="mod">
          <ac:chgData name="KARTER MAKOTOWINGTIM WONG" userId="87f3421f-7e5f-4328-a49b-3eb6eaf73452" providerId="ADAL" clId="{A8375567-A0AC-4675-9E22-9DC2C6B6658E}" dt="2025-07-21T07:10:17.077" v="1000"/>
          <ac:spMkLst>
            <pc:docMk/>
            <pc:sldMk cId="3206680773" sldId="414"/>
            <ac:spMk id="4098" creationId="{7F7ABB5D-6F5C-9396-B52D-A76D41895302}"/>
          </ac:spMkLst>
        </pc:spChg>
      </pc:sldChg>
      <pc:sldChg chg="modSp mod ord modNotesTx">
        <pc:chgData name="KARTER MAKOTOWINGTIM WONG" userId="87f3421f-7e5f-4328-a49b-3eb6eaf73452" providerId="ADAL" clId="{A8375567-A0AC-4675-9E22-9DC2C6B6658E}" dt="2025-07-21T07:46:32.109" v="1470"/>
        <pc:sldMkLst>
          <pc:docMk/>
          <pc:sldMk cId="2977264139" sldId="415"/>
        </pc:sldMkLst>
        <pc:spChg chg="mod">
          <ac:chgData name="KARTER MAKOTOWINGTIM WONG" userId="87f3421f-7e5f-4328-a49b-3eb6eaf73452" providerId="ADAL" clId="{A8375567-A0AC-4675-9E22-9DC2C6B6658E}" dt="2025-07-21T07:11:18.844" v="1015"/>
          <ac:spMkLst>
            <pc:docMk/>
            <pc:sldMk cId="2977264139" sldId="415"/>
            <ac:spMk id="2" creationId="{E26E204C-E71C-863D-D347-4A7EDE00B1C8}"/>
          </ac:spMkLst>
        </pc:spChg>
        <pc:graphicFrameChg chg="mod">
          <ac:chgData name="KARTER MAKOTOWINGTIM WONG" userId="87f3421f-7e5f-4328-a49b-3eb6eaf73452" providerId="ADAL" clId="{A8375567-A0AC-4675-9E22-9DC2C6B6658E}" dt="2025-07-21T07:11:12.005" v="1013" actId="1076"/>
          <ac:graphicFrameMkLst>
            <pc:docMk/>
            <pc:sldMk cId="2977264139" sldId="415"/>
            <ac:graphicFrameMk id="10" creationId="{B476849C-E4A0-3220-2CBB-3547448CE619}"/>
          </ac:graphicFrameMkLst>
        </pc:graphicFrameChg>
      </pc:sldChg>
      <pc:sldChg chg="addSp delSp modSp mod modNotesTx">
        <pc:chgData name="KARTER MAKOTOWINGTIM WONG" userId="87f3421f-7e5f-4328-a49b-3eb6eaf73452" providerId="ADAL" clId="{A8375567-A0AC-4675-9E22-9DC2C6B6658E}" dt="2025-07-21T08:07:50.382" v="1809" actId="20577"/>
        <pc:sldMkLst>
          <pc:docMk/>
          <pc:sldMk cId="1400478623" sldId="416"/>
        </pc:sldMkLst>
        <pc:spChg chg="mod">
          <ac:chgData name="KARTER MAKOTOWINGTIM WONG" userId="87f3421f-7e5f-4328-a49b-3eb6eaf73452" providerId="ADAL" clId="{A8375567-A0AC-4675-9E22-9DC2C6B6658E}" dt="2025-07-21T07:10:39.959" v="1007"/>
          <ac:spMkLst>
            <pc:docMk/>
            <pc:sldMk cId="1400478623" sldId="416"/>
            <ac:spMk id="2" creationId="{86E928D2-8315-BB88-958A-9EA0420FAC1A}"/>
          </ac:spMkLst>
        </pc:spChg>
        <pc:spChg chg="del">
          <ac:chgData name="KARTER MAKOTOWINGTIM WONG" userId="87f3421f-7e5f-4328-a49b-3eb6eaf73452" providerId="ADAL" clId="{A8375567-A0AC-4675-9E22-9DC2C6B6658E}" dt="2025-07-21T08:00:50.807" v="1549" actId="478"/>
          <ac:spMkLst>
            <pc:docMk/>
            <pc:sldMk cId="1400478623" sldId="416"/>
            <ac:spMk id="4" creationId="{EC4D4084-B841-4151-E505-1CC217F4B3CB}"/>
          </ac:spMkLst>
        </pc:spChg>
        <pc:spChg chg="del">
          <ac:chgData name="KARTER MAKOTOWINGTIM WONG" userId="87f3421f-7e5f-4328-a49b-3eb6eaf73452" providerId="ADAL" clId="{A8375567-A0AC-4675-9E22-9DC2C6B6658E}" dt="2025-07-21T08:00:50.807" v="1549" actId="478"/>
          <ac:spMkLst>
            <pc:docMk/>
            <pc:sldMk cId="1400478623" sldId="416"/>
            <ac:spMk id="5" creationId="{394F4476-02B9-18EA-C8FF-CB6DE5D144C1}"/>
          </ac:spMkLst>
        </pc:spChg>
        <pc:spChg chg="add mod">
          <ac:chgData name="KARTER MAKOTOWINGTIM WONG" userId="87f3421f-7e5f-4328-a49b-3eb6eaf73452" providerId="ADAL" clId="{A8375567-A0AC-4675-9E22-9DC2C6B6658E}" dt="2025-07-21T08:07:50.382" v="1809" actId="20577"/>
          <ac:spMkLst>
            <pc:docMk/>
            <pc:sldMk cId="1400478623" sldId="416"/>
            <ac:spMk id="9" creationId="{971CEC5E-F001-DE03-AEC1-B105F99A6005}"/>
          </ac:spMkLst>
        </pc:spChg>
        <pc:grpChg chg="del">
          <ac:chgData name="KARTER MAKOTOWINGTIM WONG" userId="87f3421f-7e5f-4328-a49b-3eb6eaf73452" providerId="ADAL" clId="{A8375567-A0AC-4675-9E22-9DC2C6B6658E}" dt="2025-07-21T08:00:50.807" v="1549" actId="478"/>
          <ac:grpSpMkLst>
            <pc:docMk/>
            <pc:sldMk cId="1400478623" sldId="416"/>
            <ac:grpSpMk id="7" creationId="{F0BC27A0-AABB-0556-5F0A-2C7CF24FC040}"/>
          </ac:grpSpMkLst>
        </pc:grpChg>
        <pc:grpChg chg="del">
          <ac:chgData name="KARTER MAKOTOWINGTIM WONG" userId="87f3421f-7e5f-4328-a49b-3eb6eaf73452" providerId="ADAL" clId="{A8375567-A0AC-4675-9E22-9DC2C6B6658E}" dt="2025-07-21T08:00:50.807" v="1549" actId="478"/>
          <ac:grpSpMkLst>
            <pc:docMk/>
            <pc:sldMk cId="1400478623" sldId="416"/>
            <ac:grpSpMk id="18" creationId="{2EF5DD86-F741-2255-A6F9-E9A2D4A9747F}"/>
          </ac:grpSpMkLst>
        </pc:grpChg>
        <pc:grpChg chg="del">
          <ac:chgData name="KARTER MAKOTOWINGTIM WONG" userId="87f3421f-7e5f-4328-a49b-3eb6eaf73452" providerId="ADAL" clId="{A8375567-A0AC-4675-9E22-9DC2C6B6658E}" dt="2025-07-21T08:00:50.807" v="1549" actId="478"/>
          <ac:grpSpMkLst>
            <pc:docMk/>
            <pc:sldMk cId="1400478623" sldId="416"/>
            <ac:grpSpMk id="19" creationId="{D83E73C5-312D-08D7-1B1C-6A1C116FCD3B}"/>
          </ac:grpSpMkLst>
        </pc:grpChg>
      </pc:sldChg>
      <pc:sldChg chg="addSp modSp mod modNotesTx">
        <pc:chgData name="KARTER MAKOTOWINGTIM WONG" userId="87f3421f-7e5f-4328-a49b-3eb6eaf73452" providerId="ADAL" clId="{A8375567-A0AC-4675-9E22-9DC2C6B6658E}" dt="2025-07-21T08:10:13.739" v="1813" actId="20577"/>
        <pc:sldMkLst>
          <pc:docMk/>
          <pc:sldMk cId="331761965" sldId="418"/>
        </pc:sldMkLst>
        <pc:spChg chg="mod">
          <ac:chgData name="KARTER MAKOTOWINGTIM WONG" userId="87f3421f-7e5f-4328-a49b-3eb6eaf73452" providerId="ADAL" clId="{A8375567-A0AC-4675-9E22-9DC2C6B6658E}" dt="2025-07-21T07:10:45.279" v="1008"/>
          <ac:spMkLst>
            <pc:docMk/>
            <pc:sldMk cId="331761965" sldId="418"/>
            <ac:spMk id="2" creationId="{00D77160-451F-48D8-EDA1-92C4E1C039EE}"/>
          </ac:spMkLst>
        </pc:spChg>
        <pc:spChg chg="mod">
          <ac:chgData name="KARTER MAKOTOWINGTIM WONG" userId="87f3421f-7e5f-4328-a49b-3eb6eaf73452" providerId="ADAL" clId="{A8375567-A0AC-4675-9E22-9DC2C6B6658E}" dt="2025-07-21T08:10:13.739" v="1813" actId="20577"/>
          <ac:spMkLst>
            <pc:docMk/>
            <pc:sldMk cId="331761965" sldId="418"/>
            <ac:spMk id="3" creationId="{23DAE6F8-8C06-8B05-F522-8566F69D1617}"/>
          </ac:spMkLst>
        </pc:spChg>
        <pc:spChg chg="mod">
          <ac:chgData name="KARTER MAKOTOWINGTIM WONG" userId="87f3421f-7e5f-4328-a49b-3eb6eaf73452" providerId="ADAL" clId="{A8375567-A0AC-4675-9E22-9DC2C6B6658E}" dt="2025-07-21T07:05:20.811" v="922" actId="164"/>
          <ac:spMkLst>
            <pc:docMk/>
            <pc:sldMk cId="331761965" sldId="418"/>
            <ac:spMk id="9" creationId="{15BD4E23-5345-2031-F2F4-8DD5D07DFC8D}"/>
          </ac:spMkLst>
        </pc:spChg>
        <pc:grpChg chg="add mod">
          <ac:chgData name="KARTER MAKOTOWINGTIM WONG" userId="87f3421f-7e5f-4328-a49b-3eb6eaf73452" providerId="ADAL" clId="{A8375567-A0AC-4675-9E22-9DC2C6B6658E}" dt="2025-07-21T07:05:29.884" v="923" actId="164"/>
          <ac:grpSpMkLst>
            <pc:docMk/>
            <pc:sldMk cId="331761965" sldId="418"/>
            <ac:grpSpMk id="5" creationId="{EEB58090-EDC9-E59F-722A-4C557342972B}"/>
          </ac:grpSpMkLst>
        </pc:grpChg>
        <pc:grpChg chg="add mod">
          <ac:chgData name="KARTER MAKOTOWINGTIM WONG" userId="87f3421f-7e5f-4328-a49b-3eb6eaf73452" providerId="ADAL" clId="{A8375567-A0AC-4675-9E22-9DC2C6B6658E}" dt="2025-07-21T07:05:33.504" v="924" actId="1076"/>
          <ac:grpSpMkLst>
            <pc:docMk/>
            <pc:sldMk cId="331761965" sldId="418"/>
            <ac:grpSpMk id="6" creationId="{8003F6E3-510E-0ABD-5651-1F1726B4617E}"/>
          </ac:grpSpMkLst>
        </pc:grpChg>
        <pc:grpChg chg="mod">
          <ac:chgData name="KARTER MAKOTOWINGTIM WONG" userId="87f3421f-7e5f-4328-a49b-3eb6eaf73452" providerId="ADAL" clId="{A8375567-A0AC-4675-9E22-9DC2C6B6658E}" dt="2025-07-21T07:05:37.961" v="926" actId="1076"/>
          <ac:grpSpMkLst>
            <pc:docMk/>
            <pc:sldMk cId="331761965" sldId="418"/>
            <ac:grpSpMk id="15" creationId="{055E48F3-891B-54BA-EEEE-6FC96ECAF185}"/>
          </ac:grpSpMkLst>
        </pc:grpChg>
        <pc:picChg chg="mod modCrop">
          <ac:chgData name="KARTER MAKOTOWINGTIM WONG" userId="87f3421f-7e5f-4328-a49b-3eb6eaf73452" providerId="ADAL" clId="{A8375567-A0AC-4675-9E22-9DC2C6B6658E}" dt="2025-07-21T07:05:20.811" v="922" actId="164"/>
          <ac:picMkLst>
            <pc:docMk/>
            <pc:sldMk cId="331761965" sldId="418"/>
            <ac:picMk id="8" creationId="{46A8759A-11B7-40C0-B7C2-AD195F21CD4D}"/>
          </ac:picMkLst>
        </pc:picChg>
      </pc:sldChg>
      <pc:sldChg chg="ord">
        <pc:chgData name="KARTER MAKOTOWINGTIM WONG" userId="87f3421f-7e5f-4328-a49b-3eb6eaf73452" providerId="ADAL" clId="{A8375567-A0AC-4675-9E22-9DC2C6B6658E}" dt="2025-07-21T07:42:30.877" v="1381"/>
        <pc:sldMkLst>
          <pc:docMk/>
          <pc:sldMk cId="1408607455" sldId="419"/>
        </pc:sldMkLst>
      </pc:sldChg>
      <pc:sldChg chg="modSp mod">
        <pc:chgData name="KARTER MAKOTOWINGTIM WONG" userId="87f3421f-7e5f-4328-a49b-3eb6eaf73452" providerId="ADAL" clId="{A8375567-A0AC-4675-9E22-9DC2C6B6658E}" dt="2025-07-21T07:43:35.159" v="1462" actId="20577"/>
        <pc:sldMkLst>
          <pc:docMk/>
          <pc:sldMk cId="3194971168" sldId="421"/>
        </pc:sldMkLst>
        <pc:spChg chg="mod">
          <ac:chgData name="KARTER MAKOTOWINGTIM WONG" userId="87f3421f-7e5f-4328-a49b-3eb6eaf73452" providerId="ADAL" clId="{A8375567-A0AC-4675-9E22-9DC2C6B6658E}" dt="2025-07-21T07:14:07.824" v="1040"/>
          <ac:spMkLst>
            <pc:docMk/>
            <pc:sldMk cId="3194971168" sldId="421"/>
            <ac:spMk id="2" creationId="{B6A6EDB7-FF4A-2B02-1A5C-C885188E4070}"/>
          </ac:spMkLst>
        </pc:spChg>
        <pc:spChg chg="mod">
          <ac:chgData name="KARTER MAKOTOWINGTIM WONG" userId="87f3421f-7e5f-4328-a49b-3eb6eaf73452" providerId="ADAL" clId="{A8375567-A0AC-4675-9E22-9DC2C6B6658E}" dt="2025-07-21T07:43:35.159" v="1462" actId="20577"/>
          <ac:spMkLst>
            <pc:docMk/>
            <pc:sldMk cId="3194971168" sldId="421"/>
            <ac:spMk id="6157" creationId="{7B1A858A-D7CB-6346-9C12-AACB6452EF0D}"/>
          </ac:spMkLst>
        </pc:spChg>
      </pc:sldChg>
      <pc:sldChg chg="modSp mod modNotesTx">
        <pc:chgData name="KARTER MAKOTOWINGTIM WONG" userId="87f3421f-7e5f-4328-a49b-3eb6eaf73452" providerId="ADAL" clId="{A8375567-A0AC-4675-9E22-9DC2C6B6658E}" dt="2025-07-22T06:49:49.351" v="2470" actId="20577"/>
        <pc:sldMkLst>
          <pc:docMk/>
          <pc:sldMk cId="2145823957" sldId="422"/>
        </pc:sldMkLst>
        <pc:spChg chg="mod">
          <ac:chgData name="KARTER MAKOTOWINGTIM WONG" userId="87f3421f-7e5f-4328-a49b-3eb6eaf73452" providerId="ADAL" clId="{A8375567-A0AC-4675-9E22-9DC2C6B6658E}" dt="2025-07-21T07:10:11.365" v="999"/>
          <ac:spMkLst>
            <pc:docMk/>
            <pc:sldMk cId="2145823957" sldId="422"/>
            <ac:spMk id="15367" creationId="{3E0140CB-BFF4-BF7C-5DD6-7CCF5CD8821D}"/>
          </ac:spMkLst>
        </pc:spChg>
        <pc:spChg chg="mod">
          <ac:chgData name="KARTER MAKOTOWINGTIM WONG" userId="87f3421f-7e5f-4328-a49b-3eb6eaf73452" providerId="ADAL" clId="{A8375567-A0AC-4675-9E22-9DC2C6B6658E}" dt="2025-07-22T06:23:42.403" v="1963" actId="20577"/>
          <ac:spMkLst>
            <pc:docMk/>
            <pc:sldMk cId="2145823957" sldId="422"/>
            <ac:spMk id="15368" creationId="{872B57E3-D9D4-57E0-E7D7-5F05C184F8E8}"/>
          </ac:spMkLst>
        </pc:spChg>
      </pc:sldChg>
      <pc:sldChg chg="addSp modSp mod ord modNotesTx">
        <pc:chgData name="KARTER MAKOTOWINGTIM WONG" userId="87f3421f-7e5f-4328-a49b-3eb6eaf73452" providerId="ADAL" clId="{A8375567-A0AC-4675-9E22-9DC2C6B6658E}" dt="2025-07-22T06:21:59.305" v="1910"/>
        <pc:sldMkLst>
          <pc:docMk/>
          <pc:sldMk cId="2281730913" sldId="423"/>
        </pc:sldMkLst>
        <pc:spChg chg="mod">
          <ac:chgData name="KARTER MAKOTOWINGTIM WONG" userId="87f3421f-7e5f-4328-a49b-3eb6eaf73452" providerId="ADAL" clId="{A8375567-A0AC-4675-9E22-9DC2C6B6658E}" dt="2025-07-22T06:21:59.305" v="1910"/>
          <ac:spMkLst>
            <pc:docMk/>
            <pc:sldMk cId="2281730913" sldId="423"/>
            <ac:spMk id="4" creationId="{30DDBB21-6F51-009B-0FA4-6E70436DA73C}"/>
          </ac:spMkLst>
        </pc:spChg>
        <pc:spChg chg="mod">
          <ac:chgData name="KARTER MAKOTOWINGTIM WONG" userId="87f3421f-7e5f-4328-a49b-3eb6eaf73452" providerId="ADAL" clId="{A8375567-A0AC-4675-9E22-9DC2C6B6658E}" dt="2025-07-21T07:09:55.950" v="992"/>
          <ac:spMkLst>
            <pc:docMk/>
            <pc:sldMk cId="2281730913" sldId="423"/>
            <ac:spMk id="10244" creationId="{0FEF3C9E-5E59-2FFB-9D5D-D3974B9ADB0E}"/>
          </ac:spMkLst>
        </pc:spChg>
        <pc:graphicFrameChg chg="add mod modGraphic">
          <ac:chgData name="KARTER MAKOTOWINGTIM WONG" userId="87f3421f-7e5f-4328-a49b-3eb6eaf73452" providerId="ADAL" clId="{A8375567-A0AC-4675-9E22-9DC2C6B6658E}" dt="2025-07-21T07:52:08.933" v="1477" actId="1076"/>
          <ac:graphicFrameMkLst>
            <pc:docMk/>
            <pc:sldMk cId="2281730913" sldId="423"/>
            <ac:graphicFrameMk id="2" creationId="{931D9D3A-9E5A-B7C6-0608-47674A17A636}"/>
          </ac:graphicFrameMkLst>
        </pc:graphicFrameChg>
        <pc:graphicFrameChg chg="add mod modGraphic">
          <ac:chgData name="KARTER MAKOTOWINGTIM WONG" userId="87f3421f-7e5f-4328-a49b-3eb6eaf73452" providerId="ADAL" clId="{A8375567-A0AC-4675-9E22-9DC2C6B6658E}" dt="2025-07-21T07:51:51.960" v="1476" actId="14100"/>
          <ac:graphicFrameMkLst>
            <pc:docMk/>
            <pc:sldMk cId="2281730913" sldId="423"/>
            <ac:graphicFrameMk id="3" creationId="{BE151428-2BC6-BF44-6B80-B21C57B6AE24}"/>
          </ac:graphicFrameMkLst>
        </pc:graphicFrameChg>
      </pc:sldChg>
      <pc:sldChg chg="addSp delSp modSp mod modNotesTx">
        <pc:chgData name="KARTER MAKOTOWINGTIM WONG" userId="87f3421f-7e5f-4328-a49b-3eb6eaf73452" providerId="ADAL" clId="{A8375567-A0AC-4675-9E22-9DC2C6B6658E}" dt="2025-07-22T06:38:38.814" v="2178" actId="20577"/>
        <pc:sldMkLst>
          <pc:docMk/>
          <pc:sldMk cId="1783979972" sldId="424"/>
        </pc:sldMkLst>
        <pc:spChg chg="mod">
          <ac:chgData name="KARTER MAKOTOWINGTIM WONG" userId="87f3421f-7e5f-4328-a49b-3eb6eaf73452" providerId="ADAL" clId="{A8375567-A0AC-4675-9E22-9DC2C6B6658E}" dt="2025-07-21T07:07:49.412" v="949" actId="164"/>
          <ac:spMkLst>
            <pc:docMk/>
            <pc:sldMk cId="1783979972" sldId="424"/>
            <ac:spMk id="6" creationId="{4CAD99C3-8D98-F5AC-42D4-FC4A533C8EC4}"/>
          </ac:spMkLst>
        </pc:spChg>
        <pc:spChg chg="mod">
          <ac:chgData name="KARTER MAKOTOWINGTIM WONG" userId="87f3421f-7e5f-4328-a49b-3eb6eaf73452" providerId="ADAL" clId="{A8375567-A0AC-4675-9E22-9DC2C6B6658E}" dt="2025-07-21T07:08:22.570" v="976" actId="2711"/>
          <ac:spMkLst>
            <pc:docMk/>
            <pc:sldMk cId="1783979972" sldId="424"/>
            <ac:spMk id="8" creationId="{54F04BD1-2576-723B-1244-2C1A94E4C87B}"/>
          </ac:spMkLst>
        </pc:spChg>
        <pc:spChg chg="add mod">
          <ac:chgData name="KARTER MAKOTOWINGTIM WONG" userId="87f3421f-7e5f-4328-a49b-3eb6eaf73452" providerId="ADAL" clId="{A8375567-A0AC-4675-9E22-9DC2C6B6658E}" dt="2025-07-21T07:08:40.148" v="979" actId="164"/>
          <ac:spMkLst>
            <pc:docMk/>
            <pc:sldMk cId="1783979972" sldId="424"/>
            <ac:spMk id="10" creationId="{196E406A-A35A-7957-74D5-7BADF725B3CA}"/>
          </ac:spMkLst>
        </pc:spChg>
        <pc:spChg chg="mod">
          <ac:chgData name="KARTER MAKOTOWINGTIM WONG" userId="87f3421f-7e5f-4328-a49b-3eb6eaf73452" providerId="ADAL" clId="{A8375567-A0AC-4675-9E22-9DC2C6B6658E}" dt="2025-07-21T07:11:51.343" v="1027"/>
          <ac:spMkLst>
            <pc:docMk/>
            <pc:sldMk cId="1783979972" sldId="424"/>
            <ac:spMk id="12296" creationId="{17A48D73-E9B0-2A71-24D7-A194BC76979D}"/>
          </ac:spMkLst>
        </pc:spChg>
        <pc:grpChg chg="add mod">
          <ac:chgData name="KARTER MAKOTOWINGTIM WONG" userId="87f3421f-7e5f-4328-a49b-3eb6eaf73452" providerId="ADAL" clId="{A8375567-A0AC-4675-9E22-9DC2C6B6658E}" dt="2025-07-21T07:09:00.885" v="983" actId="1076"/>
          <ac:grpSpMkLst>
            <pc:docMk/>
            <pc:sldMk cId="1783979972" sldId="424"/>
            <ac:grpSpMk id="2" creationId="{E6D94301-D2C1-2C14-4E36-80F33906A767}"/>
          </ac:grpSpMkLst>
        </pc:grpChg>
        <pc:grpChg chg="add mod">
          <ac:chgData name="KARTER MAKOTOWINGTIM WONG" userId="87f3421f-7e5f-4328-a49b-3eb6eaf73452" providerId="ADAL" clId="{A8375567-A0AC-4675-9E22-9DC2C6B6658E}" dt="2025-07-21T07:09:06.411" v="984" actId="1076"/>
          <ac:grpSpMkLst>
            <pc:docMk/>
            <pc:sldMk cId="1783979972" sldId="424"/>
            <ac:grpSpMk id="9" creationId="{47FF9466-20AB-145B-87F8-F0579C2F76B5}"/>
          </ac:grpSpMkLst>
        </pc:grpChg>
        <pc:grpChg chg="add mod">
          <ac:chgData name="KARTER MAKOTOWINGTIM WONG" userId="87f3421f-7e5f-4328-a49b-3eb6eaf73452" providerId="ADAL" clId="{A8375567-A0AC-4675-9E22-9DC2C6B6658E}" dt="2025-07-21T07:09:10.801" v="985" actId="1076"/>
          <ac:grpSpMkLst>
            <pc:docMk/>
            <pc:sldMk cId="1783979972" sldId="424"/>
            <ac:grpSpMk id="12" creationId="{8B3F6084-A652-560F-0B54-BAD3C036F323}"/>
          </ac:grpSpMkLst>
        </pc:grpChg>
        <pc:picChg chg="del">
          <ac:chgData name="KARTER MAKOTOWINGTIM WONG" userId="87f3421f-7e5f-4328-a49b-3eb6eaf73452" providerId="ADAL" clId="{A8375567-A0AC-4675-9E22-9DC2C6B6658E}" dt="2025-07-21T07:06:50.248" v="936" actId="478"/>
          <ac:picMkLst>
            <pc:docMk/>
            <pc:sldMk cId="1783979972" sldId="424"/>
            <ac:picMk id="3" creationId="{3B0FC9AA-DF27-8199-8F0E-EA50C658F121}"/>
          </ac:picMkLst>
        </pc:picChg>
        <pc:picChg chg="mod">
          <ac:chgData name="KARTER MAKOTOWINGTIM WONG" userId="87f3421f-7e5f-4328-a49b-3eb6eaf73452" providerId="ADAL" clId="{A8375567-A0AC-4675-9E22-9DC2C6B6658E}" dt="2025-07-21T07:07:22.161" v="946" actId="1076"/>
          <ac:picMkLst>
            <pc:docMk/>
            <pc:sldMk cId="1783979972" sldId="424"/>
            <ac:picMk id="4" creationId="{CA1C8D78-629C-606E-DF88-35CF8A832C26}"/>
          </ac:picMkLst>
        </pc:picChg>
        <pc:picChg chg="mod">
          <ac:chgData name="KARTER MAKOTOWINGTIM WONG" userId="87f3421f-7e5f-4328-a49b-3eb6eaf73452" providerId="ADAL" clId="{A8375567-A0AC-4675-9E22-9DC2C6B6658E}" dt="2025-07-21T07:08:40.148" v="979" actId="164"/>
          <ac:picMkLst>
            <pc:docMk/>
            <pc:sldMk cId="1783979972" sldId="424"/>
            <ac:picMk id="5" creationId="{B8758786-8EEC-8A78-A6B1-615892392DD1}"/>
          </ac:picMkLst>
        </pc:picChg>
        <pc:picChg chg="mod">
          <ac:chgData name="KARTER MAKOTOWINGTIM WONG" userId="87f3421f-7e5f-4328-a49b-3eb6eaf73452" providerId="ADAL" clId="{A8375567-A0AC-4675-9E22-9DC2C6B6658E}" dt="2025-07-21T07:08:53.436" v="982" actId="1076"/>
          <ac:picMkLst>
            <pc:docMk/>
            <pc:sldMk cId="1783979972" sldId="424"/>
            <ac:picMk id="7" creationId="{1B1445E0-B57F-4329-24DC-5C7DF10C4D52}"/>
          </ac:picMkLst>
        </pc:picChg>
        <pc:picChg chg="mod">
          <ac:chgData name="KARTER MAKOTOWINGTIM WONG" userId="87f3421f-7e5f-4328-a49b-3eb6eaf73452" providerId="ADAL" clId="{A8375567-A0AC-4675-9E22-9DC2C6B6658E}" dt="2025-07-21T07:07:49.412" v="949" actId="164"/>
          <ac:picMkLst>
            <pc:docMk/>
            <pc:sldMk cId="1783979972" sldId="424"/>
            <ac:picMk id="11" creationId="{991AF726-09CD-5010-0809-CC2F680F8CCD}"/>
          </ac:picMkLst>
        </pc:picChg>
      </pc:sldChg>
      <pc:sldChg chg="modSp mod ord">
        <pc:chgData name="KARTER MAKOTOWINGTIM WONG" userId="87f3421f-7e5f-4328-a49b-3eb6eaf73452" providerId="ADAL" clId="{A8375567-A0AC-4675-9E22-9DC2C6B6658E}" dt="2025-07-21T07:42:22.278" v="1379"/>
        <pc:sldMkLst>
          <pc:docMk/>
          <pc:sldMk cId="1037795982" sldId="426"/>
        </pc:sldMkLst>
        <pc:spChg chg="mod">
          <ac:chgData name="KARTER MAKOTOWINGTIM WONG" userId="87f3421f-7e5f-4328-a49b-3eb6eaf73452" providerId="ADAL" clId="{A8375567-A0AC-4675-9E22-9DC2C6B6658E}" dt="2025-07-21T07:42:16.282" v="1377" actId="255"/>
          <ac:spMkLst>
            <pc:docMk/>
            <pc:sldMk cId="1037795982" sldId="426"/>
            <ac:spMk id="12297" creationId="{8A0622A5-F762-E4C0-AB4F-40FB3C1DAC31}"/>
          </ac:spMkLst>
        </pc:spChg>
      </pc:sldChg>
      <pc:sldChg chg="addSp delSp modSp mod modNotesTx">
        <pc:chgData name="KARTER MAKOTOWINGTIM WONG" userId="87f3421f-7e5f-4328-a49b-3eb6eaf73452" providerId="ADAL" clId="{A8375567-A0AC-4675-9E22-9DC2C6B6658E}" dt="2025-07-22T06:44:06.596" v="2377" actId="20577"/>
        <pc:sldMkLst>
          <pc:docMk/>
          <pc:sldMk cId="489792790" sldId="427"/>
        </pc:sldMkLst>
        <pc:spChg chg="mod">
          <ac:chgData name="KARTER MAKOTOWINGTIM WONG" userId="87f3421f-7e5f-4328-a49b-3eb6eaf73452" providerId="ADAL" clId="{A8375567-A0AC-4675-9E22-9DC2C6B6658E}" dt="2025-07-21T07:12:14.338" v="1030"/>
          <ac:spMkLst>
            <pc:docMk/>
            <pc:sldMk cId="489792790" sldId="427"/>
            <ac:spMk id="17412" creationId="{5FFD3DD1-0A04-8B6E-E23D-278834216279}"/>
          </ac:spMkLst>
        </pc:spChg>
        <pc:graphicFrameChg chg="add mod">
          <ac:chgData name="KARTER MAKOTOWINGTIM WONG" userId="87f3421f-7e5f-4328-a49b-3eb6eaf73452" providerId="ADAL" clId="{A8375567-A0AC-4675-9E22-9DC2C6B6658E}" dt="2025-07-21T07:16:05.583" v="1083"/>
          <ac:graphicFrameMkLst>
            <pc:docMk/>
            <pc:sldMk cId="489792790" sldId="427"/>
            <ac:graphicFrameMk id="2" creationId="{8CCDA124-4973-F49E-317F-AA8F6866530C}"/>
          </ac:graphicFrameMkLst>
        </pc:graphicFrameChg>
        <pc:graphicFrameChg chg="del">
          <ac:chgData name="KARTER MAKOTOWINGTIM WONG" userId="87f3421f-7e5f-4328-a49b-3eb6eaf73452" providerId="ADAL" clId="{A8375567-A0AC-4675-9E22-9DC2C6B6658E}" dt="2025-07-21T07:16:04.238" v="1082" actId="21"/>
          <ac:graphicFrameMkLst>
            <pc:docMk/>
            <pc:sldMk cId="489792790" sldId="427"/>
            <ac:graphicFrameMk id="11" creationId="{8CCDA124-4973-F49E-317F-AA8F6866530C}"/>
          </ac:graphicFrameMkLst>
        </pc:graphicFrameChg>
      </pc:sldChg>
      <pc:sldChg chg="modSp mod ord modNotesTx">
        <pc:chgData name="KARTER MAKOTOWINGTIM WONG" userId="87f3421f-7e5f-4328-a49b-3eb6eaf73452" providerId="ADAL" clId="{A8375567-A0AC-4675-9E22-9DC2C6B6658E}" dt="2025-07-22T06:51:12.264" v="2481" actId="20577"/>
        <pc:sldMkLst>
          <pc:docMk/>
          <pc:sldMk cId="4288642469" sldId="428"/>
        </pc:sldMkLst>
        <pc:spChg chg="mod">
          <ac:chgData name="KARTER MAKOTOWINGTIM WONG" userId="87f3421f-7e5f-4328-a49b-3eb6eaf73452" providerId="ADAL" clId="{A8375567-A0AC-4675-9E22-9DC2C6B6658E}" dt="2025-07-21T07:11:37.729" v="1023"/>
          <ac:spMkLst>
            <pc:docMk/>
            <pc:sldMk cId="4288642469" sldId="428"/>
            <ac:spMk id="17412" creationId="{0B5BFFB1-AD98-8A9F-BEB1-2C0B36B042B2}"/>
          </ac:spMkLst>
        </pc:spChg>
      </pc:sldChg>
      <pc:sldChg chg="addSp delSp modSp mod">
        <pc:chgData name="KARTER MAKOTOWINGTIM WONG" userId="87f3421f-7e5f-4328-a49b-3eb6eaf73452" providerId="ADAL" clId="{A8375567-A0AC-4675-9E22-9DC2C6B6658E}" dt="2025-07-21T07:18:12.840" v="1122" actId="1076"/>
        <pc:sldMkLst>
          <pc:docMk/>
          <pc:sldMk cId="3525205792" sldId="429"/>
        </pc:sldMkLst>
        <pc:spChg chg="mod">
          <ac:chgData name="KARTER MAKOTOWINGTIM WONG" userId="87f3421f-7e5f-4328-a49b-3eb6eaf73452" providerId="ADAL" clId="{A8375567-A0AC-4675-9E22-9DC2C6B6658E}" dt="2025-07-21T07:17:02.940" v="1107" actId="122"/>
          <ac:spMkLst>
            <pc:docMk/>
            <pc:sldMk cId="3525205792" sldId="429"/>
            <ac:spMk id="16" creationId="{D99E04FB-BD0A-1015-5043-ACC156AE34A0}"/>
          </ac:spMkLst>
        </pc:spChg>
        <pc:spChg chg="mod">
          <ac:chgData name="KARTER MAKOTOWINGTIM WONG" userId="87f3421f-7e5f-4328-a49b-3eb6eaf73452" providerId="ADAL" clId="{A8375567-A0AC-4675-9E22-9DC2C6B6658E}" dt="2025-07-21T07:17:38.526" v="1117" actId="1076"/>
          <ac:spMkLst>
            <pc:docMk/>
            <pc:sldMk cId="3525205792" sldId="429"/>
            <ac:spMk id="17" creationId="{751FA236-EE21-B9F2-EA05-67A060F7688E}"/>
          </ac:spMkLst>
        </pc:spChg>
        <pc:spChg chg="mod">
          <ac:chgData name="KARTER MAKOTOWINGTIM WONG" userId="87f3421f-7e5f-4328-a49b-3eb6eaf73452" providerId="ADAL" clId="{A8375567-A0AC-4675-9E22-9DC2C6B6658E}" dt="2025-07-21T07:16:53.173" v="1098" actId="122"/>
          <ac:spMkLst>
            <pc:docMk/>
            <pc:sldMk cId="3525205792" sldId="429"/>
            <ac:spMk id="18" creationId="{201BC978-1EBA-770D-8ED9-8983E0DE9D23}"/>
          </ac:spMkLst>
        </pc:spChg>
        <pc:spChg chg="mod">
          <ac:chgData name="KARTER MAKOTOWINGTIM WONG" userId="87f3421f-7e5f-4328-a49b-3eb6eaf73452" providerId="ADAL" clId="{A8375567-A0AC-4675-9E22-9DC2C6B6658E}" dt="2025-07-21T07:14:55.727" v="1067" actId="20577"/>
          <ac:spMkLst>
            <pc:docMk/>
            <pc:sldMk cId="3525205792" sldId="429"/>
            <ac:spMk id="17413" creationId="{7EB34519-2C0F-CEE8-6F4B-B3E77933BF81}"/>
          </ac:spMkLst>
        </pc:spChg>
        <pc:grpChg chg="mod">
          <ac:chgData name="KARTER MAKOTOWINGTIM WONG" userId="87f3421f-7e5f-4328-a49b-3eb6eaf73452" providerId="ADAL" clId="{A8375567-A0AC-4675-9E22-9DC2C6B6658E}" dt="2025-07-21T07:16:38.207" v="1092" actId="1076"/>
          <ac:grpSpMkLst>
            <pc:docMk/>
            <pc:sldMk cId="3525205792" sldId="429"/>
            <ac:grpSpMk id="30" creationId="{C2FD5BBF-AEDC-5A72-03AE-42CF882533C3}"/>
          </ac:grpSpMkLst>
        </pc:grpChg>
        <pc:grpChg chg="mod">
          <ac:chgData name="KARTER MAKOTOWINGTIM WONG" userId="87f3421f-7e5f-4328-a49b-3eb6eaf73452" providerId="ADAL" clId="{A8375567-A0AC-4675-9E22-9DC2C6B6658E}" dt="2025-07-21T07:17:32.017" v="1116" actId="1076"/>
          <ac:grpSpMkLst>
            <pc:docMk/>
            <pc:sldMk cId="3525205792" sldId="429"/>
            <ac:grpSpMk id="31" creationId="{E6F9405F-24B5-B1C5-9F0D-738B78655117}"/>
          </ac:grpSpMkLst>
        </pc:grpChg>
        <pc:grpChg chg="del mod">
          <ac:chgData name="KARTER MAKOTOWINGTIM WONG" userId="87f3421f-7e5f-4328-a49b-3eb6eaf73452" providerId="ADAL" clId="{A8375567-A0AC-4675-9E22-9DC2C6B6658E}" dt="2025-07-21T07:15:08.119" v="1069" actId="21"/>
          <ac:grpSpMkLst>
            <pc:docMk/>
            <pc:sldMk cId="3525205792" sldId="429"/>
            <ac:grpSpMk id="32" creationId="{2044252E-8079-B8E0-C9B0-7BDA88F5D649}"/>
          </ac:grpSpMkLst>
        </pc:grpChg>
        <pc:grpChg chg="mod">
          <ac:chgData name="KARTER MAKOTOWINGTIM WONG" userId="87f3421f-7e5f-4328-a49b-3eb6eaf73452" providerId="ADAL" clId="{A8375567-A0AC-4675-9E22-9DC2C6B6658E}" dt="2025-07-21T07:17:26.764" v="1114" actId="1076"/>
          <ac:grpSpMkLst>
            <pc:docMk/>
            <pc:sldMk cId="3525205792" sldId="429"/>
            <ac:grpSpMk id="33" creationId="{B2362516-825F-99C8-C965-F00549EF443E}"/>
          </ac:grpSpMkLst>
        </pc:grpChg>
        <pc:graphicFrameChg chg="add mod modGraphic">
          <ac:chgData name="KARTER MAKOTOWINGTIM WONG" userId="87f3421f-7e5f-4328-a49b-3eb6eaf73452" providerId="ADAL" clId="{A8375567-A0AC-4675-9E22-9DC2C6B6658E}" dt="2025-07-21T07:18:12.840" v="1122" actId="1076"/>
          <ac:graphicFrameMkLst>
            <pc:docMk/>
            <pc:sldMk cId="3525205792" sldId="429"/>
            <ac:graphicFrameMk id="2" creationId="{1CF04D42-06D7-93C9-D2B1-3AEED5F8B69F}"/>
          </ac:graphicFrameMkLst>
        </pc:graphicFrameChg>
        <pc:picChg chg="mod">
          <ac:chgData name="KARTER MAKOTOWINGTIM WONG" userId="87f3421f-7e5f-4328-a49b-3eb6eaf73452" providerId="ADAL" clId="{A8375567-A0AC-4675-9E22-9DC2C6B6658E}" dt="2025-07-21T07:17:14.276" v="1111" actId="1076"/>
          <ac:picMkLst>
            <pc:docMk/>
            <pc:sldMk cId="3525205792" sldId="429"/>
            <ac:picMk id="27" creationId="{75FA8E28-A516-5E67-B448-30E38FDB4267}"/>
          </ac:picMkLst>
        </pc:picChg>
        <pc:picChg chg="mod">
          <ac:chgData name="KARTER MAKOTOWINGTIM WONG" userId="87f3421f-7e5f-4328-a49b-3eb6eaf73452" providerId="ADAL" clId="{A8375567-A0AC-4675-9E22-9DC2C6B6658E}" dt="2025-07-21T07:17:51.279" v="1119" actId="14100"/>
          <ac:picMkLst>
            <pc:docMk/>
            <pc:sldMk cId="3525205792" sldId="429"/>
            <ac:picMk id="29" creationId="{E6573FF4-69DC-2649-09F0-BE617726D7DC}"/>
          </ac:picMkLst>
        </pc:picChg>
      </pc:sldChg>
      <pc:sldChg chg="modSp add del mod">
        <pc:chgData name="KARTER MAKOTOWINGTIM WONG" userId="87f3421f-7e5f-4328-a49b-3eb6eaf73452" providerId="ADAL" clId="{A8375567-A0AC-4675-9E22-9DC2C6B6658E}" dt="2025-07-21T07:18:32.340" v="1123" actId="47"/>
        <pc:sldMkLst>
          <pc:docMk/>
          <pc:sldMk cId="3584152336" sldId="430"/>
        </pc:sldMkLst>
        <pc:spChg chg="mod">
          <ac:chgData name="KARTER MAKOTOWINGTIM WONG" userId="87f3421f-7e5f-4328-a49b-3eb6eaf73452" providerId="ADAL" clId="{A8375567-A0AC-4675-9E22-9DC2C6B6658E}" dt="2025-07-21T07:11:57.724" v="1029"/>
          <ac:spMkLst>
            <pc:docMk/>
            <pc:sldMk cId="3584152336" sldId="430"/>
            <ac:spMk id="12296" creationId="{CBD01A8B-4C3B-0F6B-F20E-7F96D32EF00B}"/>
          </ac:spMkLst>
        </pc:spChg>
      </pc:sldChg>
      <pc:sldChg chg="add ord">
        <pc:chgData name="KARTER MAKOTOWINGTIM WONG" userId="87f3421f-7e5f-4328-a49b-3eb6eaf73452" providerId="ADAL" clId="{A8375567-A0AC-4675-9E22-9DC2C6B6658E}" dt="2025-07-21T07:14:03.030" v="1037"/>
        <pc:sldMkLst>
          <pc:docMk/>
          <pc:sldMk cId="3964376817" sldId="431"/>
        </pc:sldMkLst>
      </pc:sldChg>
      <pc:sldChg chg="addSp delSp modSp add mod">
        <pc:chgData name="KARTER MAKOTOWINGTIM WONG" userId="87f3421f-7e5f-4328-a49b-3eb6eaf73452" providerId="ADAL" clId="{A8375567-A0AC-4675-9E22-9DC2C6B6658E}" dt="2025-07-21T07:18:07.357" v="1121" actId="1076"/>
        <pc:sldMkLst>
          <pc:docMk/>
          <pc:sldMk cId="825535549" sldId="432"/>
        </pc:sldMkLst>
        <pc:spChg chg="mod">
          <ac:chgData name="KARTER MAKOTOWINGTIM WONG" userId="87f3421f-7e5f-4328-a49b-3eb6eaf73452" providerId="ADAL" clId="{A8375567-A0AC-4675-9E22-9DC2C6B6658E}" dt="2025-07-21T07:15:11.993" v="1071"/>
          <ac:spMkLst>
            <pc:docMk/>
            <pc:sldMk cId="825535549" sldId="432"/>
            <ac:spMk id="15" creationId="{5EB93491-4C28-2F96-A7E7-F5EDC758AF28}"/>
          </ac:spMkLst>
        </pc:spChg>
        <pc:grpChg chg="del">
          <ac:chgData name="KARTER MAKOTOWINGTIM WONG" userId="87f3421f-7e5f-4328-a49b-3eb6eaf73452" providerId="ADAL" clId="{A8375567-A0AC-4675-9E22-9DC2C6B6658E}" dt="2025-07-21T07:15:17.430" v="1074" actId="478"/>
          <ac:grpSpMkLst>
            <pc:docMk/>
            <pc:sldMk cId="825535549" sldId="432"/>
            <ac:grpSpMk id="30" creationId="{2C17F6D1-CD17-68F8-CE21-0718A07BA83C}"/>
          </ac:grpSpMkLst>
        </pc:grpChg>
        <pc:grpChg chg="del">
          <ac:chgData name="KARTER MAKOTOWINGTIM WONG" userId="87f3421f-7e5f-4328-a49b-3eb6eaf73452" providerId="ADAL" clId="{A8375567-A0AC-4675-9E22-9DC2C6B6658E}" dt="2025-07-21T07:15:15.264" v="1073" actId="478"/>
          <ac:grpSpMkLst>
            <pc:docMk/>
            <pc:sldMk cId="825535549" sldId="432"/>
            <ac:grpSpMk id="31" creationId="{56C06C35-CE1F-0FFC-24D1-05A26A5004BD}"/>
          </ac:grpSpMkLst>
        </pc:grpChg>
        <pc:grpChg chg="add mod">
          <ac:chgData name="KARTER MAKOTOWINGTIM WONG" userId="87f3421f-7e5f-4328-a49b-3eb6eaf73452" providerId="ADAL" clId="{A8375567-A0AC-4675-9E22-9DC2C6B6658E}" dt="2025-07-21T07:18:07.357" v="1121" actId="1076"/>
          <ac:grpSpMkLst>
            <pc:docMk/>
            <pc:sldMk cId="825535549" sldId="432"/>
            <ac:grpSpMk id="32" creationId="{2044252E-8079-B8E0-C9B0-7BDA88F5D649}"/>
          </ac:grpSpMkLst>
        </pc:grpChg>
        <pc:grpChg chg="del">
          <ac:chgData name="KARTER MAKOTOWINGTIM WONG" userId="87f3421f-7e5f-4328-a49b-3eb6eaf73452" providerId="ADAL" clId="{A8375567-A0AC-4675-9E22-9DC2C6B6658E}" dt="2025-07-21T07:15:14.140" v="1072" actId="478"/>
          <ac:grpSpMkLst>
            <pc:docMk/>
            <pc:sldMk cId="825535549" sldId="432"/>
            <ac:grpSpMk id="33" creationId="{7E26E0F4-991C-CEAA-692C-D596B53D730C}"/>
          </ac:grpSpMkLst>
        </pc:grpChg>
        <pc:graphicFrameChg chg="add mod">
          <ac:chgData name="KARTER MAKOTOWINGTIM WONG" userId="87f3421f-7e5f-4328-a49b-3eb6eaf73452" providerId="ADAL" clId="{A8375567-A0AC-4675-9E22-9DC2C6B6658E}" dt="2025-07-21T07:18:04.340" v="1120"/>
          <ac:graphicFrameMkLst>
            <pc:docMk/>
            <pc:sldMk cId="825535549" sldId="432"/>
            <ac:graphicFrameMk id="2" creationId="{430863E1-760E-6FFF-C955-61850E3C8B5D}"/>
          </ac:graphicFrameMkLst>
        </pc:graphicFrameChg>
        <pc:picChg chg="mod">
          <ac:chgData name="KARTER MAKOTOWINGTIM WONG" userId="87f3421f-7e5f-4328-a49b-3eb6eaf73452" providerId="ADAL" clId="{A8375567-A0AC-4675-9E22-9DC2C6B6658E}" dt="2025-07-21T07:15:11.993" v="1071"/>
          <ac:picMkLst>
            <pc:docMk/>
            <pc:sldMk cId="825535549" sldId="432"/>
            <ac:picMk id="23" creationId="{D6C6B8BE-615A-0FF1-8622-F6C1F9AAE57E}"/>
          </ac:picMkLst>
        </pc:picChg>
      </pc:sldChg>
      <pc:sldChg chg="modSp add modNotesTx">
        <pc:chgData name="KARTER MAKOTOWINGTIM WONG" userId="87f3421f-7e5f-4328-a49b-3eb6eaf73452" providerId="ADAL" clId="{A8375567-A0AC-4675-9E22-9DC2C6B6658E}" dt="2025-07-22T06:14:24.699" v="1864" actId="20577"/>
        <pc:sldMkLst>
          <pc:docMk/>
          <pc:sldMk cId="2474978099" sldId="433"/>
        </pc:sldMkLst>
        <pc:spChg chg="mod">
          <ac:chgData name="KARTER MAKOTOWINGTIM WONG" userId="87f3421f-7e5f-4328-a49b-3eb6eaf73452" providerId="ADAL" clId="{A8375567-A0AC-4675-9E22-9DC2C6B6658E}" dt="2025-07-21T07:19:02.749" v="1127"/>
          <ac:spMkLst>
            <pc:docMk/>
            <pc:sldMk cId="2474978099" sldId="433"/>
            <ac:spMk id="17413" creationId="{86B94E96-A82E-4876-1EC5-3A190AC85C3B}"/>
          </ac:spMkLst>
        </pc:spChg>
      </pc:sldChg>
      <pc:sldChg chg="addSp delSp modSp add mod ord modNotesTx">
        <pc:chgData name="KARTER MAKOTOWINGTIM WONG" userId="87f3421f-7e5f-4328-a49b-3eb6eaf73452" providerId="ADAL" clId="{A8375567-A0AC-4675-9E22-9DC2C6B6658E}" dt="2025-07-21T07:46:04.931" v="1468" actId="20577"/>
        <pc:sldMkLst>
          <pc:docMk/>
          <pc:sldMk cId="1653562289" sldId="434"/>
        </pc:sldMkLst>
        <pc:spChg chg="mod">
          <ac:chgData name="KARTER MAKOTOWINGTIM WONG" userId="87f3421f-7e5f-4328-a49b-3eb6eaf73452" providerId="ADAL" clId="{A8375567-A0AC-4675-9E22-9DC2C6B6658E}" dt="2025-07-21T07:34:47.548" v="1242" actId="20577"/>
          <ac:spMkLst>
            <pc:docMk/>
            <pc:sldMk cId="1653562289" sldId="434"/>
            <ac:spMk id="4" creationId="{321F4AF1-E430-3B85-4245-678C9737B139}"/>
          </ac:spMkLst>
        </pc:spChg>
        <pc:spChg chg="add del mod">
          <ac:chgData name="KARTER MAKOTOWINGTIM WONG" userId="87f3421f-7e5f-4328-a49b-3eb6eaf73452" providerId="ADAL" clId="{A8375567-A0AC-4675-9E22-9DC2C6B6658E}" dt="2025-07-21T07:35:08.265" v="1245"/>
          <ac:spMkLst>
            <pc:docMk/>
            <pc:sldMk cId="1653562289" sldId="434"/>
            <ac:spMk id="7" creationId="{AEE5B7E5-61E6-3977-B0A2-D7F2FFC91248}"/>
          </ac:spMkLst>
        </pc:spChg>
        <pc:spChg chg="add mod">
          <ac:chgData name="KARTER MAKOTOWINGTIM WONG" userId="87f3421f-7e5f-4328-a49b-3eb6eaf73452" providerId="ADAL" clId="{A8375567-A0AC-4675-9E22-9DC2C6B6658E}" dt="2025-07-21T07:46:04.931" v="1468" actId="20577"/>
          <ac:spMkLst>
            <pc:docMk/>
            <pc:sldMk cId="1653562289" sldId="434"/>
            <ac:spMk id="10" creationId="{B82FE2A2-5E6C-8EF8-9677-A49A23982FAE}"/>
          </ac:spMkLst>
        </pc:spChg>
        <pc:grpChg chg="del">
          <ac:chgData name="KARTER MAKOTOWINGTIM WONG" userId="87f3421f-7e5f-4328-a49b-3eb6eaf73452" providerId="ADAL" clId="{A8375567-A0AC-4675-9E22-9DC2C6B6658E}" dt="2025-07-21T07:34:43.340" v="1228" actId="478"/>
          <ac:grpSpMkLst>
            <pc:docMk/>
            <pc:sldMk cId="1653562289" sldId="434"/>
            <ac:grpSpMk id="6" creationId="{A3B4278F-F51E-533F-92E8-54D5337E297C}"/>
          </ac:grpSpMkLst>
        </pc:grpChg>
        <pc:grpChg chg="del">
          <ac:chgData name="KARTER MAKOTOWINGTIM WONG" userId="87f3421f-7e5f-4328-a49b-3eb6eaf73452" providerId="ADAL" clId="{A8375567-A0AC-4675-9E22-9DC2C6B6658E}" dt="2025-07-21T07:34:42.363" v="1227" actId="478"/>
          <ac:grpSpMkLst>
            <pc:docMk/>
            <pc:sldMk cId="1653562289" sldId="434"/>
            <ac:grpSpMk id="15" creationId="{81725FF2-A164-B8ED-4703-7DEB91B0F3A3}"/>
          </ac:grpSpMkLst>
        </pc:grpChg>
      </pc:sldChg>
      <pc:sldChg chg="add ord">
        <pc:chgData name="KARTER MAKOTOWINGTIM WONG" userId="87f3421f-7e5f-4328-a49b-3eb6eaf73452" providerId="ADAL" clId="{A8375567-A0AC-4675-9E22-9DC2C6B6658E}" dt="2025-07-21T07:41:43.256" v="1365"/>
        <pc:sldMkLst>
          <pc:docMk/>
          <pc:sldMk cId="977265284" sldId="435"/>
        </pc:sldMkLst>
      </pc:sldChg>
      <pc:sldChg chg="modSp add mod">
        <pc:chgData name="KARTER MAKOTOWINGTIM WONG" userId="87f3421f-7e5f-4328-a49b-3eb6eaf73452" providerId="ADAL" clId="{A8375567-A0AC-4675-9E22-9DC2C6B6658E}" dt="2025-07-21T07:45:58.876" v="1467" actId="20577"/>
        <pc:sldMkLst>
          <pc:docMk/>
          <pc:sldMk cId="352234878" sldId="436"/>
        </pc:sldMkLst>
        <pc:spChg chg="mod">
          <ac:chgData name="KARTER MAKOTOWINGTIM WONG" userId="87f3421f-7e5f-4328-a49b-3eb6eaf73452" providerId="ADAL" clId="{A8375567-A0AC-4675-9E22-9DC2C6B6658E}" dt="2025-07-21T07:45:58.876" v="1467" actId="20577"/>
          <ac:spMkLst>
            <pc:docMk/>
            <pc:sldMk cId="352234878" sldId="436"/>
            <ac:spMk id="10" creationId="{B6873006-58DD-64AE-FE5D-BF6B157E230F}"/>
          </ac:spMkLst>
        </pc:spChg>
      </pc:sldChg>
      <pc:sldChg chg="modSp add mod">
        <pc:chgData name="KARTER MAKOTOWINGTIM WONG" userId="87f3421f-7e5f-4328-a49b-3eb6eaf73452" providerId="ADAL" clId="{A8375567-A0AC-4675-9E22-9DC2C6B6658E}" dt="2025-07-21T07:45:52.796" v="1465" actId="20577"/>
        <pc:sldMkLst>
          <pc:docMk/>
          <pc:sldMk cId="1710065988" sldId="437"/>
        </pc:sldMkLst>
        <pc:spChg chg="mod">
          <ac:chgData name="KARTER MAKOTOWINGTIM WONG" userId="87f3421f-7e5f-4328-a49b-3eb6eaf73452" providerId="ADAL" clId="{A8375567-A0AC-4675-9E22-9DC2C6B6658E}" dt="2025-07-21T07:45:52.796" v="1465" actId="20577"/>
          <ac:spMkLst>
            <pc:docMk/>
            <pc:sldMk cId="1710065988" sldId="437"/>
            <ac:spMk id="10" creationId="{4AF9DB97-012A-FD44-57D3-2ECF74C63FBC}"/>
          </ac:spMkLst>
        </pc:spChg>
      </pc:sldChg>
      <pc:sldChg chg="addSp delSp modSp add mod ord modNotesTx">
        <pc:chgData name="KARTER MAKOTOWINGTIM WONG" userId="87f3421f-7e5f-4328-a49b-3eb6eaf73452" providerId="ADAL" clId="{A8375567-A0AC-4675-9E22-9DC2C6B6658E}" dt="2025-07-22T06:45:56.587" v="2378" actId="20577"/>
        <pc:sldMkLst>
          <pc:docMk/>
          <pc:sldMk cId="3399768270" sldId="438"/>
        </pc:sldMkLst>
        <pc:spChg chg="add del mod">
          <ac:chgData name="KARTER MAKOTOWINGTIM WONG" userId="87f3421f-7e5f-4328-a49b-3eb6eaf73452" providerId="ADAL" clId="{A8375567-A0AC-4675-9E22-9DC2C6B6658E}" dt="2025-07-22T06:23:10.152" v="1957" actId="478"/>
          <ac:spMkLst>
            <pc:docMk/>
            <pc:sldMk cId="3399768270" sldId="438"/>
            <ac:spMk id="2" creationId="{44B1BC2B-E991-9473-35D6-C82A141C07D5}"/>
          </ac:spMkLst>
        </pc:spChg>
        <pc:spChg chg="del">
          <ac:chgData name="KARTER MAKOTOWINGTIM WONG" userId="87f3421f-7e5f-4328-a49b-3eb6eaf73452" providerId="ADAL" clId="{A8375567-A0AC-4675-9E22-9DC2C6B6658E}" dt="2025-07-21T07:53:33.706" v="1525" actId="478"/>
          <ac:spMkLst>
            <pc:docMk/>
            <pc:sldMk cId="3399768270" sldId="438"/>
            <ac:spMk id="3" creationId="{8907C5D5-3A80-947E-B899-D4B26875E127}"/>
          </ac:spMkLst>
        </pc:spChg>
        <pc:spChg chg="add mod">
          <ac:chgData name="KARTER MAKOTOWINGTIM WONG" userId="87f3421f-7e5f-4328-a49b-3eb6eaf73452" providerId="ADAL" clId="{A8375567-A0AC-4675-9E22-9DC2C6B6658E}" dt="2025-07-22T06:23:02.640" v="1955"/>
          <ac:spMkLst>
            <pc:docMk/>
            <pc:sldMk cId="3399768270" sldId="438"/>
            <ac:spMk id="4" creationId="{81346400-6395-822F-1898-8D14AAD1001A}"/>
          </ac:spMkLst>
        </pc:spChg>
        <pc:spChg chg="add mod">
          <ac:chgData name="KARTER MAKOTOWINGTIM WONG" userId="87f3421f-7e5f-4328-a49b-3eb6eaf73452" providerId="ADAL" clId="{A8375567-A0AC-4675-9E22-9DC2C6B6658E}" dt="2025-07-22T06:23:04.581" v="1956"/>
          <ac:spMkLst>
            <pc:docMk/>
            <pc:sldMk cId="3399768270" sldId="438"/>
            <ac:spMk id="5" creationId="{B02823A9-27D6-F70C-FE25-03099CF144F3}"/>
          </ac:spMkLst>
        </pc:spChg>
        <pc:spChg chg="add mod">
          <ac:chgData name="KARTER MAKOTOWINGTIM WONG" userId="87f3421f-7e5f-4328-a49b-3eb6eaf73452" providerId="ADAL" clId="{A8375567-A0AC-4675-9E22-9DC2C6B6658E}" dt="2025-07-22T06:23:20.041" v="1961" actId="1076"/>
          <ac:spMkLst>
            <pc:docMk/>
            <pc:sldMk cId="3399768270" sldId="438"/>
            <ac:spMk id="6" creationId="{7C459C9F-DE27-CF37-2C89-55109DEAF6FA}"/>
          </ac:spMkLst>
        </pc:spChg>
        <pc:spChg chg="mod">
          <ac:chgData name="KARTER MAKOTOWINGTIM WONG" userId="87f3421f-7e5f-4328-a49b-3eb6eaf73452" providerId="ADAL" clId="{A8375567-A0AC-4675-9E22-9DC2C6B6658E}" dt="2025-07-22T06:22:05.632" v="1922" actId="20577"/>
          <ac:spMkLst>
            <pc:docMk/>
            <pc:sldMk cId="3399768270" sldId="438"/>
            <ac:spMk id="15368" creationId="{4195B749-EF0F-ECBD-C5F5-2BDF69A7CF42}"/>
          </ac:spMkLst>
        </pc:spChg>
        <pc:graphicFrameChg chg="mod">
          <ac:chgData name="KARTER MAKOTOWINGTIM WONG" userId="87f3421f-7e5f-4328-a49b-3eb6eaf73452" providerId="ADAL" clId="{A8375567-A0AC-4675-9E22-9DC2C6B6658E}" dt="2025-07-22T06:23:17.714" v="1960" actId="1076"/>
          <ac:graphicFrameMkLst>
            <pc:docMk/>
            <pc:sldMk cId="3399768270" sldId="438"/>
            <ac:graphicFrameMk id="3" creationId="{D0FBACDD-B126-4CC4-4F87-BAC2D4C59F9C}"/>
          </ac:graphicFrameMkLst>
        </pc:graphicFrameChg>
      </pc:sldChg>
      <pc:sldChg chg="modNotesTx">
        <pc:chgData name="KARTER MAKOTOWINGTIM WONG" userId="87f3421f-7e5f-4328-a49b-3eb6eaf73452" providerId="ADAL" clId="{A8375567-A0AC-4675-9E22-9DC2C6B6658E}" dt="2025-07-22T06:36:26.476" v="1979" actId="20577"/>
        <pc:sldMkLst>
          <pc:docMk/>
          <pc:sldMk cId="1027383092" sldId="440"/>
        </pc:sldMkLst>
      </pc:sldChg>
    </pc:docChg>
  </pc:docChgLst>
  <pc:docChgLst>
    <pc:chgData name="KARTER MAKOTOWINGTIM WONG" userId="87f3421f-7e5f-4328-a49b-3eb6eaf73452" providerId="ADAL" clId="{8A2FF50F-8032-4803-AB59-85892B387DAE}"/>
    <pc:docChg chg="undo redo custSel modSld modShowInfo">
      <pc:chgData name="KARTER MAKOTOWINGTIM WONG" userId="87f3421f-7e5f-4328-a49b-3eb6eaf73452" providerId="ADAL" clId="{8A2FF50F-8032-4803-AB59-85892B387DAE}" dt="2025-06-15T10:27:39.658" v="1397" actId="20577"/>
      <pc:docMkLst>
        <pc:docMk/>
      </pc:docMkLst>
      <pc:sldChg chg="modNotesTx">
        <pc:chgData name="KARTER MAKOTOWINGTIM WONG" userId="87f3421f-7e5f-4328-a49b-3eb6eaf73452" providerId="ADAL" clId="{8A2FF50F-8032-4803-AB59-85892B387DAE}" dt="2025-06-15T10:24:59.700" v="1377" actId="20577"/>
        <pc:sldMkLst>
          <pc:docMk/>
          <pc:sldMk cId="0" sldId="367"/>
        </pc:sldMkLst>
      </pc:sldChg>
      <pc:sldChg chg="modNotesTx">
        <pc:chgData name="KARTER MAKOTOWINGTIM WONG" userId="87f3421f-7e5f-4328-a49b-3eb6eaf73452" providerId="ADAL" clId="{8A2FF50F-8032-4803-AB59-85892B387DAE}" dt="2025-06-15T09:01:17.533" v="1366" actId="20577"/>
        <pc:sldMkLst>
          <pc:docMk/>
          <pc:sldMk cId="0" sldId="387"/>
        </pc:sldMkLst>
      </pc:sldChg>
      <pc:sldChg chg="modSp mod modNotesTx">
        <pc:chgData name="KARTER MAKOTOWINGTIM WONG" userId="87f3421f-7e5f-4328-a49b-3eb6eaf73452" providerId="ADAL" clId="{8A2FF50F-8032-4803-AB59-85892B387DAE}" dt="2025-06-15T10:25:49.129" v="1383" actId="20577"/>
        <pc:sldMkLst>
          <pc:docMk/>
          <pc:sldMk cId="0" sldId="389"/>
        </pc:sldMkLst>
        <pc:spChg chg="mod">
          <ac:chgData name="KARTER MAKOTOWINGTIM WONG" userId="87f3421f-7e5f-4328-a49b-3eb6eaf73452" providerId="ADAL" clId="{8A2FF50F-8032-4803-AB59-85892B387DAE}" dt="2025-06-12T22:54:27.089" v="173" actId="20577"/>
          <ac:spMkLst>
            <pc:docMk/>
            <pc:sldMk cId="0" sldId="389"/>
            <ac:spMk id="3" creationId="{AE079F54-83D7-542D-0D32-9A05E5ABC411}"/>
          </ac:spMkLst>
        </pc:spChg>
        <pc:spChg chg="mod">
          <ac:chgData name="KARTER MAKOTOWINGTIM WONG" userId="87f3421f-7e5f-4328-a49b-3eb6eaf73452" providerId="ADAL" clId="{8A2FF50F-8032-4803-AB59-85892B387DAE}" dt="2025-06-12T22:54:22.169" v="169" actId="20577"/>
          <ac:spMkLst>
            <pc:docMk/>
            <pc:sldMk cId="0" sldId="389"/>
            <ac:spMk id="7" creationId="{AD648E0F-F7BA-FC29-3DA1-F0DB173A56F1}"/>
          </ac:spMkLst>
        </pc:spChg>
      </pc:sldChg>
      <pc:sldChg chg="modSp modNotesTx">
        <pc:chgData name="KARTER MAKOTOWINGTIM WONG" userId="87f3421f-7e5f-4328-a49b-3eb6eaf73452" providerId="ADAL" clId="{8A2FF50F-8032-4803-AB59-85892B387DAE}" dt="2025-06-15T10:26:15.691" v="1389" actId="20577"/>
        <pc:sldMkLst>
          <pc:docMk/>
          <pc:sldMk cId="0" sldId="405"/>
        </pc:sldMkLst>
        <pc:graphicFrameChg chg="mod">
          <ac:chgData name="KARTER MAKOTOWINGTIM WONG" userId="87f3421f-7e5f-4328-a49b-3eb6eaf73452" providerId="ADAL" clId="{8A2FF50F-8032-4803-AB59-85892B387DAE}" dt="2025-06-12T22:54:56.501" v="181" actId="20577"/>
          <ac:graphicFrameMkLst>
            <pc:docMk/>
            <pc:sldMk cId="0" sldId="405"/>
            <ac:graphicFrameMk id="33" creationId="{C57B20DF-B0FE-D8EA-4C1A-14B999B5C353}"/>
          </ac:graphicFrameMkLst>
        </pc:graphicFrameChg>
      </pc:sldChg>
      <pc:sldChg chg="modNotesTx">
        <pc:chgData name="KARTER MAKOTOWINGTIM WONG" userId="87f3421f-7e5f-4328-a49b-3eb6eaf73452" providerId="ADAL" clId="{8A2FF50F-8032-4803-AB59-85892B387DAE}" dt="2025-06-15T10:25:11.133" v="1379" actId="20577"/>
        <pc:sldMkLst>
          <pc:docMk/>
          <pc:sldMk cId="0" sldId="407"/>
        </pc:sldMkLst>
      </pc:sldChg>
      <pc:sldChg chg="modSp mod modShow modNotesTx">
        <pc:chgData name="KARTER MAKOTOWINGTIM WONG" userId="87f3421f-7e5f-4328-a49b-3eb6eaf73452" providerId="ADAL" clId="{8A2FF50F-8032-4803-AB59-85892B387DAE}" dt="2025-06-15T10:18:05.346" v="1369" actId="729"/>
        <pc:sldMkLst>
          <pc:docMk/>
          <pc:sldMk cId="0" sldId="413"/>
        </pc:sldMkLst>
        <pc:spChg chg="mod">
          <ac:chgData name="KARTER MAKOTOWINGTIM WONG" userId="87f3421f-7e5f-4328-a49b-3eb6eaf73452" providerId="ADAL" clId="{8A2FF50F-8032-4803-AB59-85892B387DAE}" dt="2025-06-10T10:57:40.274" v="130" actId="20577"/>
          <ac:spMkLst>
            <pc:docMk/>
            <pc:sldMk cId="0" sldId="413"/>
            <ac:spMk id="9" creationId="{02777AF6-5F16-A6AC-CE44-B1B0A468AC41}"/>
          </ac:spMkLst>
        </pc:spChg>
        <pc:picChg chg="mod modCrop">
          <ac:chgData name="KARTER MAKOTOWINGTIM WONG" userId="87f3421f-7e5f-4328-a49b-3eb6eaf73452" providerId="ADAL" clId="{8A2FF50F-8032-4803-AB59-85892B387DAE}" dt="2025-06-10T10:57:30.782" v="120" actId="1076"/>
          <ac:picMkLst>
            <pc:docMk/>
            <pc:sldMk cId="0" sldId="413"/>
            <ac:picMk id="4" creationId="{1C1CA815-F7AB-030A-3F97-0B32F31AC2CD}"/>
          </ac:picMkLst>
        </pc:picChg>
        <pc:picChg chg="mod">
          <ac:chgData name="KARTER MAKOTOWINGTIM WONG" userId="87f3421f-7e5f-4328-a49b-3eb6eaf73452" providerId="ADAL" clId="{8A2FF50F-8032-4803-AB59-85892B387DAE}" dt="2025-06-10T10:57:23.495" v="118" actId="1076"/>
          <ac:picMkLst>
            <pc:docMk/>
            <pc:sldMk cId="0" sldId="413"/>
            <ac:picMk id="6" creationId="{50A99597-7649-DB11-0596-8146579AEC34}"/>
          </ac:picMkLst>
        </pc:picChg>
      </pc:sldChg>
      <pc:sldChg chg="modSp modNotesTx">
        <pc:chgData name="KARTER MAKOTOWINGTIM WONG" userId="87f3421f-7e5f-4328-a49b-3eb6eaf73452" providerId="ADAL" clId="{8A2FF50F-8032-4803-AB59-85892B387DAE}" dt="2025-06-15T10:27:22.677" v="1394" actId="20577"/>
        <pc:sldMkLst>
          <pc:docMk/>
          <pc:sldMk cId="2977264139" sldId="415"/>
        </pc:sldMkLst>
        <pc:graphicFrameChg chg="mod">
          <ac:chgData name="KARTER MAKOTOWINGTIM WONG" userId="87f3421f-7e5f-4328-a49b-3eb6eaf73452" providerId="ADAL" clId="{8A2FF50F-8032-4803-AB59-85892B387DAE}" dt="2025-06-12T22:54:47.943" v="177" actId="20577"/>
          <ac:graphicFrameMkLst>
            <pc:docMk/>
            <pc:sldMk cId="2977264139" sldId="415"/>
            <ac:graphicFrameMk id="10" creationId="{B476849C-E4A0-3220-2CBB-3547448CE619}"/>
          </ac:graphicFrameMkLst>
        </pc:graphicFrameChg>
      </pc:sldChg>
      <pc:sldChg chg="addSp delSp modSp mod modNotesTx">
        <pc:chgData name="KARTER MAKOTOWINGTIM WONG" userId="87f3421f-7e5f-4328-a49b-3eb6eaf73452" providerId="ADAL" clId="{8A2FF50F-8032-4803-AB59-85892B387DAE}" dt="2025-06-15T10:27:39.658" v="1397" actId="20577"/>
        <pc:sldMkLst>
          <pc:docMk/>
          <pc:sldMk cId="1400478623" sldId="416"/>
        </pc:sldMkLst>
      </pc:sldChg>
      <pc:sldChg chg="modSp mod modShow">
        <pc:chgData name="KARTER MAKOTOWINGTIM WONG" userId="87f3421f-7e5f-4328-a49b-3eb6eaf73452" providerId="ADAL" clId="{8A2FF50F-8032-4803-AB59-85892B387DAE}" dt="2025-06-10T10:59:15.958" v="157" actId="1076"/>
        <pc:sldMkLst>
          <pc:docMk/>
          <pc:sldMk cId="949119990" sldId="417"/>
        </pc:sldMkLst>
        <pc:picChg chg="mod modCrop">
          <ac:chgData name="KARTER MAKOTOWINGTIM WONG" userId="87f3421f-7e5f-4328-a49b-3eb6eaf73452" providerId="ADAL" clId="{8A2FF50F-8032-4803-AB59-85892B387DAE}" dt="2025-06-10T10:59:15.958" v="157" actId="1076"/>
          <ac:picMkLst>
            <pc:docMk/>
            <pc:sldMk cId="949119990" sldId="417"/>
            <ac:picMk id="6" creationId="{193B747C-8865-9635-102B-4C7882A41A1C}"/>
          </ac:picMkLst>
        </pc:picChg>
        <pc:picChg chg="mod">
          <ac:chgData name="KARTER MAKOTOWINGTIM WONG" userId="87f3421f-7e5f-4328-a49b-3eb6eaf73452" providerId="ADAL" clId="{8A2FF50F-8032-4803-AB59-85892B387DAE}" dt="2025-06-10T10:58:40.078" v="151" actId="1076"/>
          <ac:picMkLst>
            <pc:docMk/>
            <pc:sldMk cId="949119990" sldId="417"/>
            <ac:picMk id="8" creationId="{C1F614B7-74A3-9308-392D-5E44DF9E4BE6}"/>
          </ac:picMkLst>
        </pc:picChg>
        <pc:picChg chg="mod">
          <ac:chgData name="KARTER MAKOTOWINGTIM WONG" userId="87f3421f-7e5f-4328-a49b-3eb6eaf73452" providerId="ADAL" clId="{8A2FF50F-8032-4803-AB59-85892B387DAE}" dt="2025-06-10T10:58:45.911" v="153" actId="1076"/>
          <ac:picMkLst>
            <pc:docMk/>
            <pc:sldMk cId="949119990" sldId="417"/>
            <ac:picMk id="12" creationId="{7EBAAF02-C605-1CF9-2016-4A09460A9AC4}"/>
          </ac:picMkLst>
        </pc:picChg>
      </pc:sldChg>
      <pc:sldChg chg="mod modShow modNotesTx">
        <pc:chgData name="KARTER MAKOTOWINGTIM WONG" userId="87f3421f-7e5f-4328-a49b-3eb6eaf73452" providerId="ADAL" clId="{8A2FF50F-8032-4803-AB59-85892B387DAE}" dt="2025-06-15T09:01:20.852" v="1368" actId="20577"/>
        <pc:sldMkLst>
          <pc:docMk/>
          <pc:sldMk cId="331761965" sldId="418"/>
        </pc:sldMkLst>
      </pc:sldChg>
      <pc:sldChg chg="modNotesTx">
        <pc:chgData name="KARTER MAKOTOWINGTIM WONG" userId="87f3421f-7e5f-4328-a49b-3eb6eaf73452" providerId="ADAL" clId="{8A2FF50F-8032-4803-AB59-85892B387DAE}" dt="2025-06-13T00:37:23.808" v="478" actId="20577"/>
        <pc:sldMkLst>
          <pc:docMk/>
          <pc:sldMk cId="3194971168" sldId="421"/>
        </pc:sldMkLst>
      </pc:sldChg>
      <pc:sldChg chg="modNotesTx">
        <pc:chgData name="KARTER MAKOTOWINGTIM WONG" userId="87f3421f-7e5f-4328-a49b-3eb6eaf73452" providerId="ADAL" clId="{8A2FF50F-8032-4803-AB59-85892B387DAE}" dt="2025-06-15T10:25:20.509" v="1380" actId="20577"/>
        <pc:sldMkLst>
          <pc:docMk/>
          <pc:sldMk cId="2145823957" sldId="422"/>
        </pc:sldMkLst>
      </pc:sldChg>
      <pc:sldChg chg="addSp modSp mod modNotesTx">
        <pc:chgData name="KARTER MAKOTOWINGTIM WONG" userId="87f3421f-7e5f-4328-a49b-3eb6eaf73452" providerId="ADAL" clId="{8A2FF50F-8032-4803-AB59-85892B387DAE}" dt="2025-06-15T10:25:57.369" v="1384" actId="20577"/>
        <pc:sldMkLst>
          <pc:docMk/>
          <pc:sldMk cId="2281730913" sldId="423"/>
        </pc:sldMkLst>
      </pc:sldChg>
      <pc:sldChg chg="modNotesTx">
        <pc:chgData name="KARTER MAKOTOWINGTIM WONG" userId="87f3421f-7e5f-4328-a49b-3eb6eaf73452" providerId="ADAL" clId="{8A2FF50F-8032-4803-AB59-85892B387DAE}" dt="2025-06-15T08:58:55.260" v="1344" actId="20577"/>
        <pc:sldMkLst>
          <pc:docMk/>
          <pc:sldMk cId="1783979972" sldId="424"/>
        </pc:sldMkLst>
      </pc:sldChg>
    </pc:docChg>
  </pc:docChgLst>
  <pc:docChgLst>
    <pc:chgData name="KARTER MAKOTOWINGTIM WONG" userId="87f3421f-7e5f-4328-a49b-3eb6eaf73452" providerId="ADAL" clId="{80C57610-FEE9-47C3-A42B-5844F6B4295E}"/>
    <pc:docChg chg="undo redo custSel addSld delSld modSld sldOrd">
      <pc:chgData name="KARTER MAKOTOWINGTIM WONG" userId="87f3421f-7e5f-4328-a49b-3eb6eaf73452" providerId="ADAL" clId="{80C57610-FEE9-47C3-A42B-5844F6B4295E}" dt="2025-07-22T09:17:32.431" v="10970" actId="14100"/>
      <pc:docMkLst>
        <pc:docMk/>
      </pc:docMkLst>
      <pc:sldChg chg="addSp delSp modSp mod modNotesTx">
        <pc:chgData name="KARTER MAKOTOWINGTIM WONG" userId="87f3421f-7e5f-4328-a49b-3eb6eaf73452" providerId="ADAL" clId="{80C57610-FEE9-47C3-A42B-5844F6B4295E}" dt="2025-07-22T04:42:42.870" v="10739" actId="22"/>
        <pc:sldMkLst>
          <pc:docMk/>
          <pc:sldMk cId="0" sldId="387"/>
        </pc:sldMkLst>
        <pc:spChg chg="add del">
          <ac:chgData name="KARTER MAKOTOWINGTIM WONG" userId="87f3421f-7e5f-4328-a49b-3eb6eaf73452" providerId="ADAL" clId="{80C57610-FEE9-47C3-A42B-5844F6B4295E}" dt="2025-07-22T04:42:42.870" v="10739" actId="22"/>
          <ac:spMkLst>
            <pc:docMk/>
            <pc:sldMk cId="0" sldId="387"/>
            <ac:spMk id="3" creationId="{D5B4F5DA-27C4-16DC-A9AE-B4591DE5E580}"/>
          </ac:spMkLst>
        </pc:spChg>
        <pc:spChg chg="mod">
          <ac:chgData name="KARTER MAKOTOWINGTIM WONG" userId="87f3421f-7e5f-4328-a49b-3eb6eaf73452" providerId="ADAL" clId="{80C57610-FEE9-47C3-A42B-5844F6B4295E}" dt="2025-07-20T11:17:32.553" v="6812" actId="20577"/>
          <ac:spMkLst>
            <pc:docMk/>
            <pc:sldMk cId="0" sldId="387"/>
            <ac:spMk id="23" creationId="{4CCBC938-FE93-89F6-3192-7194E4DEAB77}"/>
          </ac:spMkLst>
        </pc:spChg>
      </pc:sldChg>
      <pc:sldChg chg="addSp modSp mod ord modNotesTx">
        <pc:chgData name="KARTER MAKOTOWINGTIM WONG" userId="87f3421f-7e5f-4328-a49b-3eb6eaf73452" providerId="ADAL" clId="{80C57610-FEE9-47C3-A42B-5844F6B4295E}" dt="2025-07-22T09:17:32.431" v="10970" actId="14100"/>
        <pc:sldMkLst>
          <pc:docMk/>
          <pc:sldMk cId="0" sldId="389"/>
        </pc:sldMkLst>
        <pc:spChg chg="mod">
          <ac:chgData name="KARTER MAKOTOWINGTIM WONG" userId="87f3421f-7e5f-4328-a49b-3eb6eaf73452" providerId="ADAL" clId="{80C57610-FEE9-47C3-A42B-5844F6B4295E}" dt="2025-07-20T07:57:15.856" v="1742" actId="255"/>
          <ac:spMkLst>
            <pc:docMk/>
            <pc:sldMk cId="0" sldId="389"/>
            <ac:spMk id="2" creationId="{2F39D4E6-B9AD-D08C-4B34-4D765D75E6CD}"/>
          </ac:spMkLst>
        </pc:spChg>
        <pc:spChg chg="add mod">
          <ac:chgData name="KARTER MAKOTOWINGTIM WONG" userId="87f3421f-7e5f-4328-a49b-3eb6eaf73452" providerId="ADAL" clId="{80C57610-FEE9-47C3-A42B-5844F6B4295E}" dt="2025-07-22T09:17:32.431" v="10942" actId="688"/>
          <ac:spMkLst>
            <pc:docMk/>
            <pc:sldMk cId="0" sldId="389"/>
            <ac:spMk id="12" creationId="{AC9DAE7E-12C7-FF6D-902A-6025300347A4}"/>
          </ac:spMkLst>
        </pc:spChg>
        <pc:spChg chg="add mod">
          <ac:chgData name="KARTER MAKOTOWINGTIM WONG" userId="87f3421f-7e5f-4328-a49b-3eb6eaf73452" providerId="ADAL" clId="{80C57610-FEE9-47C3-A42B-5844F6B4295E}" dt="2025-07-22T09:17:32.431" v="10949" actId="1076"/>
          <ac:spMkLst>
            <pc:docMk/>
            <pc:sldMk cId="0" sldId="389"/>
            <ac:spMk id="13" creationId="{7CB4D025-6D0B-A8AE-2C81-EAC2909EDB4F}"/>
          </ac:spMkLst>
        </pc:spChg>
        <pc:spChg chg="add mod">
          <ac:chgData name="KARTER MAKOTOWINGTIM WONG" userId="87f3421f-7e5f-4328-a49b-3eb6eaf73452" providerId="ADAL" clId="{80C57610-FEE9-47C3-A42B-5844F6B4295E}" dt="2025-07-22T09:17:32.431" v="10968" actId="1076"/>
          <ac:spMkLst>
            <pc:docMk/>
            <pc:sldMk cId="0" sldId="389"/>
            <ac:spMk id="16" creationId="{6F21E5D9-759A-9686-8572-7125A390505E}"/>
          </ac:spMkLst>
        </pc:spChg>
        <pc:picChg chg="mod">
          <ac:chgData name="KARTER MAKOTOWINGTIM WONG" userId="87f3421f-7e5f-4328-a49b-3eb6eaf73452" providerId="ADAL" clId="{80C57610-FEE9-47C3-A42B-5844F6B4295E}" dt="2025-07-22T09:17:32.431" v="10956" actId="1076"/>
          <ac:picMkLst>
            <pc:docMk/>
            <pc:sldMk cId="0" sldId="389"/>
            <ac:picMk id="6" creationId="{60D12FB6-6885-8349-3487-F05CFEA7A8CA}"/>
          </ac:picMkLst>
        </pc:picChg>
        <pc:cxnChg chg="add">
          <ac:chgData name="KARTER MAKOTOWINGTIM WONG" userId="87f3421f-7e5f-4328-a49b-3eb6eaf73452" providerId="ADAL" clId="{80C57610-FEE9-47C3-A42B-5844F6B4295E}" dt="2025-07-22T09:16:50.690" v="10926" actId="11529"/>
          <ac:cxnSpMkLst>
            <pc:docMk/>
            <pc:sldMk cId="0" sldId="389"/>
            <ac:cxnSpMk id="5" creationId="{317D51AB-A435-F182-0DA1-2B66E4A86167}"/>
          </ac:cxnSpMkLst>
        </pc:cxnChg>
        <pc:cxnChg chg="add mod">
          <ac:chgData name="KARTER MAKOTOWINGTIM WONG" userId="87f3421f-7e5f-4328-a49b-3eb6eaf73452" providerId="ADAL" clId="{80C57610-FEE9-47C3-A42B-5844F6B4295E}" dt="2025-07-22T09:17:09.792" v="10931" actId="1076"/>
          <ac:cxnSpMkLst>
            <pc:docMk/>
            <pc:sldMk cId="0" sldId="389"/>
            <ac:cxnSpMk id="8" creationId="{3F5E6C8C-C899-51B1-2A85-A8FC04F98870}"/>
          </ac:cxnSpMkLst>
        </pc:cxnChg>
        <pc:cxnChg chg="add mod">
          <ac:chgData name="KARTER MAKOTOWINGTIM WONG" userId="87f3421f-7e5f-4328-a49b-3eb6eaf73452" providerId="ADAL" clId="{80C57610-FEE9-47C3-A42B-5844F6B4295E}" dt="2025-07-22T09:17:32.431" v="10970" actId="14100"/>
          <ac:cxnSpMkLst>
            <pc:docMk/>
            <pc:sldMk cId="0" sldId="389"/>
            <ac:cxnSpMk id="14" creationId="{1B5F4F2E-BFBE-C705-C689-F110B1DF3E23}"/>
          </ac:cxnSpMkLst>
        </pc:cxnChg>
      </pc:sldChg>
      <pc:sldChg chg="modSp mod modNotesTx">
        <pc:chgData name="KARTER MAKOTOWINGTIM WONG" userId="87f3421f-7e5f-4328-a49b-3eb6eaf73452" providerId="ADAL" clId="{80C57610-FEE9-47C3-A42B-5844F6B4295E}" dt="2025-07-22T04:44:26.922" v="10771" actId="20577"/>
        <pc:sldMkLst>
          <pc:docMk/>
          <pc:sldMk cId="0" sldId="405"/>
        </pc:sldMkLst>
        <pc:spChg chg="mod">
          <ac:chgData name="KARTER MAKOTOWINGTIM WONG" userId="87f3421f-7e5f-4328-a49b-3eb6eaf73452" providerId="ADAL" clId="{80C57610-FEE9-47C3-A42B-5844F6B4295E}" dt="2025-07-20T07:54:54.094" v="1702" actId="14100"/>
          <ac:spMkLst>
            <pc:docMk/>
            <pc:sldMk cId="0" sldId="405"/>
            <ac:spMk id="4" creationId="{3980B27C-31FE-5FF0-F9E8-13822A83080A}"/>
          </ac:spMkLst>
        </pc:spChg>
        <pc:graphicFrameChg chg="mod modGraphic">
          <ac:chgData name="KARTER MAKOTOWINGTIM WONG" userId="87f3421f-7e5f-4328-a49b-3eb6eaf73452" providerId="ADAL" clId="{80C57610-FEE9-47C3-A42B-5844F6B4295E}" dt="2025-07-20T11:44:49.020" v="7605" actId="12269"/>
          <ac:graphicFrameMkLst>
            <pc:docMk/>
            <pc:sldMk cId="0" sldId="405"/>
            <ac:graphicFrameMk id="33" creationId="{C57B20DF-B0FE-D8EA-4C1A-14B999B5C353}"/>
          </ac:graphicFrameMkLst>
        </pc:graphicFrameChg>
      </pc:sldChg>
      <pc:sldChg chg="addSp delSp modSp mod modNotesTx">
        <pc:chgData name="KARTER MAKOTOWINGTIM WONG" userId="87f3421f-7e5f-4328-a49b-3eb6eaf73452" providerId="ADAL" clId="{80C57610-FEE9-47C3-A42B-5844F6B4295E}" dt="2025-07-22T04:47:12.327" v="10804" actId="20577"/>
        <pc:sldMkLst>
          <pc:docMk/>
          <pc:sldMk cId="3206680773" sldId="414"/>
        </pc:sldMkLst>
        <pc:spChg chg="add mod">
          <ac:chgData name="KARTER MAKOTOWINGTIM WONG" userId="87f3421f-7e5f-4328-a49b-3eb6eaf73452" providerId="ADAL" clId="{80C57610-FEE9-47C3-A42B-5844F6B4295E}" dt="2025-07-21T10:46:35.104" v="9667" actId="20577"/>
          <ac:spMkLst>
            <pc:docMk/>
            <pc:sldMk cId="3206680773" sldId="414"/>
            <ac:spMk id="3" creationId="{0CB3B7D4-33C2-D6E9-A3A9-78AF9202036D}"/>
          </ac:spMkLst>
        </pc:spChg>
        <pc:spChg chg="add mod">
          <ac:chgData name="KARTER MAKOTOWINGTIM WONG" userId="87f3421f-7e5f-4328-a49b-3eb6eaf73452" providerId="ADAL" clId="{80C57610-FEE9-47C3-A42B-5844F6B4295E}" dt="2025-07-21T10:44:05.068" v="9630" actId="20577"/>
          <ac:spMkLst>
            <pc:docMk/>
            <pc:sldMk cId="3206680773" sldId="414"/>
            <ac:spMk id="4" creationId="{EA3B0A20-AB73-AEC0-BE8F-E95DF252C0E6}"/>
          </ac:spMkLst>
        </pc:spChg>
        <pc:spChg chg="add del mod">
          <ac:chgData name="KARTER MAKOTOWINGTIM WONG" userId="87f3421f-7e5f-4328-a49b-3eb6eaf73452" providerId="ADAL" clId="{80C57610-FEE9-47C3-A42B-5844F6B4295E}" dt="2025-07-21T10:44:54.230" v="9638" actId="21"/>
          <ac:spMkLst>
            <pc:docMk/>
            <pc:sldMk cId="3206680773" sldId="414"/>
            <ac:spMk id="6" creationId="{07F6BDED-7BFC-6015-EA67-34FE574A5964}"/>
          </ac:spMkLst>
        </pc:spChg>
        <pc:spChg chg="del mod">
          <ac:chgData name="KARTER MAKOTOWINGTIM WONG" userId="87f3421f-7e5f-4328-a49b-3eb6eaf73452" providerId="ADAL" clId="{80C57610-FEE9-47C3-A42B-5844F6B4295E}" dt="2025-07-21T10:43:45.564" v="9618" actId="478"/>
          <ac:spMkLst>
            <pc:docMk/>
            <pc:sldMk cId="3206680773" sldId="414"/>
            <ac:spMk id="4100" creationId="{6C71EEA1-35D1-35A3-0858-A764C8760F4B}"/>
          </ac:spMkLst>
        </pc:spChg>
      </pc:sldChg>
      <pc:sldChg chg="modSp mod modNotesTx">
        <pc:chgData name="KARTER MAKOTOWINGTIM WONG" userId="87f3421f-7e5f-4328-a49b-3eb6eaf73452" providerId="ADAL" clId="{80C57610-FEE9-47C3-A42B-5844F6B4295E}" dt="2025-07-22T04:43:53.448" v="10761" actId="20577"/>
        <pc:sldMkLst>
          <pc:docMk/>
          <pc:sldMk cId="2977264139" sldId="415"/>
        </pc:sldMkLst>
        <pc:spChg chg="mod">
          <ac:chgData name="KARTER MAKOTOWINGTIM WONG" userId="87f3421f-7e5f-4328-a49b-3eb6eaf73452" providerId="ADAL" clId="{80C57610-FEE9-47C3-A42B-5844F6B4295E}" dt="2025-07-20T08:39:39.717" v="3091" actId="14100"/>
          <ac:spMkLst>
            <pc:docMk/>
            <pc:sldMk cId="2977264139" sldId="415"/>
            <ac:spMk id="8" creationId="{60A3C896-F55F-F1C7-38D1-7B4C9DD69303}"/>
          </ac:spMkLst>
        </pc:spChg>
        <pc:spChg chg="mod">
          <ac:chgData name="KARTER MAKOTOWINGTIM WONG" userId="87f3421f-7e5f-4328-a49b-3eb6eaf73452" providerId="ADAL" clId="{80C57610-FEE9-47C3-A42B-5844F6B4295E}" dt="2025-07-20T08:39:42.493" v="3092" actId="14100"/>
          <ac:spMkLst>
            <pc:docMk/>
            <pc:sldMk cId="2977264139" sldId="415"/>
            <ac:spMk id="9" creationId="{14F7C2F3-3F0C-EA9D-5614-B9B44A115AB8}"/>
          </ac:spMkLst>
        </pc:spChg>
        <pc:graphicFrameChg chg="mod">
          <ac:chgData name="KARTER MAKOTOWINGTIM WONG" userId="87f3421f-7e5f-4328-a49b-3eb6eaf73452" providerId="ADAL" clId="{80C57610-FEE9-47C3-A42B-5844F6B4295E}" dt="2025-07-20T08:53:12.941" v="3187"/>
          <ac:graphicFrameMkLst>
            <pc:docMk/>
            <pc:sldMk cId="2977264139" sldId="415"/>
            <ac:graphicFrameMk id="10" creationId="{B476849C-E4A0-3220-2CBB-3547448CE619}"/>
          </ac:graphicFrameMkLst>
        </pc:graphicFrameChg>
        <pc:picChg chg="mod">
          <ac:chgData name="KARTER MAKOTOWINGTIM WONG" userId="87f3421f-7e5f-4328-a49b-3eb6eaf73452" providerId="ADAL" clId="{80C57610-FEE9-47C3-A42B-5844F6B4295E}" dt="2025-07-20T08:53:26.557" v="3189" actId="14100"/>
          <ac:picMkLst>
            <pc:docMk/>
            <pc:sldMk cId="2977264139" sldId="415"/>
            <ac:picMk id="5" creationId="{C0115E2A-ADFD-7AEF-A791-DDFA181D9858}"/>
          </ac:picMkLst>
        </pc:picChg>
        <pc:picChg chg="mod">
          <ac:chgData name="KARTER MAKOTOWINGTIM WONG" userId="87f3421f-7e5f-4328-a49b-3eb6eaf73452" providerId="ADAL" clId="{80C57610-FEE9-47C3-A42B-5844F6B4295E}" dt="2025-07-20T08:53:26.557" v="3189" actId="14100"/>
          <ac:picMkLst>
            <pc:docMk/>
            <pc:sldMk cId="2977264139" sldId="415"/>
            <ac:picMk id="11" creationId="{D05CDFD2-34BF-1C9B-A9E5-BEF323439499}"/>
          </ac:picMkLst>
        </pc:picChg>
      </pc:sldChg>
      <pc:sldChg chg="addSp modSp mod modClrScheme chgLayout modNotesTx">
        <pc:chgData name="KARTER MAKOTOWINGTIM WONG" userId="87f3421f-7e5f-4328-a49b-3eb6eaf73452" providerId="ADAL" clId="{80C57610-FEE9-47C3-A42B-5844F6B4295E}" dt="2025-07-22T04:43:11.852" v="10747" actId="20577"/>
        <pc:sldMkLst>
          <pc:docMk/>
          <pc:sldMk cId="1400478623" sldId="416"/>
        </pc:sldMkLst>
        <pc:spChg chg="mod ord">
          <ac:chgData name="KARTER MAKOTOWINGTIM WONG" userId="87f3421f-7e5f-4328-a49b-3eb6eaf73452" providerId="ADAL" clId="{80C57610-FEE9-47C3-A42B-5844F6B4295E}" dt="2025-07-21T10:41:49.403" v="9595" actId="26606"/>
          <ac:spMkLst>
            <pc:docMk/>
            <pc:sldMk cId="1400478623" sldId="416"/>
            <ac:spMk id="2" creationId="{86E928D2-8315-BB88-958A-9EA0420FAC1A}"/>
          </ac:spMkLst>
        </pc:spChg>
        <pc:spChg chg="add mod">
          <ac:chgData name="KARTER MAKOTOWINGTIM WONG" userId="87f3421f-7e5f-4328-a49b-3eb6eaf73452" providerId="ADAL" clId="{80C57610-FEE9-47C3-A42B-5844F6B4295E}" dt="2025-07-21T11:16:39.039" v="10505" actId="1076"/>
          <ac:spMkLst>
            <pc:docMk/>
            <pc:sldMk cId="1400478623" sldId="416"/>
            <ac:spMk id="4" creationId="{64BD06EE-F126-AF30-5A79-3BD74AD70F91}"/>
          </ac:spMkLst>
        </pc:spChg>
        <pc:spChg chg="mod">
          <ac:chgData name="KARTER MAKOTOWINGTIM WONG" userId="87f3421f-7e5f-4328-a49b-3eb6eaf73452" providerId="ADAL" clId="{80C57610-FEE9-47C3-A42B-5844F6B4295E}" dt="2025-07-21T10:41:53.747" v="9596" actId="207"/>
          <ac:spMkLst>
            <pc:docMk/>
            <pc:sldMk cId="1400478623" sldId="416"/>
            <ac:spMk id="6" creationId="{161839BB-48EF-53A1-EF8B-35A6428115E6}"/>
          </ac:spMkLst>
        </pc:spChg>
        <pc:spChg chg="add mod">
          <ac:chgData name="KARTER MAKOTOWINGTIM WONG" userId="87f3421f-7e5f-4328-a49b-3eb6eaf73452" providerId="ADAL" clId="{80C57610-FEE9-47C3-A42B-5844F6B4295E}" dt="2025-07-21T11:17:26.536" v="10517" actId="1076"/>
          <ac:spMkLst>
            <pc:docMk/>
            <pc:sldMk cId="1400478623" sldId="416"/>
            <ac:spMk id="7" creationId="{B26F67CC-9DB3-8270-F61C-FAF85650803C}"/>
          </ac:spMkLst>
        </pc:spChg>
        <pc:spChg chg="mod">
          <ac:chgData name="KARTER MAKOTOWINGTIM WONG" userId="87f3421f-7e5f-4328-a49b-3eb6eaf73452" providerId="ADAL" clId="{80C57610-FEE9-47C3-A42B-5844F6B4295E}" dt="2025-07-21T10:42:02.267" v="9599" actId="5793"/>
          <ac:spMkLst>
            <pc:docMk/>
            <pc:sldMk cId="1400478623" sldId="416"/>
            <ac:spMk id="9" creationId="{971CEC5E-F001-DE03-AEC1-B105F99A6005}"/>
          </ac:spMkLst>
        </pc:spChg>
        <pc:picChg chg="add mod">
          <ac:chgData name="KARTER MAKOTOWINGTIM WONG" userId="87f3421f-7e5f-4328-a49b-3eb6eaf73452" providerId="ADAL" clId="{80C57610-FEE9-47C3-A42B-5844F6B4295E}" dt="2025-07-21T10:41:58.482" v="9597" actId="1076"/>
          <ac:picMkLst>
            <pc:docMk/>
            <pc:sldMk cId="1400478623" sldId="416"/>
            <ac:picMk id="3" creationId="{2CBE0EDB-F783-39AA-68B8-6C06FBADC773}"/>
          </ac:picMkLst>
        </pc:picChg>
      </pc:sldChg>
      <pc:sldChg chg="modNotesTx">
        <pc:chgData name="KARTER MAKOTOWINGTIM WONG" userId="87f3421f-7e5f-4328-a49b-3eb6eaf73452" providerId="ADAL" clId="{80C57610-FEE9-47C3-A42B-5844F6B4295E}" dt="2025-07-22T04:47:01.094" v="10802" actId="20577"/>
        <pc:sldMkLst>
          <pc:docMk/>
          <pc:sldMk cId="2145823957" sldId="422"/>
        </pc:sldMkLst>
      </pc:sldChg>
      <pc:sldChg chg="addSp delSp modSp mod ord modNotesTx">
        <pc:chgData name="KARTER MAKOTOWINGTIM WONG" userId="87f3421f-7e5f-4328-a49b-3eb6eaf73452" providerId="ADAL" clId="{80C57610-FEE9-47C3-A42B-5844F6B4295E}" dt="2025-07-22T04:46:39.644" v="10792" actId="20577"/>
        <pc:sldMkLst>
          <pc:docMk/>
          <pc:sldMk cId="2281730913" sldId="423"/>
        </pc:sldMkLst>
        <pc:spChg chg="mod">
          <ac:chgData name="KARTER MAKOTOWINGTIM WONG" userId="87f3421f-7e5f-4328-a49b-3eb6eaf73452" providerId="ADAL" clId="{80C57610-FEE9-47C3-A42B-5844F6B4295E}" dt="2025-07-20T11:43:37.106" v="7600" actId="20577"/>
          <ac:spMkLst>
            <pc:docMk/>
            <pc:sldMk cId="2281730913" sldId="423"/>
            <ac:spMk id="4" creationId="{30DDBB21-6F51-009B-0FA4-6E70436DA73C}"/>
          </ac:spMkLst>
        </pc:spChg>
        <pc:spChg chg="mod">
          <ac:chgData name="KARTER MAKOTOWINGTIM WONG" userId="87f3421f-7e5f-4328-a49b-3eb6eaf73452" providerId="ADAL" clId="{80C57610-FEE9-47C3-A42B-5844F6B4295E}" dt="2025-07-21T10:59:29.115" v="9804" actId="1076"/>
          <ac:spMkLst>
            <pc:docMk/>
            <pc:sldMk cId="2281730913" sldId="423"/>
            <ac:spMk id="15" creationId="{D18262C6-9EA3-7982-C097-1E6A6163B6C4}"/>
          </ac:spMkLst>
        </pc:spChg>
        <pc:spChg chg="mod">
          <ac:chgData name="KARTER MAKOTOWINGTIM WONG" userId="87f3421f-7e5f-4328-a49b-3eb6eaf73452" providerId="ADAL" clId="{80C57610-FEE9-47C3-A42B-5844F6B4295E}" dt="2025-07-21T10:59:42.171" v="9808" actId="1076"/>
          <ac:spMkLst>
            <pc:docMk/>
            <pc:sldMk cId="2281730913" sldId="423"/>
            <ac:spMk id="18" creationId="{7CB27481-9425-9D06-4441-C43E706A5B61}"/>
          </ac:spMkLst>
        </pc:spChg>
        <pc:grpChg chg="add mod ord">
          <ac:chgData name="KARTER MAKOTOWINGTIM WONG" userId="87f3421f-7e5f-4328-a49b-3eb6eaf73452" providerId="ADAL" clId="{80C57610-FEE9-47C3-A42B-5844F6B4295E}" dt="2025-07-21T10:59:40.274" v="9807" actId="1076"/>
          <ac:grpSpMkLst>
            <pc:docMk/>
            <pc:sldMk cId="2281730913" sldId="423"/>
            <ac:grpSpMk id="31" creationId="{B570A6A2-E0A3-AF20-DEE3-03BEE3B9E5C8}"/>
          </ac:grpSpMkLst>
        </pc:grpChg>
        <pc:grpChg chg="add mod ord">
          <ac:chgData name="KARTER MAKOTOWINGTIM WONG" userId="87f3421f-7e5f-4328-a49b-3eb6eaf73452" providerId="ADAL" clId="{80C57610-FEE9-47C3-A42B-5844F6B4295E}" dt="2025-07-21T10:59:31.514" v="9805" actId="1076"/>
          <ac:grpSpMkLst>
            <pc:docMk/>
            <pc:sldMk cId="2281730913" sldId="423"/>
            <ac:grpSpMk id="32" creationId="{BAF6343F-C968-56A2-375B-F5D7729817AB}"/>
          </ac:grpSpMkLst>
        </pc:grpChg>
        <pc:graphicFrameChg chg="mod modGraphic">
          <ac:chgData name="KARTER MAKOTOWINGTIM WONG" userId="87f3421f-7e5f-4328-a49b-3eb6eaf73452" providerId="ADAL" clId="{80C57610-FEE9-47C3-A42B-5844F6B4295E}" dt="2025-07-21T10:58:26.911" v="9788" actId="1076"/>
          <ac:graphicFrameMkLst>
            <pc:docMk/>
            <pc:sldMk cId="2281730913" sldId="423"/>
            <ac:graphicFrameMk id="2" creationId="{931D9D3A-9E5A-B7C6-0608-47674A17A636}"/>
          </ac:graphicFrameMkLst>
        </pc:graphicFrameChg>
        <pc:graphicFrameChg chg="del mod">
          <ac:chgData name="KARTER MAKOTOWINGTIM WONG" userId="87f3421f-7e5f-4328-a49b-3eb6eaf73452" providerId="ADAL" clId="{80C57610-FEE9-47C3-A42B-5844F6B4295E}" dt="2025-07-21T10:56:29.288" v="9756" actId="478"/>
          <ac:graphicFrameMkLst>
            <pc:docMk/>
            <pc:sldMk cId="2281730913" sldId="423"/>
            <ac:graphicFrameMk id="3" creationId="{BE151428-2BC6-BF44-6B80-B21C57B6AE24}"/>
          </ac:graphicFrameMkLst>
        </pc:graphicFrameChg>
        <pc:graphicFrameChg chg="add mod modGraphic">
          <ac:chgData name="KARTER MAKOTOWINGTIM WONG" userId="87f3421f-7e5f-4328-a49b-3eb6eaf73452" providerId="ADAL" clId="{80C57610-FEE9-47C3-A42B-5844F6B4295E}" dt="2025-07-21T10:58:26.911" v="9788" actId="1076"/>
          <ac:graphicFrameMkLst>
            <pc:docMk/>
            <pc:sldMk cId="2281730913" sldId="423"/>
            <ac:graphicFrameMk id="5" creationId="{2AEB51C0-08BB-8EF3-8CC4-A2C2FDF7827C}"/>
          </ac:graphicFrameMkLst>
        </pc:graphicFrameChg>
        <pc:picChg chg="mod">
          <ac:chgData name="KARTER MAKOTOWINGTIM WONG" userId="87f3421f-7e5f-4328-a49b-3eb6eaf73452" providerId="ADAL" clId="{80C57610-FEE9-47C3-A42B-5844F6B4295E}" dt="2025-07-21T10:59:24.989" v="9803" actId="14100"/>
          <ac:picMkLst>
            <pc:docMk/>
            <pc:sldMk cId="2281730913" sldId="423"/>
            <ac:picMk id="23" creationId="{5100179A-BE78-6891-0975-8CF9642280A3}"/>
          </ac:picMkLst>
        </pc:picChg>
        <pc:picChg chg="mod">
          <ac:chgData name="KARTER MAKOTOWINGTIM WONG" userId="87f3421f-7e5f-4328-a49b-3eb6eaf73452" providerId="ADAL" clId="{80C57610-FEE9-47C3-A42B-5844F6B4295E}" dt="2025-07-21T10:59:52.846" v="9809" actId="14100"/>
          <ac:picMkLst>
            <pc:docMk/>
            <pc:sldMk cId="2281730913" sldId="423"/>
            <ac:picMk id="29" creationId="{BCA32D2C-1011-84F2-0140-7A21385FAE4A}"/>
          </ac:picMkLst>
        </pc:picChg>
      </pc:sldChg>
      <pc:sldChg chg="addSp delSp modSp mod modNotesTx">
        <pc:chgData name="KARTER MAKOTOWINGTIM WONG" userId="87f3421f-7e5f-4328-a49b-3eb6eaf73452" providerId="ADAL" clId="{80C57610-FEE9-47C3-A42B-5844F6B4295E}" dt="2025-07-22T09:16:22.537" v="10925" actId="20577"/>
        <pc:sldMkLst>
          <pc:docMk/>
          <pc:sldMk cId="1783979972" sldId="424"/>
        </pc:sldMkLst>
        <pc:grpChg chg="mod">
          <ac:chgData name="KARTER MAKOTOWINGTIM WONG" userId="87f3421f-7e5f-4328-a49b-3eb6eaf73452" providerId="ADAL" clId="{80C57610-FEE9-47C3-A42B-5844F6B4295E}" dt="2025-07-22T09:16:20.240" v="10924" actId="1076"/>
          <ac:grpSpMkLst>
            <pc:docMk/>
            <pc:sldMk cId="1783979972" sldId="424"/>
            <ac:grpSpMk id="2" creationId="{E6D94301-D2C1-2C14-4E36-80F33906A767}"/>
          </ac:grpSpMkLst>
        </pc:grpChg>
        <pc:grpChg chg="mod">
          <ac:chgData name="KARTER MAKOTOWINGTIM WONG" userId="87f3421f-7e5f-4328-a49b-3eb6eaf73452" providerId="ADAL" clId="{80C57610-FEE9-47C3-A42B-5844F6B4295E}" dt="2025-07-22T09:16:20.240" v="10924" actId="1076"/>
          <ac:grpSpMkLst>
            <pc:docMk/>
            <pc:sldMk cId="1783979972" sldId="424"/>
            <ac:grpSpMk id="9" creationId="{47FF9466-20AB-145B-87F8-F0579C2F76B5}"/>
          </ac:grpSpMkLst>
        </pc:grpChg>
        <pc:grpChg chg="mod">
          <ac:chgData name="KARTER MAKOTOWINGTIM WONG" userId="87f3421f-7e5f-4328-a49b-3eb6eaf73452" providerId="ADAL" clId="{80C57610-FEE9-47C3-A42B-5844F6B4295E}" dt="2025-07-22T09:16:20.240" v="10924" actId="1076"/>
          <ac:grpSpMkLst>
            <pc:docMk/>
            <pc:sldMk cId="1783979972" sldId="424"/>
            <ac:grpSpMk id="12" creationId="{8B3F6084-A652-560F-0B54-BAD3C036F323}"/>
          </ac:grpSpMkLst>
        </pc:grpChg>
        <pc:picChg chg="del">
          <ac:chgData name="KARTER MAKOTOWINGTIM WONG" userId="87f3421f-7e5f-4328-a49b-3eb6eaf73452" providerId="ADAL" clId="{80C57610-FEE9-47C3-A42B-5844F6B4295E}" dt="2025-07-21T11:02:53.451" v="9846" actId="478"/>
          <ac:picMkLst>
            <pc:docMk/>
            <pc:sldMk cId="1783979972" sldId="424"/>
            <ac:picMk id="4" creationId="{CA1C8D78-629C-606E-DF88-35CF8A832C26}"/>
          </ac:picMkLst>
        </pc:picChg>
        <pc:picChg chg="add del mod">
          <ac:chgData name="KARTER MAKOTOWINGTIM WONG" userId="87f3421f-7e5f-4328-a49b-3eb6eaf73452" providerId="ADAL" clId="{80C57610-FEE9-47C3-A42B-5844F6B4295E}" dt="2025-07-21T11:01:07.917" v="9813" actId="478"/>
          <ac:picMkLst>
            <pc:docMk/>
            <pc:sldMk cId="1783979972" sldId="424"/>
            <ac:picMk id="13" creationId="{A737CA2E-29A5-AED1-F065-4FA2FA5F4A51}"/>
          </ac:picMkLst>
        </pc:picChg>
        <pc:picChg chg="add del mod modCrop">
          <ac:chgData name="KARTER MAKOTOWINGTIM WONG" userId="87f3421f-7e5f-4328-a49b-3eb6eaf73452" providerId="ADAL" clId="{80C57610-FEE9-47C3-A42B-5844F6B4295E}" dt="2025-07-21T11:05:39.241" v="9850" actId="21"/>
          <ac:picMkLst>
            <pc:docMk/>
            <pc:sldMk cId="1783979972" sldId="424"/>
            <ac:picMk id="15" creationId="{E46450E2-BB1E-F7E1-C8EC-41DA1C759932}"/>
          </ac:picMkLst>
        </pc:picChg>
      </pc:sldChg>
      <pc:sldChg chg="modSp mod modNotesTx">
        <pc:chgData name="KARTER MAKOTOWINGTIM WONG" userId="87f3421f-7e5f-4328-a49b-3eb6eaf73452" providerId="ADAL" clId="{80C57610-FEE9-47C3-A42B-5844F6B4295E}" dt="2025-07-22T04:46:28.587" v="10790" actId="20577"/>
        <pc:sldMkLst>
          <pc:docMk/>
          <pc:sldMk cId="489792790" sldId="427"/>
        </pc:sldMkLst>
        <pc:spChg chg="mod">
          <ac:chgData name="KARTER MAKOTOWINGTIM WONG" userId="87f3421f-7e5f-4328-a49b-3eb6eaf73452" providerId="ADAL" clId="{80C57610-FEE9-47C3-A42B-5844F6B4295E}" dt="2025-07-20T11:10:33.799" v="6398" actId="255"/>
          <ac:spMkLst>
            <pc:docMk/>
            <pc:sldMk cId="489792790" sldId="427"/>
            <ac:spMk id="17413" creationId="{BE1F337A-432E-5189-C6A7-693D84664EE0}"/>
          </ac:spMkLst>
        </pc:spChg>
      </pc:sldChg>
      <pc:sldChg chg="addSp delSp modSp add del mod ord modNotesTx">
        <pc:chgData name="KARTER MAKOTOWINGTIM WONG" userId="87f3421f-7e5f-4328-a49b-3eb6eaf73452" providerId="ADAL" clId="{80C57610-FEE9-47C3-A42B-5844F6B4295E}" dt="2025-07-22T09:16:03.436" v="10922" actId="20577"/>
        <pc:sldMkLst>
          <pc:docMk/>
          <pc:sldMk cId="4288642469" sldId="428"/>
        </pc:sldMkLst>
        <pc:spChg chg="add mod">
          <ac:chgData name="KARTER MAKOTOWINGTIM WONG" userId="87f3421f-7e5f-4328-a49b-3eb6eaf73452" providerId="ADAL" clId="{80C57610-FEE9-47C3-A42B-5844F6B4295E}" dt="2025-07-22T09:15:48.505" v="10918" actId="1076"/>
          <ac:spMkLst>
            <pc:docMk/>
            <pc:sldMk cId="4288642469" sldId="428"/>
            <ac:spMk id="4" creationId="{308B8985-C56D-C6B1-3D76-E7A30161AE75}"/>
          </ac:spMkLst>
        </pc:spChg>
        <pc:spChg chg="add mod">
          <ac:chgData name="KARTER MAKOTOWINGTIM WONG" userId="87f3421f-7e5f-4328-a49b-3eb6eaf73452" providerId="ADAL" clId="{80C57610-FEE9-47C3-A42B-5844F6B4295E}" dt="2025-07-22T09:15:44.281" v="10916" actId="1076"/>
          <ac:spMkLst>
            <pc:docMk/>
            <pc:sldMk cId="4288642469" sldId="428"/>
            <ac:spMk id="6" creationId="{4FA27B89-D1B3-048C-6861-891637FEC4D6}"/>
          </ac:spMkLst>
        </pc:spChg>
        <pc:spChg chg="add mod">
          <ac:chgData name="KARTER MAKOTOWINGTIM WONG" userId="87f3421f-7e5f-4328-a49b-3eb6eaf73452" providerId="ADAL" clId="{80C57610-FEE9-47C3-A42B-5844F6B4295E}" dt="2025-07-22T09:15:54.512" v="10919" actId="1076"/>
          <ac:spMkLst>
            <pc:docMk/>
            <pc:sldMk cId="4288642469" sldId="428"/>
            <ac:spMk id="7" creationId="{3409C212-BC59-C441-698F-4DB343C6D0E0}"/>
          </ac:spMkLst>
        </pc:spChg>
        <pc:spChg chg="add mod">
          <ac:chgData name="KARTER MAKOTOWINGTIM WONG" userId="87f3421f-7e5f-4328-a49b-3eb6eaf73452" providerId="ADAL" clId="{80C57610-FEE9-47C3-A42B-5844F6B4295E}" dt="2025-07-22T09:14:18.431" v="10820" actId="164"/>
          <ac:spMkLst>
            <pc:docMk/>
            <pc:sldMk cId="4288642469" sldId="428"/>
            <ac:spMk id="8" creationId="{CC0E6758-DF2A-451C-3948-FCA9E7BD6100}"/>
          </ac:spMkLst>
        </pc:spChg>
        <pc:spChg chg="mod">
          <ac:chgData name="KARTER MAKOTOWINGTIM WONG" userId="87f3421f-7e5f-4328-a49b-3eb6eaf73452" providerId="ADAL" clId="{80C57610-FEE9-47C3-A42B-5844F6B4295E}" dt="2025-07-20T11:41:27.847" v="7334" actId="20577"/>
          <ac:spMkLst>
            <pc:docMk/>
            <pc:sldMk cId="4288642469" sldId="428"/>
            <ac:spMk id="17413" creationId="{3CC80F9B-8930-3586-3C7E-7BF79D0363CB}"/>
          </ac:spMkLst>
        </pc:spChg>
        <pc:grpChg chg="add mod">
          <ac:chgData name="KARTER MAKOTOWINGTIM WONG" userId="87f3421f-7e5f-4328-a49b-3eb6eaf73452" providerId="ADAL" clId="{80C57610-FEE9-47C3-A42B-5844F6B4295E}" dt="2025-07-22T09:14:30.086" v="10822" actId="1076"/>
          <ac:grpSpMkLst>
            <pc:docMk/>
            <pc:sldMk cId="4288642469" sldId="428"/>
            <ac:grpSpMk id="3" creationId="{DFE53430-DC1B-BAEC-97BC-E35B35182998}"/>
          </ac:grpSpMkLst>
        </pc:grpChg>
        <pc:grpChg chg="add mod">
          <ac:chgData name="KARTER MAKOTOWINGTIM WONG" userId="87f3421f-7e5f-4328-a49b-3eb6eaf73452" providerId="ADAL" clId="{80C57610-FEE9-47C3-A42B-5844F6B4295E}" dt="2025-07-22T09:15:54.512" v="10919" actId="1076"/>
          <ac:grpSpMkLst>
            <pc:docMk/>
            <pc:sldMk cId="4288642469" sldId="428"/>
            <ac:grpSpMk id="5" creationId="{B33D0F30-590B-C430-42C9-FD2D5CE936FB}"/>
          </ac:grpSpMkLst>
        </pc:grpChg>
        <pc:picChg chg="add mod modCrop">
          <ac:chgData name="KARTER MAKOTOWINGTIM WONG" userId="87f3421f-7e5f-4328-a49b-3eb6eaf73452" providerId="ADAL" clId="{80C57610-FEE9-47C3-A42B-5844F6B4295E}" dt="2025-07-22T09:15:48.505" v="10918" actId="1076"/>
          <ac:picMkLst>
            <pc:docMk/>
            <pc:sldMk cId="4288642469" sldId="428"/>
            <ac:picMk id="2" creationId="{D78A3BA8-CB74-870F-C163-54A1F0BCEF76}"/>
          </ac:picMkLst>
        </pc:picChg>
        <pc:picChg chg="add mod">
          <ac:chgData name="KARTER MAKOTOWINGTIM WONG" userId="87f3421f-7e5f-4328-a49b-3eb6eaf73452" providerId="ADAL" clId="{80C57610-FEE9-47C3-A42B-5844F6B4295E}" dt="2025-07-22T09:15:57.392" v="10920" actId="1076"/>
          <ac:picMkLst>
            <pc:docMk/>
            <pc:sldMk cId="4288642469" sldId="428"/>
            <ac:picMk id="9" creationId="{05005BB9-796A-0292-2488-67C90F2C7D37}"/>
          </ac:picMkLst>
        </pc:picChg>
      </pc:sldChg>
      <pc:sldChg chg="delSp modSp add del mod">
        <pc:chgData name="KARTER MAKOTOWINGTIM WONG" userId="87f3421f-7e5f-4328-a49b-3eb6eaf73452" providerId="ADAL" clId="{80C57610-FEE9-47C3-A42B-5844F6B4295E}" dt="2025-07-17T09:37:20.150" v="32" actId="47"/>
        <pc:sldMkLst>
          <pc:docMk/>
          <pc:sldMk cId="2958672814" sldId="429"/>
        </pc:sldMkLst>
      </pc:sldChg>
      <pc:sldChg chg="add ord">
        <pc:chgData name="KARTER MAKOTOWINGTIM WONG" userId="87f3421f-7e5f-4328-a49b-3eb6eaf73452" providerId="ADAL" clId="{80C57610-FEE9-47C3-A42B-5844F6B4295E}" dt="2025-07-18T02:27:43.276" v="505"/>
        <pc:sldMkLst>
          <pc:docMk/>
          <pc:sldMk cId="3525205792" sldId="429"/>
        </pc:sldMkLst>
      </pc:sldChg>
      <pc:sldChg chg="addSp modSp mod modNotesTx">
        <pc:chgData name="KARTER MAKOTOWINGTIM WONG" userId="87f3421f-7e5f-4328-a49b-3eb6eaf73452" providerId="ADAL" clId="{80C57610-FEE9-47C3-A42B-5844F6B4295E}" dt="2025-07-22T04:46:16.002" v="10786" actId="20577"/>
        <pc:sldMkLst>
          <pc:docMk/>
          <pc:sldMk cId="2474978099" sldId="433"/>
        </pc:sldMkLst>
        <pc:spChg chg="mod">
          <ac:chgData name="KARTER MAKOTOWINGTIM WONG" userId="87f3421f-7e5f-4328-a49b-3eb6eaf73452" providerId="ADAL" clId="{80C57610-FEE9-47C3-A42B-5844F6B4295E}" dt="2025-07-21T11:09:32.441" v="10090" actId="20577"/>
          <ac:spMkLst>
            <pc:docMk/>
            <pc:sldMk cId="2474978099" sldId="433"/>
            <ac:spMk id="6" creationId="{663DCEF3-9DC3-09F6-54F4-B5D00556A1A4}"/>
          </ac:spMkLst>
        </pc:spChg>
        <pc:spChg chg="mod">
          <ac:chgData name="KARTER MAKOTOWINGTIM WONG" userId="87f3421f-7e5f-4328-a49b-3eb6eaf73452" providerId="ADAL" clId="{80C57610-FEE9-47C3-A42B-5844F6B4295E}" dt="2025-07-21T11:06:23.008" v="9867" actId="571"/>
          <ac:spMkLst>
            <pc:docMk/>
            <pc:sldMk cId="2474978099" sldId="433"/>
            <ac:spMk id="8" creationId="{A4F01478-0836-A539-02F0-757A52AB27F9}"/>
          </ac:spMkLst>
        </pc:spChg>
        <pc:spChg chg="mod">
          <ac:chgData name="KARTER MAKOTOWINGTIM WONG" userId="87f3421f-7e5f-4328-a49b-3eb6eaf73452" providerId="ADAL" clId="{80C57610-FEE9-47C3-A42B-5844F6B4295E}" dt="2025-07-21T11:05:50.621" v="9853" actId="164"/>
          <ac:spMkLst>
            <pc:docMk/>
            <pc:sldMk cId="2474978099" sldId="433"/>
            <ac:spMk id="10" creationId="{060A88FB-2881-D908-DF5E-8356CE7DA4F1}"/>
          </ac:spMkLst>
        </pc:spChg>
        <pc:spChg chg="add mod">
          <ac:chgData name="KARTER MAKOTOWINGTIM WONG" userId="87f3421f-7e5f-4328-a49b-3eb6eaf73452" providerId="ADAL" clId="{80C57610-FEE9-47C3-A42B-5844F6B4295E}" dt="2025-07-21T11:08:15.463" v="9910" actId="20577"/>
          <ac:spMkLst>
            <pc:docMk/>
            <pc:sldMk cId="2474978099" sldId="433"/>
            <ac:spMk id="11" creationId="{60069320-B086-F2B9-79FA-131CBD3685E8}"/>
          </ac:spMkLst>
        </pc:spChg>
        <pc:spChg chg="mod">
          <ac:chgData name="KARTER MAKOTOWINGTIM WONG" userId="87f3421f-7e5f-4328-a49b-3eb6eaf73452" providerId="ADAL" clId="{80C57610-FEE9-47C3-A42B-5844F6B4295E}" dt="2025-07-21T11:12:13.106" v="10312" actId="20577"/>
          <ac:spMkLst>
            <pc:docMk/>
            <pc:sldMk cId="2474978099" sldId="433"/>
            <ac:spMk id="17413" creationId="{86B94E96-A82E-4876-1EC5-3A190AC85C3B}"/>
          </ac:spMkLst>
        </pc:spChg>
        <pc:grpChg chg="add mod">
          <ac:chgData name="KARTER MAKOTOWINGTIM WONG" userId="87f3421f-7e5f-4328-a49b-3eb6eaf73452" providerId="ADAL" clId="{80C57610-FEE9-47C3-A42B-5844F6B4295E}" dt="2025-07-21T11:06:47.030" v="9875" actId="1076"/>
          <ac:grpSpMkLst>
            <pc:docMk/>
            <pc:sldMk cId="2474978099" sldId="433"/>
            <ac:grpSpMk id="2" creationId="{B9B69A11-359D-353A-2BC3-F4B0DB46B407}"/>
          </ac:grpSpMkLst>
        </pc:grpChg>
        <pc:grpChg chg="add mod">
          <ac:chgData name="KARTER MAKOTOWINGTIM WONG" userId="87f3421f-7e5f-4328-a49b-3eb6eaf73452" providerId="ADAL" clId="{80C57610-FEE9-47C3-A42B-5844F6B4295E}" dt="2025-07-21T11:08:03.386" v="9885" actId="1076"/>
          <ac:grpSpMkLst>
            <pc:docMk/>
            <pc:sldMk cId="2474978099" sldId="433"/>
            <ac:grpSpMk id="3" creationId="{EC4578DC-F639-BABA-B9BB-05647D5AFACC}"/>
          </ac:grpSpMkLst>
        </pc:grpChg>
        <pc:grpChg chg="add mod">
          <ac:chgData name="KARTER MAKOTOWINGTIM WONG" userId="87f3421f-7e5f-4328-a49b-3eb6eaf73452" providerId="ADAL" clId="{80C57610-FEE9-47C3-A42B-5844F6B4295E}" dt="2025-07-21T11:06:23.008" v="9867" actId="571"/>
          <ac:grpSpMkLst>
            <pc:docMk/>
            <pc:sldMk cId="2474978099" sldId="433"/>
            <ac:grpSpMk id="5" creationId="{47D8105C-4E2E-2A8D-AF0A-AA16D61C0804}"/>
          </ac:grpSpMkLst>
        </pc:grpChg>
        <pc:picChg chg="mod">
          <ac:chgData name="KARTER MAKOTOWINGTIM WONG" userId="87f3421f-7e5f-4328-a49b-3eb6eaf73452" providerId="ADAL" clId="{80C57610-FEE9-47C3-A42B-5844F6B4295E}" dt="2025-07-21T11:05:57.079" v="9854" actId="164"/>
          <ac:picMkLst>
            <pc:docMk/>
            <pc:sldMk cId="2474978099" sldId="433"/>
            <ac:picMk id="4" creationId="{F14ECF94-1DCE-0692-6D98-3C927B2A9A43}"/>
          </ac:picMkLst>
        </pc:picChg>
        <pc:picChg chg="mod">
          <ac:chgData name="KARTER MAKOTOWINGTIM WONG" userId="87f3421f-7e5f-4328-a49b-3eb6eaf73452" providerId="ADAL" clId="{80C57610-FEE9-47C3-A42B-5844F6B4295E}" dt="2025-07-21T11:06:23.008" v="9867" actId="571"/>
          <ac:picMkLst>
            <pc:docMk/>
            <pc:sldMk cId="2474978099" sldId="433"/>
            <ac:picMk id="7" creationId="{3AC3B462-AB00-B518-A58A-405CA4942F9A}"/>
          </ac:picMkLst>
        </pc:picChg>
        <pc:picChg chg="mod">
          <ac:chgData name="KARTER MAKOTOWINGTIM WONG" userId="87f3421f-7e5f-4328-a49b-3eb6eaf73452" providerId="ADAL" clId="{80C57610-FEE9-47C3-A42B-5844F6B4295E}" dt="2025-07-21T11:05:50.621" v="9853" actId="164"/>
          <ac:picMkLst>
            <pc:docMk/>
            <pc:sldMk cId="2474978099" sldId="433"/>
            <ac:picMk id="9" creationId="{75DD731E-ABD4-A96C-8E80-0908E86EC8F4}"/>
          </ac:picMkLst>
        </pc:picChg>
        <pc:picChg chg="add mod modCrop">
          <ac:chgData name="KARTER MAKOTOWINGTIM WONG" userId="87f3421f-7e5f-4328-a49b-3eb6eaf73452" providerId="ADAL" clId="{80C57610-FEE9-47C3-A42B-5844F6B4295E}" dt="2025-07-21T11:07:59.354" v="9884" actId="1076"/>
          <ac:picMkLst>
            <pc:docMk/>
            <pc:sldMk cId="2474978099" sldId="433"/>
            <ac:picMk id="15" creationId="{E46450E2-BB1E-F7E1-C8EC-41DA1C759932}"/>
          </ac:picMkLst>
        </pc:picChg>
      </pc:sldChg>
      <pc:sldChg chg="modSp mod">
        <pc:chgData name="KARTER MAKOTOWINGTIM WONG" userId="87f3421f-7e5f-4328-a49b-3eb6eaf73452" providerId="ADAL" clId="{80C57610-FEE9-47C3-A42B-5844F6B4295E}" dt="2025-07-21T11:15:56.716" v="10497" actId="20577"/>
        <pc:sldMkLst>
          <pc:docMk/>
          <pc:sldMk cId="1653562289" sldId="434"/>
        </pc:sldMkLst>
        <pc:spChg chg="mod">
          <ac:chgData name="KARTER MAKOTOWINGTIM WONG" userId="87f3421f-7e5f-4328-a49b-3eb6eaf73452" providerId="ADAL" clId="{80C57610-FEE9-47C3-A42B-5844F6B4295E}" dt="2025-07-21T11:15:56.716" v="10497" actId="20577"/>
          <ac:spMkLst>
            <pc:docMk/>
            <pc:sldMk cId="1653562289" sldId="434"/>
            <ac:spMk id="10" creationId="{B82FE2A2-5E6C-8EF8-9677-A49A23982FAE}"/>
          </ac:spMkLst>
        </pc:spChg>
      </pc:sldChg>
      <pc:sldChg chg="modSp del mod modNotesTx">
        <pc:chgData name="KARTER MAKOTOWINGTIM WONG" userId="87f3421f-7e5f-4328-a49b-3eb6eaf73452" providerId="ADAL" clId="{80C57610-FEE9-47C3-A42B-5844F6B4295E}" dt="2025-07-21T11:16:00.459" v="10498" actId="47"/>
        <pc:sldMkLst>
          <pc:docMk/>
          <pc:sldMk cId="352234878" sldId="436"/>
        </pc:sldMkLst>
        <pc:spChg chg="mod">
          <ac:chgData name="KARTER MAKOTOWINGTIM WONG" userId="87f3421f-7e5f-4328-a49b-3eb6eaf73452" providerId="ADAL" clId="{80C57610-FEE9-47C3-A42B-5844F6B4295E}" dt="2025-07-21T11:15:52.985" v="10493" actId="21"/>
          <ac:spMkLst>
            <pc:docMk/>
            <pc:sldMk cId="352234878" sldId="436"/>
            <ac:spMk id="10" creationId="{B6873006-58DD-64AE-FE5D-BF6B157E230F}"/>
          </ac:spMkLst>
        </pc:spChg>
      </pc:sldChg>
      <pc:sldChg chg="addSp delSp modSp del mod modNotesTx">
        <pc:chgData name="KARTER MAKOTOWINGTIM WONG" userId="87f3421f-7e5f-4328-a49b-3eb6eaf73452" providerId="ADAL" clId="{80C57610-FEE9-47C3-A42B-5844F6B4295E}" dt="2025-07-21T11:16:00.459" v="10498" actId="47"/>
        <pc:sldMkLst>
          <pc:docMk/>
          <pc:sldMk cId="1710065988" sldId="437"/>
        </pc:sldMkLst>
        <pc:spChg chg="add del">
          <ac:chgData name="KARTER MAKOTOWINGTIM WONG" userId="87f3421f-7e5f-4328-a49b-3eb6eaf73452" providerId="ADAL" clId="{80C57610-FEE9-47C3-A42B-5844F6B4295E}" dt="2025-07-21T11:15:15.079" v="10478" actId="22"/>
          <ac:spMkLst>
            <pc:docMk/>
            <pc:sldMk cId="1710065988" sldId="437"/>
            <ac:spMk id="5" creationId="{36874616-41A6-E16F-23A1-3187436E2E72}"/>
          </ac:spMkLst>
        </pc:spChg>
        <pc:spChg chg="mod">
          <ac:chgData name="KARTER MAKOTOWINGTIM WONG" userId="87f3421f-7e5f-4328-a49b-3eb6eaf73452" providerId="ADAL" clId="{80C57610-FEE9-47C3-A42B-5844F6B4295E}" dt="2025-07-21T11:15:48.219" v="10490" actId="21"/>
          <ac:spMkLst>
            <pc:docMk/>
            <pc:sldMk cId="1710065988" sldId="437"/>
            <ac:spMk id="10" creationId="{4AF9DB97-012A-FD44-57D3-2ECF74C63FBC}"/>
          </ac:spMkLst>
        </pc:spChg>
      </pc:sldChg>
      <pc:sldChg chg="addSp delSp modSp mod modNotesTx">
        <pc:chgData name="KARTER MAKOTOWINGTIM WONG" userId="87f3421f-7e5f-4328-a49b-3eb6eaf73452" providerId="ADAL" clId="{80C57610-FEE9-47C3-A42B-5844F6B4295E}" dt="2025-07-22T04:46:49.360" v="10794" actId="20577"/>
        <pc:sldMkLst>
          <pc:docMk/>
          <pc:sldMk cId="3399768270" sldId="438"/>
        </pc:sldMkLst>
        <pc:graphicFrameChg chg="add del mod modGraphic">
          <ac:chgData name="KARTER MAKOTOWINGTIM WONG" userId="87f3421f-7e5f-4328-a49b-3eb6eaf73452" providerId="ADAL" clId="{80C57610-FEE9-47C3-A42B-5844F6B4295E}" dt="2025-07-22T04:36:25.536" v="10736" actId="478"/>
          <ac:graphicFrameMkLst>
            <pc:docMk/>
            <pc:sldMk cId="3399768270" sldId="438"/>
            <ac:graphicFrameMk id="2" creationId="{66AF9315-97EC-9934-0EA5-1C3351AA267B}"/>
          </ac:graphicFrameMkLst>
        </pc:graphicFrameChg>
        <pc:graphicFrameChg chg="add mod modGraphic">
          <ac:chgData name="KARTER MAKOTOWINGTIM WONG" userId="87f3421f-7e5f-4328-a49b-3eb6eaf73452" providerId="ADAL" clId="{80C57610-FEE9-47C3-A42B-5844F6B4295E}" dt="2025-07-22T04:36:30.126" v="10737" actId="1076"/>
          <ac:graphicFrameMkLst>
            <pc:docMk/>
            <pc:sldMk cId="3399768270" sldId="438"/>
            <ac:graphicFrameMk id="3" creationId="{D0FBACDD-B126-4CC4-4F87-BAC2D4C59F9C}"/>
          </ac:graphicFrameMkLst>
        </pc:graphicFrameChg>
        <pc:graphicFrameChg chg="add">
          <ac:chgData name="KARTER MAKOTOWINGTIM WONG" userId="87f3421f-7e5f-4328-a49b-3eb6eaf73452" providerId="ADAL" clId="{80C57610-FEE9-47C3-A42B-5844F6B4295E}" dt="2025-07-22T02:32:20.485" v="10552"/>
          <ac:graphicFrameMkLst>
            <pc:docMk/>
            <pc:sldMk cId="3399768270" sldId="438"/>
            <ac:graphicFrameMk id="4" creationId="{58A82C26-C6CE-AF54-300E-54407EBA48C7}"/>
          </ac:graphicFrameMkLst>
        </pc:graphicFrameChg>
        <pc:graphicFrameChg chg="add mod">
          <ac:chgData name="KARTER MAKOTOWINGTIM WONG" userId="87f3421f-7e5f-4328-a49b-3eb6eaf73452" providerId="ADAL" clId="{80C57610-FEE9-47C3-A42B-5844F6B4295E}" dt="2025-07-22T02:32:35.230" v="10554"/>
          <ac:graphicFrameMkLst>
            <pc:docMk/>
            <pc:sldMk cId="3399768270" sldId="438"/>
            <ac:graphicFrameMk id="5" creationId="{E3CBAC0E-6C95-FB4B-13EF-5D9A9FED105F}"/>
          </ac:graphicFrameMkLst>
        </pc:graphicFrameChg>
        <pc:graphicFrameChg chg="add del mod modGraphic">
          <ac:chgData name="KARTER MAKOTOWINGTIM WONG" userId="87f3421f-7e5f-4328-a49b-3eb6eaf73452" providerId="ADAL" clId="{80C57610-FEE9-47C3-A42B-5844F6B4295E}" dt="2025-07-22T02:36:25.598" v="10576" actId="478"/>
          <ac:graphicFrameMkLst>
            <pc:docMk/>
            <pc:sldMk cId="3399768270" sldId="438"/>
            <ac:graphicFrameMk id="6" creationId="{56927683-529F-6153-BA28-9C22B2642095}"/>
          </ac:graphicFrameMkLst>
        </pc:graphicFrameChg>
      </pc:sldChg>
      <pc:sldChg chg="addSp delSp modSp add mod">
        <pc:chgData name="KARTER MAKOTOWINGTIM WONG" userId="87f3421f-7e5f-4328-a49b-3eb6eaf73452" providerId="ADAL" clId="{80C57610-FEE9-47C3-A42B-5844F6B4295E}" dt="2025-07-21T10:46:02.632" v="9661" actId="207"/>
        <pc:sldMkLst>
          <pc:docMk/>
          <pc:sldMk cId="2964092221" sldId="439"/>
        </pc:sldMkLst>
        <pc:spChg chg="del mod">
          <ac:chgData name="KARTER MAKOTOWINGTIM WONG" userId="87f3421f-7e5f-4328-a49b-3eb6eaf73452" providerId="ADAL" clId="{80C57610-FEE9-47C3-A42B-5844F6B4295E}" dt="2025-07-21T10:45:01.584" v="9642" actId="478"/>
          <ac:spMkLst>
            <pc:docMk/>
            <pc:sldMk cId="2964092221" sldId="439"/>
            <ac:spMk id="3" creationId="{F343DBB3-045F-1052-98C8-1B546F19631A}"/>
          </ac:spMkLst>
        </pc:spChg>
        <pc:spChg chg="add mod">
          <ac:chgData name="KARTER MAKOTOWINGTIM WONG" userId="87f3421f-7e5f-4328-a49b-3eb6eaf73452" providerId="ADAL" clId="{80C57610-FEE9-47C3-A42B-5844F6B4295E}" dt="2025-07-21T10:46:02.632" v="9661" actId="207"/>
          <ac:spMkLst>
            <pc:docMk/>
            <pc:sldMk cId="2964092221" sldId="439"/>
            <ac:spMk id="6" creationId="{07F6BDED-7BFC-6015-EA67-34FE574A5964}"/>
          </ac:spMkLst>
        </pc:spChg>
      </pc:sldChg>
      <pc:sldChg chg="addSp delSp modSp add mod">
        <pc:chgData name="KARTER MAKOTOWINGTIM WONG" userId="87f3421f-7e5f-4328-a49b-3eb6eaf73452" providerId="ADAL" clId="{80C57610-FEE9-47C3-A42B-5844F6B4295E}" dt="2025-07-21T10:46:07.971" v="9662" actId="255"/>
        <pc:sldMkLst>
          <pc:docMk/>
          <pc:sldMk cId="1027383092" sldId="440"/>
        </pc:sldMkLst>
        <pc:spChg chg="add mod">
          <ac:chgData name="KARTER MAKOTOWINGTIM WONG" userId="87f3421f-7e5f-4328-a49b-3eb6eaf73452" providerId="ADAL" clId="{80C57610-FEE9-47C3-A42B-5844F6B4295E}" dt="2025-07-21T10:46:07.971" v="9662" actId="255"/>
          <ac:spMkLst>
            <pc:docMk/>
            <pc:sldMk cId="1027383092" sldId="440"/>
            <ac:spMk id="3" creationId="{590C2EA5-5BB6-07C5-B0A6-705DFF010300}"/>
          </ac:spMkLst>
        </pc:spChg>
        <pc:spChg chg="del mod">
          <ac:chgData name="KARTER MAKOTOWINGTIM WONG" userId="87f3421f-7e5f-4328-a49b-3eb6eaf73452" providerId="ADAL" clId="{80C57610-FEE9-47C3-A42B-5844F6B4295E}" dt="2025-07-21T10:45:42.127" v="9655" actId="478"/>
          <ac:spMkLst>
            <pc:docMk/>
            <pc:sldMk cId="1027383092" sldId="440"/>
            <ac:spMk id="6" creationId="{477FE9A1-14A0-8E93-4D8B-DC044199F998}"/>
          </ac:spMkLst>
        </pc:spChg>
      </pc:sldChg>
      <pc:sldChg chg="add ord">
        <pc:chgData name="KARTER MAKOTOWINGTIM WONG" userId="87f3421f-7e5f-4328-a49b-3eb6eaf73452" providerId="ADAL" clId="{80C57610-FEE9-47C3-A42B-5844F6B4295E}" dt="2025-07-22T04:36:20.077" v="10735"/>
        <pc:sldMkLst>
          <pc:docMk/>
          <pc:sldMk cId="3730332151" sldId="441"/>
        </pc:sldMkLst>
      </pc:sldChg>
    </pc:docChg>
  </pc:docChgLst>
  <pc:docChgLst>
    <pc:chgData name="KARTER MAKOTOWINGTIM WONG" userId="87f3421f-7e5f-4328-a49b-3eb6eaf73452" providerId="ADAL" clId="{30C8A45D-7695-49AB-BC96-5E6E84CB5174}"/>
    <pc:docChg chg="undo redo custSel addSld delSld modSld sldOrd">
      <pc:chgData name="KARTER MAKOTOWINGTIM WONG" userId="87f3421f-7e5f-4328-a49b-3eb6eaf73452" providerId="ADAL" clId="{30C8A45D-7695-49AB-BC96-5E6E84CB5174}" dt="2025-06-11T08:02:57.103" v="22319" actId="164"/>
      <pc:docMkLst>
        <pc:docMk/>
      </pc:docMkLst>
      <pc:sldChg chg="modNotesTx">
        <pc:chgData name="KARTER MAKOTOWINGTIM WONG" userId="87f3421f-7e5f-4328-a49b-3eb6eaf73452" providerId="ADAL" clId="{30C8A45D-7695-49AB-BC96-5E6E84CB5174}" dt="2025-06-05T00:40:23.596" v="9527" actId="6549"/>
        <pc:sldMkLst>
          <pc:docMk/>
          <pc:sldMk cId="0" sldId="271"/>
        </pc:sldMkLst>
      </pc:sldChg>
      <pc:sldChg chg="addSp delSp modSp mod modShow modNotesTx">
        <pc:chgData name="KARTER MAKOTOWINGTIM WONG" userId="87f3421f-7e5f-4328-a49b-3eb6eaf73452" providerId="ADAL" clId="{30C8A45D-7695-49AB-BC96-5E6E84CB5174}" dt="2025-06-11T06:47:12.701" v="22250" actId="20577"/>
        <pc:sldMkLst>
          <pc:docMk/>
          <pc:sldMk cId="0" sldId="367"/>
        </pc:sldMkLst>
        <pc:spChg chg="add mod">
          <ac:chgData name="KARTER MAKOTOWINGTIM WONG" userId="87f3421f-7e5f-4328-a49b-3eb6eaf73452" providerId="ADAL" clId="{30C8A45D-7695-49AB-BC96-5E6E84CB5174}" dt="2025-06-11T06:11:32.174" v="21221" actId="20577"/>
          <ac:spMkLst>
            <pc:docMk/>
            <pc:sldMk cId="0" sldId="367"/>
            <ac:spMk id="6" creationId="{1721B9FC-958E-F140-031F-9866DC390BF3}"/>
          </ac:spMkLst>
        </pc:spChg>
        <pc:spChg chg="add mod">
          <ac:chgData name="KARTER MAKOTOWINGTIM WONG" userId="87f3421f-7e5f-4328-a49b-3eb6eaf73452" providerId="ADAL" clId="{30C8A45D-7695-49AB-BC96-5E6E84CB5174}" dt="2025-06-11T06:10:11.593" v="21197" actId="20577"/>
          <ac:spMkLst>
            <pc:docMk/>
            <pc:sldMk cId="0" sldId="367"/>
            <ac:spMk id="10" creationId="{ABE1C726-CAC4-EC2B-BEEE-A364F8A41BBC}"/>
          </ac:spMkLst>
        </pc:spChg>
        <pc:spChg chg="mod">
          <ac:chgData name="KARTER MAKOTOWINGTIM WONG" userId="87f3421f-7e5f-4328-a49b-3eb6eaf73452" providerId="ADAL" clId="{30C8A45D-7695-49AB-BC96-5E6E84CB5174}" dt="2025-06-11T06:23:43.142" v="21364" actId="20577"/>
          <ac:spMkLst>
            <pc:docMk/>
            <pc:sldMk cId="0" sldId="367"/>
            <ac:spMk id="17413" creationId="{E7EBC353-59F1-F4B9-4C7C-82782E259F77}"/>
          </ac:spMkLst>
        </pc:spChg>
        <pc:picChg chg="mod">
          <ac:chgData name="KARTER MAKOTOWINGTIM WONG" userId="87f3421f-7e5f-4328-a49b-3eb6eaf73452" providerId="ADAL" clId="{30C8A45D-7695-49AB-BC96-5E6E84CB5174}" dt="2025-06-11T06:09:48.989" v="21153" actId="1076"/>
          <ac:picMkLst>
            <pc:docMk/>
            <pc:sldMk cId="0" sldId="367"/>
            <ac:picMk id="4" creationId="{0FC75BDB-BBB8-8D9F-129F-966987D62ECD}"/>
          </ac:picMkLst>
        </pc:picChg>
        <pc:picChg chg="add mod">
          <ac:chgData name="KARTER MAKOTOWINGTIM WONG" userId="87f3421f-7e5f-4328-a49b-3eb6eaf73452" providerId="ADAL" clId="{30C8A45D-7695-49AB-BC96-5E6E84CB5174}" dt="2025-06-11T06:09:45.817" v="21152" actId="1076"/>
          <ac:picMkLst>
            <pc:docMk/>
            <pc:sldMk cId="0" sldId="367"/>
            <ac:picMk id="9" creationId="{8692F369-5F32-8F41-B0CA-D46665C527A1}"/>
          </ac:picMkLst>
        </pc:picChg>
      </pc:sldChg>
      <pc:sldChg chg="addSp modSp mod modNotesTx">
        <pc:chgData name="KARTER MAKOTOWINGTIM WONG" userId="87f3421f-7e5f-4328-a49b-3eb6eaf73452" providerId="ADAL" clId="{30C8A45D-7695-49AB-BC96-5E6E84CB5174}" dt="2025-06-11T01:42:17.974" v="11663" actId="20577"/>
        <pc:sldMkLst>
          <pc:docMk/>
          <pc:sldMk cId="0" sldId="387"/>
        </pc:sldMkLst>
        <pc:spChg chg="mod">
          <ac:chgData name="KARTER MAKOTOWINGTIM WONG" userId="87f3421f-7e5f-4328-a49b-3eb6eaf73452" providerId="ADAL" clId="{30C8A45D-7695-49AB-BC96-5E6E84CB5174}" dt="2025-06-08T00:18:55.188" v="9545"/>
          <ac:spMkLst>
            <pc:docMk/>
            <pc:sldMk cId="0" sldId="387"/>
            <ac:spMk id="22" creationId="{778E2D99-7598-5612-5184-CB7A0F8E6A03}"/>
          </ac:spMkLst>
        </pc:spChg>
        <pc:spChg chg="mod">
          <ac:chgData name="KARTER MAKOTOWINGTIM WONG" userId="87f3421f-7e5f-4328-a49b-3eb6eaf73452" providerId="ADAL" clId="{30C8A45D-7695-49AB-BC96-5E6E84CB5174}" dt="2025-06-11T01:41:58.077" v="11660" actId="1076"/>
          <ac:spMkLst>
            <pc:docMk/>
            <pc:sldMk cId="0" sldId="387"/>
            <ac:spMk id="23" creationId="{4CCBC938-FE93-89F6-3192-7194E4DEAB77}"/>
          </ac:spMkLst>
        </pc:spChg>
        <pc:spChg chg="mod">
          <ac:chgData name="KARTER MAKOTOWINGTIM WONG" userId="87f3421f-7e5f-4328-a49b-3eb6eaf73452" providerId="ADAL" clId="{30C8A45D-7695-49AB-BC96-5E6E84CB5174}" dt="2025-06-11T01:33:44.750" v="11558" actId="255"/>
          <ac:spMkLst>
            <pc:docMk/>
            <pc:sldMk cId="0" sldId="387"/>
            <ac:spMk id="8202" creationId="{BFB981AB-7ECB-A2AE-8B75-F4D10BE0001A}"/>
          </ac:spMkLst>
        </pc:spChg>
      </pc:sldChg>
      <pc:sldChg chg="addSp delSp modSp mod ord modShow modNotesTx">
        <pc:chgData name="KARTER MAKOTOWINGTIM WONG" userId="87f3421f-7e5f-4328-a49b-3eb6eaf73452" providerId="ADAL" clId="{30C8A45D-7695-49AB-BC96-5E6E84CB5174}" dt="2025-06-11T05:13:18.915" v="20287" actId="20577"/>
        <pc:sldMkLst>
          <pc:docMk/>
          <pc:sldMk cId="0" sldId="389"/>
        </pc:sldMkLst>
        <pc:spChg chg="mod">
          <ac:chgData name="KARTER MAKOTOWINGTIM WONG" userId="87f3421f-7e5f-4328-a49b-3eb6eaf73452" providerId="ADAL" clId="{30C8A45D-7695-49AB-BC96-5E6E84CB5174}" dt="2025-06-11T01:40:46.647" v="11644" actId="20577"/>
          <ac:spMkLst>
            <pc:docMk/>
            <pc:sldMk cId="0" sldId="389"/>
            <ac:spMk id="2" creationId="{2F39D4E6-B9AD-D08C-4B34-4D765D75E6CD}"/>
          </ac:spMkLst>
        </pc:spChg>
        <pc:spChg chg="mod">
          <ac:chgData name="KARTER MAKOTOWINGTIM WONG" userId="87f3421f-7e5f-4328-a49b-3eb6eaf73452" providerId="ADAL" clId="{30C8A45D-7695-49AB-BC96-5E6E84CB5174}" dt="2025-06-11T03:50:33.271" v="14258" actId="1076"/>
          <ac:spMkLst>
            <pc:docMk/>
            <pc:sldMk cId="0" sldId="389"/>
            <ac:spMk id="3" creationId="{AE079F54-83D7-542D-0D32-9A05E5ABC411}"/>
          </ac:spMkLst>
        </pc:spChg>
        <pc:spChg chg="add mod">
          <ac:chgData name="KARTER MAKOTOWINGTIM WONG" userId="87f3421f-7e5f-4328-a49b-3eb6eaf73452" providerId="ADAL" clId="{30C8A45D-7695-49AB-BC96-5E6E84CB5174}" dt="2025-06-11T03:50:17.039" v="14255" actId="1076"/>
          <ac:spMkLst>
            <pc:docMk/>
            <pc:sldMk cId="0" sldId="389"/>
            <ac:spMk id="7" creationId="{AD648E0F-F7BA-FC29-3DA1-F0DB173A56F1}"/>
          </ac:spMkLst>
        </pc:spChg>
        <pc:picChg chg="add mod modCrop">
          <ac:chgData name="KARTER MAKOTOWINGTIM WONG" userId="87f3421f-7e5f-4328-a49b-3eb6eaf73452" providerId="ADAL" clId="{30C8A45D-7695-49AB-BC96-5E6E84CB5174}" dt="2025-06-11T03:50:26.552" v="14257" actId="1076"/>
          <ac:picMkLst>
            <pc:docMk/>
            <pc:sldMk cId="0" sldId="389"/>
            <ac:picMk id="6" creationId="{60D12FB6-6885-8349-3487-F05CFEA7A8CA}"/>
          </ac:picMkLst>
        </pc:picChg>
      </pc:sldChg>
      <pc:sldChg chg="addSp delSp modSp mod ord modShow modNotesTx">
        <pc:chgData name="KARTER MAKOTOWINGTIM WONG" userId="87f3421f-7e5f-4328-a49b-3eb6eaf73452" providerId="ADAL" clId="{30C8A45D-7695-49AB-BC96-5E6E84CB5174}" dt="2025-06-11T05:54:34.459" v="20832" actId="729"/>
        <pc:sldMkLst>
          <pc:docMk/>
          <pc:sldMk cId="0" sldId="390"/>
        </pc:sldMkLst>
        <pc:spChg chg="mod">
          <ac:chgData name="KARTER MAKOTOWINGTIM WONG" userId="87f3421f-7e5f-4328-a49b-3eb6eaf73452" providerId="ADAL" clId="{30C8A45D-7695-49AB-BC96-5E6E84CB5174}" dt="2025-06-11T01:47:22.769" v="11764" actId="255"/>
          <ac:spMkLst>
            <pc:docMk/>
            <pc:sldMk cId="0" sldId="390"/>
            <ac:spMk id="12297" creationId="{82570938-AC8A-88F3-FC75-AF81A3D3A700}"/>
          </ac:spMkLst>
        </pc:spChg>
        <pc:graphicFrameChg chg="add mod modGraphic">
          <ac:chgData name="KARTER MAKOTOWINGTIM WONG" userId="87f3421f-7e5f-4328-a49b-3eb6eaf73452" providerId="ADAL" clId="{30C8A45D-7695-49AB-BC96-5E6E84CB5174}" dt="2025-06-11T05:54:11.754" v="20823" actId="1076"/>
          <ac:graphicFrameMkLst>
            <pc:docMk/>
            <pc:sldMk cId="0" sldId="390"/>
            <ac:graphicFrameMk id="10" creationId="{123FB5E5-2BAC-640B-B4F8-964896B25106}"/>
          </ac:graphicFrameMkLst>
        </pc:graphicFrameChg>
        <pc:picChg chg="add mod">
          <ac:chgData name="KARTER MAKOTOWINGTIM WONG" userId="87f3421f-7e5f-4328-a49b-3eb6eaf73452" providerId="ADAL" clId="{30C8A45D-7695-49AB-BC96-5E6E84CB5174}" dt="2025-06-11T05:54:18.437" v="20828" actId="1076"/>
          <ac:picMkLst>
            <pc:docMk/>
            <pc:sldMk cId="0" sldId="390"/>
            <ac:picMk id="4" creationId="{53885899-99B7-C928-D382-79990E890F0E}"/>
          </ac:picMkLst>
        </pc:picChg>
        <pc:picChg chg="add mod">
          <ac:chgData name="KARTER MAKOTOWINGTIM WONG" userId="87f3421f-7e5f-4328-a49b-3eb6eaf73452" providerId="ADAL" clId="{30C8A45D-7695-49AB-BC96-5E6E84CB5174}" dt="2025-06-11T05:54:11.754" v="20823" actId="1076"/>
          <ac:picMkLst>
            <pc:docMk/>
            <pc:sldMk cId="0" sldId="390"/>
            <ac:picMk id="8" creationId="{4FBD2BE1-DCEF-70CD-A6C9-A0E6D8F43FFD}"/>
          </ac:picMkLst>
        </pc:picChg>
      </pc:sldChg>
      <pc:sldChg chg="addSp delSp modSp mod ord modShow modNotesTx">
        <pc:chgData name="KARTER MAKOTOWINGTIM WONG" userId="87f3421f-7e5f-4328-a49b-3eb6eaf73452" providerId="ADAL" clId="{30C8A45D-7695-49AB-BC96-5E6E84CB5174}" dt="2025-06-11T05:21:03.660" v="20288" actId="20577"/>
        <pc:sldMkLst>
          <pc:docMk/>
          <pc:sldMk cId="0" sldId="405"/>
        </pc:sldMkLst>
        <pc:spChg chg="add mod">
          <ac:chgData name="KARTER MAKOTOWINGTIM WONG" userId="87f3421f-7e5f-4328-a49b-3eb6eaf73452" providerId="ADAL" clId="{30C8A45D-7695-49AB-BC96-5E6E84CB5174}" dt="2025-06-11T01:47:06.589" v="11745" actId="255"/>
          <ac:spMkLst>
            <pc:docMk/>
            <pc:sldMk cId="0" sldId="405"/>
            <ac:spMk id="4" creationId="{3980B27C-31FE-5FF0-F9E8-13822A83080A}"/>
          </ac:spMkLst>
        </pc:spChg>
        <pc:graphicFrameChg chg="add mod">
          <ac:chgData name="KARTER MAKOTOWINGTIM WONG" userId="87f3421f-7e5f-4328-a49b-3eb6eaf73452" providerId="ADAL" clId="{30C8A45D-7695-49AB-BC96-5E6E84CB5174}" dt="2025-06-11T05:04:28.806" v="19026" actId="20577"/>
          <ac:graphicFrameMkLst>
            <pc:docMk/>
            <pc:sldMk cId="0" sldId="405"/>
            <ac:graphicFrameMk id="33" creationId="{C57B20DF-B0FE-D8EA-4C1A-14B999B5C353}"/>
          </ac:graphicFrameMkLst>
        </pc:graphicFrameChg>
      </pc:sldChg>
      <pc:sldChg chg="addSp delSp modSp mod modShow modNotesTx">
        <pc:chgData name="KARTER MAKOTOWINGTIM WONG" userId="87f3421f-7e5f-4328-a49b-3eb6eaf73452" providerId="ADAL" clId="{30C8A45D-7695-49AB-BC96-5E6E84CB5174}" dt="2025-06-11T06:51:47.671" v="22275" actId="20577"/>
        <pc:sldMkLst>
          <pc:docMk/>
          <pc:sldMk cId="0" sldId="407"/>
        </pc:sldMkLst>
      </pc:sldChg>
      <pc:sldChg chg="addSp delSp modSp mod modNotesTx">
        <pc:chgData name="KARTER MAKOTOWINGTIM WONG" userId="87f3421f-7e5f-4328-a49b-3eb6eaf73452" providerId="ADAL" clId="{30C8A45D-7695-49AB-BC96-5E6E84CB5174}" dt="2025-06-10T03:55:49.726" v="10781" actId="1076"/>
        <pc:sldMkLst>
          <pc:docMk/>
          <pc:sldMk cId="0" sldId="413"/>
        </pc:sldMkLst>
        <pc:spChg chg="mod">
          <ac:chgData name="KARTER MAKOTOWINGTIM WONG" userId="87f3421f-7e5f-4328-a49b-3eb6eaf73452" providerId="ADAL" clId="{30C8A45D-7695-49AB-BC96-5E6E84CB5174}" dt="2025-06-08T00:37:38.626" v="9733" actId="1076"/>
          <ac:spMkLst>
            <pc:docMk/>
            <pc:sldMk cId="0" sldId="413"/>
            <ac:spMk id="9" creationId="{02777AF6-5F16-A6AC-CE44-B1B0A468AC41}"/>
          </ac:spMkLst>
        </pc:spChg>
        <pc:spChg chg="add mod">
          <ac:chgData name="KARTER MAKOTOWINGTIM WONG" userId="87f3421f-7e5f-4328-a49b-3eb6eaf73452" providerId="ADAL" clId="{30C8A45D-7695-49AB-BC96-5E6E84CB5174}" dt="2025-06-08T00:34:08.560" v="9718" actId="1076"/>
          <ac:spMkLst>
            <pc:docMk/>
            <pc:sldMk cId="0" sldId="413"/>
            <ac:spMk id="15" creationId="{92213F08-713F-4A8B-BCA8-589E90E756F4}"/>
          </ac:spMkLst>
        </pc:spChg>
        <pc:spChg chg="add mod">
          <ac:chgData name="KARTER MAKOTOWINGTIM WONG" userId="87f3421f-7e5f-4328-a49b-3eb6eaf73452" providerId="ADAL" clId="{30C8A45D-7695-49AB-BC96-5E6E84CB5174}" dt="2025-06-08T00:34:14.479" v="9723" actId="20577"/>
          <ac:spMkLst>
            <pc:docMk/>
            <pc:sldMk cId="0" sldId="413"/>
            <ac:spMk id="16" creationId="{6D650C02-243E-DEBA-AB1C-7A24D596566E}"/>
          </ac:spMkLst>
        </pc:spChg>
        <pc:picChg chg="add mod">
          <ac:chgData name="KARTER MAKOTOWINGTIM WONG" userId="87f3421f-7e5f-4328-a49b-3eb6eaf73452" providerId="ADAL" clId="{30C8A45D-7695-49AB-BC96-5E6E84CB5174}" dt="2025-06-10T03:53:50.406" v="10774" actId="1076"/>
          <ac:picMkLst>
            <pc:docMk/>
            <pc:sldMk cId="0" sldId="413"/>
            <ac:picMk id="4" creationId="{1C1CA815-F7AB-030A-3F97-0B32F31AC2CD}"/>
          </ac:picMkLst>
        </pc:picChg>
        <pc:picChg chg="add mod">
          <ac:chgData name="KARTER MAKOTOWINGTIM WONG" userId="87f3421f-7e5f-4328-a49b-3eb6eaf73452" providerId="ADAL" clId="{30C8A45D-7695-49AB-BC96-5E6E84CB5174}" dt="2025-06-10T03:55:49.726" v="10781" actId="1076"/>
          <ac:picMkLst>
            <pc:docMk/>
            <pc:sldMk cId="0" sldId="413"/>
            <ac:picMk id="6" creationId="{50A99597-7649-DB11-0596-8146579AEC34}"/>
          </ac:picMkLst>
        </pc:picChg>
      </pc:sldChg>
      <pc:sldChg chg="modSp mod modNotesTx">
        <pc:chgData name="KARTER MAKOTOWINGTIM WONG" userId="87f3421f-7e5f-4328-a49b-3eb6eaf73452" providerId="ADAL" clId="{30C8A45D-7695-49AB-BC96-5E6E84CB5174}" dt="2025-06-11T06:40:27.291" v="21500" actId="20577"/>
        <pc:sldMkLst>
          <pc:docMk/>
          <pc:sldMk cId="3206680773" sldId="414"/>
        </pc:sldMkLst>
      </pc:sldChg>
      <pc:sldChg chg="addSp delSp modSp mod ord modShow modNotesTx">
        <pc:chgData name="KARTER MAKOTOWINGTIM WONG" userId="87f3421f-7e5f-4328-a49b-3eb6eaf73452" providerId="ADAL" clId="{30C8A45D-7695-49AB-BC96-5E6E84CB5174}" dt="2025-06-11T05:26:43.120" v="20295" actId="20577"/>
        <pc:sldMkLst>
          <pc:docMk/>
          <pc:sldMk cId="2977264139" sldId="415"/>
        </pc:sldMkLst>
        <pc:graphicFrameChg chg="add mod topLvl modGraphic">
          <ac:chgData name="KARTER MAKOTOWINGTIM WONG" userId="87f3421f-7e5f-4328-a49b-3eb6eaf73452" providerId="ADAL" clId="{30C8A45D-7695-49AB-BC96-5E6E84CB5174}" dt="2025-06-11T05:21:25.003" v="20289" actId="207"/>
          <ac:graphicFrameMkLst>
            <pc:docMk/>
            <pc:sldMk cId="2977264139" sldId="415"/>
            <ac:graphicFrameMk id="10" creationId="{B476849C-E4A0-3220-2CBB-3547448CE619}"/>
          </ac:graphicFrameMkLst>
        </pc:graphicFrameChg>
        <pc:picChg chg="add mod topLvl">
          <ac:chgData name="KARTER MAKOTOWINGTIM WONG" userId="87f3421f-7e5f-4328-a49b-3eb6eaf73452" providerId="ADAL" clId="{30C8A45D-7695-49AB-BC96-5E6E84CB5174}" dt="2025-06-11T03:59:46.300" v="14685" actId="165"/>
          <ac:picMkLst>
            <pc:docMk/>
            <pc:sldMk cId="2977264139" sldId="415"/>
            <ac:picMk id="11" creationId="{D05CDFD2-34BF-1C9B-A9E5-BEF323439499}"/>
          </ac:picMkLst>
        </pc:picChg>
      </pc:sldChg>
      <pc:sldChg chg="addSp delSp modSp mod modShow modNotesTx">
        <pc:chgData name="KARTER MAKOTOWINGTIM WONG" userId="87f3421f-7e5f-4328-a49b-3eb6eaf73452" providerId="ADAL" clId="{30C8A45D-7695-49AB-BC96-5E6E84CB5174}" dt="2025-06-11T06:13:02.114" v="21238" actId="1076"/>
        <pc:sldMkLst>
          <pc:docMk/>
          <pc:sldMk cId="1400478623" sldId="416"/>
        </pc:sldMkLst>
        <pc:spChg chg="add mod">
          <ac:chgData name="KARTER MAKOTOWINGTIM WONG" userId="87f3421f-7e5f-4328-a49b-3eb6eaf73452" providerId="ADAL" clId="{30C8A45D-7695-49AB-BC96-5E6E84CB5174}" dt="2025-06-11T01:43:30.655" v="11682"/>
          <ac:spMkLst>
            <pc:docMk/>
            <pc:sldMk cId="1400478623" sldId="416"/>
            <ac:spMk id="6" creationId="{161839BB-48EF-53A1-EF8B-35A6428115E6}"/>
          </ac:spMkLst>
        </pc:spChg>
      </pc:sldChg>
      <pc:sldChg chg="addSp delSp modSp mod ord modShow modNotesTx">
        <pc:chgData name="KARTER MAKOTOWINGTIM WONG" userId="87f3421f-7e5f-4328-a49b-3eb6eaf73452" providerId="ADAL" clId="{30C8A45D-7695-49AB-BC96-5E6E84CB5174}" dt="2025-06-11T06:53:16.127" v="22302" actId="20577"/>
        <pc:sldMkLst>
          <pc:docMk/>
          <pc:sldMk cId="949119990" sldId="417"/>
        </pc:sldMkLst>
        <pc:spChg chg="add mod">
          <ac:chgData name="KARTER MAKOTOWINGTIM WONG" userId="87f3421f-7e5f-4328-a49b-3eb6eaf73452" providerId="ADAL" clId="{30C8A45D-7695-49AB-BC96-5E6E84CB5174}" dt="2025-06-11T01:32:26.140" v="11555" actId="1076"/>
          <ac:spMkLst>
            <pc:docMk/>
            <pc:sldMk cId="949119990" sldId="417"/>
            <ac:spMk id="3" creationId="{EE3D0ADF-3804-804D-0200-9389B2D5A18C}"/>
          </ac:spMkLst>
        </pc:spChg>
        <pc:spChg chg="mod">
          <ac:chgData name="KARTER MAKOTOWINGTIM WONG" userId="87f3421f-7e5f-4328-a49b-3eb6eaf73452" providerId="ADAL" clId="{30C8A45D-7695-49AB-BC96-5E6E84CB5174}" dt="2025-06-11T06:53:16.127" v="22302" actId="20577"/>
          <ac:spMkLst>
            <pc:docMk/>
            <pc:sldMk cId="949119990" sldId="417"/>
            <ac:spMk id="4" creationId="{0C995479-25EE-CA0C-8634-9A1AE1CF68BE}"/>
          </ac:spMkLst>
        </pc:spChg>
        <pc:spChg chg="mod">
          <ac:chgData name="KARTER MAKOTOWINGTIM WONG" userId="87f3421f-7e5f-4328-a49b-3eb6eaf73452" providerId="ADAL" clId="{30C8A45D-7695-49AB-BC96-5E6E84CB5174}" dt="2025-06-10T03:56:22.400" v="10789" actId="1076"/>
          <ac:spMkLst>
            <pc:docMk/>
            <pc:sldMk cId="949119990" sldId="417"/>
            <ac:spMk id="5" creationId="{4E961818-BD2F-8070-AAFA-AC4DC712D870}"/>
          </ac:spMkLst>
        </pc:spChg>
        <pc:picChg chg="mod">
          <ac:chgData name="KARTER MAKOTOWINGTIM WONG" userId="87f3421f-7e5f-4328-a49b-3eb6eaf73452" providerId="ADAL" clId="{30C8A45D-7695-49AB-BC96-5E6E84CB5174}" dt="2025-06-11T01:21:21.311" v="10910" actId="1076"/>
          <ac:picMkLst>
            <pc:docMk/>
            <pc:sldMk cId="949119990" sldId="417"/>
            <ac:picMk id="6" creationId="{193B747C-8865-9635-102B-4C7882A41A1C}"/>
          </ac:picMkLst>
        </pc:picChg>
        <pc:picChg chg="mod">
          <ac:chgData name="KARTER MAKOTOWINGTIM WONG" userId="87f3421f-7e5f-4328-a49b-3eb6eaf73452" providerId="ADAL" clId="{30C8A45D-7695-49AB-BC96-5E6E84CB5174}" dt="2025-06-11T01:32:26.140" v="11555" actId="1076"/>
          <ac:picMkLst>
            <pc:docMk/>
            <pc:sldMk cId="949119990" sldId="417"/>
            <ac:picMk id="8" creationId="{C1F614B7-74A3-9308-392D-5E44DF9E4BE6}"/>
          </ac:picMkLst>
        </pc:picChg>
        <pc:picChg chg="mod">
          <ac:chgData name="KARTER MAKOTOWINGTIM WONG" userId="87f3421f-7e5f-4328-a49b-3eb6eaf73452" providerId="ADAL" clId="{30C8A45D-7695-49AB-BC96-5E6E84CB5174}" dt="2025-06-11T01:22:36.798" v="10987" actId="1076"/>
          <ac:picMkLst>
            <pc:docMk/>
            <pc:sldMk cId="949119990" sldId="417"/>
            <ac:picMk id="12" creationId="{7EBAAF02-C605-1CF9-2016-4A09460A9AC4}"/>
          </ac:picMkLst>
        </pc:picChg>
      </pc:sldChg>
      <pc:sldChg chg="addSp delSp modSp add mod modNotesTx">
        <pc:chgData name="KARTER MAKOTOWINGTIM WONG" userId="87f3421f-7e5f-4328-a49b-3eb6eaf73452" providerId="ADAL" clId="{30C8A45D-7695-49AB-BC96-5E6E84CB5174}" dt="2025-06-11T06:15:08.540" v="21259" actId="1076"/>
        <pc:sldMkLst>
          <pc:docMk/>
          <pc:sldMk cId="331761965" sldId="418"/>
        </pc:sldMkLst>
        <pc:spChg chg="mod">
          <ac:chgData name="KARTER MAKOTOWINGTIM WONG" userId="87f3421f-7e5f-4328-a49b-3eb6eaf73452" providerId="ADAL" clId="{30C8A45D-7695-49AB-BC96-5E6E84CB5174}" dt="2025-06-11T01:43:11.682" v="11678" actId="20577"/>
          <ac:spMkLst>
            <pc:docMk/>
            <pc:sldMk cId="331761965" sldId="418"/>
            <ac:spMk id="4" creationId="{17C1BF62-63DB-D834-28F0-A7D86F0B1B01}"/>
          </ac:spMkLst>
        </pc:spChg>
        <pc:spChg chg="add mod">
          <ac:chgData name="KARTER MAKOTOWINGTIM WONG" userId="87f3421f-7e5f-4328-a49b-3eb6eaf73452" providerId="ADAL" clId="{30C8A45D-7695-49AB-BC96-5E6E84CB5174}" dt="2025-06-08T02:00:19.526" v="10485" actId="164"/>
          <ac:spMkLst>
            <pc:docMk/>
            <pc:sldMk cId="331761965" sldId="418"/>
            <ac:spMk id="9" creationId="{15BD4E23-5345-2031-F2F4-8DD5D07DFC8D}"/>
          </ac:spMkLst>
        </pc:spChg>
        <pc:spChg chg="mod">
          <ac:chgData name="KARTER MAKOTOWINGTIM WONG" userId="87f3421f-7e5f-4328-a49b-3eb6eaf73452" providerId="ADAL" clId="{30C8A45D-7695-49AB-BC96-5E6E84CB5174}" dt="2025-06-11T06:13:47.927" v="21245" actId="6549"/>
          <ac:spMkLst>
            <pc:docMk/>
            <pc:sldMk cId="331761965" sldId="418"/>
            <ac:spMk id="14" creationId="{4F9DD91C-B276-6BBF-BB3D-8A83034B85CF}"/>
          </ac:spMkLst>
        </pc:spChg>
        <pc:grpChg chg="mod">
          <ac:chgData name="KARTER MAKOTOWINGTIM WONG" userId="87f3421f-7e5f-4328-a49b-3eb6eaf73452" providerId="ADAL" clId="{30C8A45D-7695-49AB-BC96-5E6E84CB5174}" dt="2025-06-11T01:44:11.117" v="11687" actId="1076"/>
          <ac:grpSpMkLst>
            <pc:docMk/>
            <pc:sldMk cId="331761965" sldId="418"/>
            <ac:grpSpMk id="15" creationId="{055E48F3-891B-54BA-EEEE-6FC96ECAF185}"/>
          </ac:grpSpMkLst>
        </pc:grpChg>
        <pc:picChg chg="add mod">
          <ac:chgData name="KARTER MAKOTOWINGTIM WONG" userId="87f3421f-7e5f-4328-a49b-3eb6eaf73452" providerId="ADAL" clId="{30C8A45D-7695-49AB-BC96-5E6E84CB5174}" dt="2025-06-08T02:00:19.526" v="10485" actId="164"/>
          <ac:picMkLst>
            <pc:docMk/>
            <pc:sldMk cId="331761965" sldId="418"/>
            <ac:picMk id="8" creationId="{46A8759A-11B7-40C0-B7C2-AD195F21CD4D}"/>
          </ac:picMkLst>
        </pc:picChg>
        <pc:picChg chg="mod modCrop">
          <ac:chgData name="KARTER MAKOTOWINGTIM WONG" userId="87f3421f-7e5f-4328-a49b-3eb6eaf73452" providerId="ADAL" clId="{30C8A45D-7695-49AB-BC96-5E6E84CB5174}" dt="2025-06-11T06:15:08.540" v="21259" actId="1076"/>
          <ac:picMkLst>
            <pc:docMk/>
            <pc:sldMk cId="331761965" sldId="418"/>
            <ac:picMk id="11" creationId="{D6AAD1B6-7D2C-5300-36B6-16D46811A697}"/>
          </ac:picMkLst>
        </pc:picChg>
      </pc:sldChg>
      <pc:sldChg chg="addSp modSp new mod modShow">
        <pc:chgData name="KARTER MAKOTOWINGTIM WONG" userId="87f3421f-7e5f-4328-a49b-3eb6eaf73452" providerId="ADAL" clId="{30C8A45D-7695-49AB-BC96-5E6E84CB5174}" dt="2025-06-11T05:54:35.883" v="20833" actId="729"/>
        <pc:sldMkLst>
          <pc:docMk/>
          <pc:sldMk cId="1408607455" sldId="419"/>
        </pc:sldMkLst>
        <pc:spChg chg="add mod">
          <ac:chgData name="KARTER MAKOTOWINGTIM WONG" userId="87f3421f-7e5f-4328-a49b-3eb6eaf73452" providerId="ADAL" clId="{30C8A45D-7695-49AB-BC96-5E6E84CB5174}" dt="2025-06-10T03:57:39.135" v="10793" actId="20577"/>
          <ac:spMkLst>
            <pc:docMk/>
            <pc:sldMk cId="1408607455" sldId="419"/>
            <ac:spMk id="3" creationId="{1E8F7B97-0873-2154-E95C-A6713EB28C1E}"/>
          </ac:spMkLst>
        </pc:spChg>
      </pc:sldChg>
      <pc:sldChg chg="addSp modSp mod modShow">
        <pc:chgData name="KARTER MAKOTOWINGTIM WONG" userId="87f3421f-7e5f-4328-a49b-3eb6eaf73452" providerId="ADAL" clId="{30C8A45D-7695-49AB-BC96-5E6E84CB5174}" dt="2025-06-11T05:55:41.405" v="20901" actId="20577"/>
        <pc:sldMkLst>
          <pc:docMk/>
          <pc:sldMk cId="1655346315" sldId="420"/>
        </pc:sldMkLst>
        <pc:spChg chg="add mod">
          <ac:chgData name="KARTER MAKOTOWINGTIM WONG" userId="87f3421f-7e5f-4328-a49b-3eb6eaf73452" providerId="ADAL" clId="{30C8A45D-7695-49AB-BC96-5E6E84CB5174}" dt="2025-06-11T05:55:41.405" v="20901" actId="20577"/>
          <ac:spMkLst>
            <pc:docMk/>
            <pc:sldMk cId="1655346315" sldId="420"/>
            <ac:spMk id="3" creationId="{8D385EE8-5C70-2911-6E3B-2DD00F247D87}"/>
          </ac:spMkLst>
        </pc:spChg>
        <pc:spChg chg="mod">
          <ac:chgData name="KARTER MAKOTOWINGTIM WONG" userId="87f3421f-7e5f-4328-a49b-3eb6eaf73452" providerId="ADAL" clId="{30C8A45D-7695-49AB-BC96-5E6E84CB5174}" dt="2025-06-11T05:55:24.329" v="20845" actId="1076"/>
          <ac:spMkLst>
            <pc:docMk/>
            <pc:sldMk cId="1655346315" sldId="420"/>
            <ac:spMk id="6" creationId="{6AD838C1-9D54-BE55-E857-1791B2B2DF01}"/>
          </ac:spMkLst>
        </pc:spChg>
      </pc:sldChg>
      <pc:sldChg chg="addSp delSp modSp add mod ord modShow modNotesTx">
        <pc:chgData name="KARTER MAKOTOWINGTIM WONG" userId="87f3421f-7e5f-4328-a49b-3eb6eaf73452" providerId="ADAL" clId="{30C8A45D-7695-49AB-BC96-5E6E84CB5174}" dt="2025-06-11T06:43:59.407" v="21833" actId="20577"/>
        <pc:sldMkLst>
          <pc:docMk/>
          <pc:sldMk cId="3194971168" sldId="421"/>
        </pc:sldMkLst>
        <pc:spChg chg="mod">
          <ac:chgData name="KARTER MAKOTOWINGTIM WONG" userId="87f3421f-7e5f-4328-a49b-3eb6eaf73452" providerId="ADAL" clId="{30C8A45D-7695-49AB-BC96-5E6E84CB5174}" dt="2025-06-11T06:23:55.588" v="21365" actId="27107"/>
          <ac:spMkLst>
            <pc:docMk/>
            <pc:sldMk cId="3194971168" sldId="421"/>
            <ac:spMk id="6157" creationId="{7B1A858A-D7CB-6346-9C12-AACB6452EF0D}"/>
          </ac:spMkLst>
        </pc:spChg>
        <pc:graphicFrameChg chg="add mod modGraphic">
          <ac:chgData name="KARTER MAKOTOWINGTIM WONG" userId="87f3421f-7e5f-4328-a49b-3eb6eaf73452" providerId="ADAL" clId="{30C8A45D-7695-49AB-BC96-5E6E84CB5174}" dt="2025-06-11T06:40:17.980" v="21494" actId="20577"/>
          <ac:graphicFrameMkLst>
            <pc:docMk/>
            <pc:sldMk cId="3194971168" sldId="421"/>
            <ac:graphicFrameMk id="6" creationId="{EB5558CC-4A6E-0DC0-2DF6-748D399B69E9}"/>
          </ac:graphicFrameMkLst>
        </pc:graphicFrameChg>
        <pc:graphicFrameChg chg="add mod modGraphic">
          <ac:chgData name="KARTER MAKOTOWINGTIM WONG" userId="87f3421f-7e5f-4328-a49b-3eb6eaf73452" providerId="ADAL" clId="{30C8A45D-7695-49AB-BC96-5E6E84CB5174}" dt="2025-06-11T06:27:11.569" v="21460" actId="14100"/>
          <ac:graphicFrameMkLst>
            <pc:docMk/>
            <pc:sldMk cId="3194971168" sldId="421"/>
            <ac:graphicFrameMk id="13" creationId="{B92819E8-6C1F-E443-2A18-E0A39EC9BCC4}"/>
          </ac:graphicFrameMkLst>
        </pc:graphicFrameChg>
      </pc:sldChg>
      <pc:sldChg chg="addSp delSp modSp add del mod">
        <pc:chgData name="KARTER MAKOTOWINGTIM WONG" userId="87f3421f-7e5f-4328-a49b-3eb6eaf73452" providerId="ADAL" clId="{30C8A45D-7695-49AB-BC96-5E6E84CB5174}" dt="2025-06-11T01:46:12.279" v="11711" actId="47"/>
        <pc:sldMkLst>
          <pc:docMk/>
          <pc:sldMk cId="254121472" sldId="422"/>
        </pc:sldMkLst>
      </pc:sldChg>
      <pc:sldChg chg="addSp delSp modSp add mod ord modShow modNotesTx">
        <pc:chgData name="KARTER MAKOTOWINGTIM WONG" userId="87f3421f-7e5f-4328-a49b-3eb6eaf73452" providerId="ADAL" clId="{30C8A45D-7695-49AB-BC96-5E6E84CB5174}" dt="2025-06-11T06:51:10.079" v="22261" actId="20577"/>
        <pc:sldMkLst>
          <pc:docMk/>
          <pc:sldMk cId="2145823957" sldId="422"/>
        </pc:sldMkLst>
        <pc:spChg chg="mod">
          <ac:chgData name="KARTER MAKOTOWINGTIM WONG" userId="87f3421f-7e5f-4328-a49b-3eb6eaf73452" providerId="ADAL" clId="{30C8A45D-7695-49AB-BC96-5E6E84CB5174}" dt="2025-06-11T06:23:33.800" v="21358" actId="20577"/>
          <ac:spMkLst>
            <pc:docMk/>
            <pc:sldMk cId="2145823957" sldId="422"/>
            <ac:spMk id="15368" creationId="{872B57E3-D9D4-57E0-E7D7-5F05C184F8E8}"/>
          </ac:spMkLst>
        </pc:spChg>
      </pc:sldChg>
      <pc:sldChg chg="addSp delSp modSp add mod modNotesTx">
        <pc:chgData name="KARTER MAKOTOWINGTIM WONG" userId="87f3421f-7e5f-4328-a49b-3eb6eaf73452" providerId="ADAL" clId="{30C8A45D-7695-49AB-BC96-5E6E84CB5174}" dt="2025-06-11T05:58:53.837" v="20905" actId="313"/>
        <pc:sldMkLst>
          <pc:docMk/>
          <pc:sldMk cId="2281730913" sldId="423"/>
        </pc:sldMkLst>
      </pc:sldChg>
      <pc:sldChg chg="add del modNotesTx">
        <pc:chgData name="KARTER MAKOTOWINGTIM WONG" userId="87f3421f-7e5f-4328-a49b-3eb6eaf73452" providerId="ADAL" clId="{30C8A45D-7695-49AB-BC96-5E6E84CB5174}" dt="2025-06-11T05:11:19.817" v="19987" actId="47"/>
        <pc:sldMkLst>
          <pc:docMk/>
          <pc:sldMk cId="3269851309" sldId="423"/>
        </pc:sldMkLst>
      </pc:sldChg>
      <pc:sldChg chg="addSp delSp modSp add mod ord">
        <pc:chgData name="KARTER MAKOTOWINGTIM WONG" userId="87f3421f-7e5f-4328-a49b-3eb6eaf73452" providerId="ADAL" clId="{30C8A45D-7695-49AB-BC96-5E6E84CB5174}" dt="2025-06-11T08:02:57.103" v="22319" actId="164"/>
        <pc:sldMkLst>
          <pc:docMk/>
          <pc:sldMk cId="1783979972" sldId="424"/>
        </pc:sldMkLst>
        <pc:spChg chg="mod">
          <ac:chgData name="KARTER MAKOTOWINGTIM WONG" userId="87f3421f-7e5f-4328-a49b-3eb6eaf73452" providerId="ADAL" clId="{30C8A45D-7695-49AB-BC96-5E6E84CB5174}" dt="2025-06-11T06:23:28.661" v="21356" actId="20577"/>
          <ac:spMkLst>
            <pc:docMk/>
            <pc:sldMk cId="1783979972" sldId="424"/>
            <ac:spMk id="12297" creationId="{7F231780-6812-B8A1-C9A7-7D1AC8E2C6E9}"/>
          </ac:spMkLst>
        </pc:spChg>
      </pc:sldChg>
      <pc:sldChg chg="addSp delSp modSp add del mod">
        <pc:chgData name="KARTER MAKOTOWINGTIM WONG" userId="87f3421f-7e5f-4328-a49b-3eb6eaf73452" providerId="ADAL" clId="{30C8A45D-7695-49AB-BC96-5E6E84CB5174}" dt="2025-06-11T05:50:04.286" v="20728" actId="2890"/>
        <pc:sldMkLst>
          <pc:docMk/>
          <pc:sldMk cId="3144613980" sldId="424"/>
        </pc:sldMkLst>
      </pc:sldChg>
      <pc:sldChg chg="new">
        <pc:chgData name="KARTER MAKOTOWINGTIM WONG" userId="87f3421f-7e5f-4328-a49b-3eb6eaf73452" providerId="ADAL" clId="{30C8A45D-7695-49AB-BC96-5E6E84CB5174}" dt="2025-06-11T05:54:30.189" v="20831" actId="680"/>
        <pc:sldMkLst>
          <pc:docMk/>
          <pc:sldMk cId="3695274642" sldId="425"/>
        </pc:sldMkLst>
      </pc:sldChg>
      <pc:sldChg chg="add del modNotesTx">
        <pc:chgData name="KARTER MAKOTOWINGTIM WONG" userId="87f3421f-7e5f-4328-a49b-3eb6eaf73452" providerId="ADAL" clId="{30C8A45D-7695-49AB-BC96-5E6E84CB5174}" dt="2025-06-11T06:43:42.098" v="21801" actId="47"/>
        <pc:sldMkLst>
          <pc:docMk/>
          <pc:sldMk cId="2804107292" sldId="426"/>
        </pc:sldMkLst>
      </pc:sldChg>
    </pc:docChg>
  </pc:docChgLst>
  <pc:docChgLst>
    <pc:chgData name="KARTER MAKOTOWINGTIM WONG" userId="87f3421f-7e5f-4328-a49b-3eb6eaf73452" providerId="ADAL" clId="{0E0E7888-FCB6-49B9-A2EC-FF738E71E1C3}"/>
    <pc:docChg chg="undo custSel addSld modSld sldOrd">
      <pc:chgData name="KARTER MAKOTOWINGTIM WONG" userId="87f3421f-7e5f-4328-a49b-3eb6eaf73452" providerId="ADAL" clId="{0E0E7888-FCB6-49B9-A2EC-FF738E71E1C3}" dt="2025-06-15T23:56:53.896" v="2585" actId="20577"/>
      <pc:docMkLst>
        <pc:docMk/>
      </pc:docMkLst>
      <pc:sldChg chg="mod modShow modNotesTx">
        <pc:chgData name="KARTER MAKOTOWINGTIM WONG" userId="87f3421f-7e5f-4328-a49b-3eb6eaf73452" providerId="ADAL" clId="{0E0E7888-FCB6-49B9-A2EC-FF738E71E1C3}" dt="2025-06-09T07:31:14.717" v="2531" actId="729"/>
        <pc:sldMkLst>
          <pc:docMk/>
          <pc:sldMk cId="0" sldId="271"/>
        </pc:sldMkLst>
      </pc:sldChg>
      <pc:sldChg chg="addSp delSp modSp mod modShow modNotesTx">
        <pc:chgData name="KARTER MAKOTOWINGTIM WONG" userId="87f3421f-7e5f-4328-a49b-3eb6eaf73452" providerId="ADAL" clId="{0E0E7888-FCB6-49B9-A2EC-FF738E71E1C3}" dt="2025-06-15T23:56:41.044" v="2578" actId="20577"/>
        <pc:sldMkLst>
          <pc:docMk/>
          <pc:sldMk cId="0" sldId="367"/>
        </pc:sldMkLst>
        <pc:spChg chg="mod">
          <ac:chgData name="KARTER MAKOTOWINGTIM WONG" userId="87f3421f-7e5f-4328-a49b-3eb6eaf73452" providerId="ADAL" clId="{0E0E7888-FCB6-49B9-A2EC-FF738E71E1C3}" dt="2025-06-15T23:56:41.044" v="2578" actId="20577"/>
          <ac:spMkLst>
            <pc:docMk/>
            <pc:sldMk cId="0" sldId="367"/>
            <ac:spMk id="17412" creationId="{42162288-F155-9918-6113-4FE702655873}"/>
          </ac:spMkLst>
        </pc:spChg>
        <pc:picChg chg="add mod">
          <ac:chgData name="KARTER MAKOTOWINGTIM WONG" userId="87f3421f-7e5f-4328-a49b-3eb6eaf73452" providerId="ADAL" clId="{0E0E7888-FCB6-49B9-A2EC-FF738E71E1C3}" dt="2025-06-09T06:19:51.779" v="1810" actId="1076"/>
          <ac:picMkLst>
            <pc:docMk/>
            <pc:sldMk cId="0" sldId="367"/>
            <ac:picMk id="4" creationId="{0FC75BDB-BBB8-8D9F-129F-966987D62ECD}"/>
          </ac:picMkLst>
        </pc:picChg>
      </pc:sldChg>
      <pc:sldChg chg="modSp mod modShow modNotesTx">
        <pc:chgData name="KARTER MAKOTOWINGTIM WONG" userId="87f3421f-7e5f-4328-a49b-3eb6eaf73452" providerId="ADAL" clId="{0E0E7888-FCB6-49B9-A2EC-FF738E71E1C3}" dt="2025-06-09T07:31:18.879" v="2532" actId="729"/>
        <pc:sldMkLst>
          <pc:docMk/>
          <pc:sldMk cId="0" sldId="387"/>
        </pc:sldMkLst>
        <pc:spChg chg="mod">
          <ac:chgData name="KARTER MAKOTOWINGTIM WONG" userId="87f3421f-7e5f-4328-a49b-3eb6eaf73452" providerId="ADAL" clId="{0E0E7888-FCB6-49B9-A2EC-FF738E71E1C3}" dt="2025-06-09T06:53:28.733" v="2079" actId="20577"/>
          <ac:spMkLst>
            <pc:docMk/>
            <pc:sldMk cId="0" sldId="387"/>
            <ac:spMk id="23" creationId="{4CCBC938-FE93-89F6-3192-7194E4DEAB77}"/>
          </ac:spMkLst>
        </pc:spChg>
      </pc:sldChg>
      <pc:sldChg chg="modSp mod modShow">
        <pc:chgData name="KARTER MAKOTOWINGTIM WONG" userId="87f3421f-7e5f-4328-a49b-3eb6eaf73452" providerId="ADAL" clId="{0E0E7888-FCB6-49B9-A2EC-FF738E71E1C3}" dt="2025-06-15T23:56:19.123" v="2571" actId="20577"/>
        <pc:sldMkLst>
          <pc:docMk/>
          <pc:sldMk cId="0" sldId="389"/>
        </pc:sldMkLst>
        <pc:spChg chg="mod">
          <ac:chgData name="KARTER MAKOTOWINGTIM WONG" userId="87f3421f-7e5f-4328-a49b-3eb6eaf73452" providerId="ADAL" clId="{0E0E7888-FCB6-49B9-A2EC-FF738E71E1C3}" dt="2025-06-15T23:56:14.488" v="2569" actId="14100"/>
          <ac:spMkLst>
            <pc:docMk/>
            <pc:sldMk cId="0" sldId="389"/>
            <ac:spMk id="2" creationId="{2F39D4E6-B9AD-D08C-4B34-4D765D75E6CD}"/>
          </ac:spMkLst>
        </pc:spChg>
        <pc:spChg chg="mod">
          <ac:chgData name="KARTER MAKOTOWINGTIM WONG" userId="87f3421f-7e5f-4328-a49b-3eb6eaf73452" providerId="ADAL" clId="{0E0E7888-FCB6-49B9-A2EC-FF738E71E1C3}" dt="2025-06-09T03:50:45.226" v="78" actId="1076"/>
          <ac:spMkLst>
            <pc:docMk/>
            <pc:sldMk cId="0" sldId="389"/>
            <ac:spMk id="3" creationId="{AE079F54-83D7-542D-0D32-9A05E5ABC411}"/>
          </ac:spMkLst>
        </pc:spChg>
        <pc:spChg chg="mod">
          <ac:chgData name="KARTER MAKOTOWINGTIM WONG" userId="87f3421f-7e5f-4328-a49b-3eb6eaf73452" providerId="ADAL" clId="{0E0E7888-FCB6-49B9-A2EC-FF738E71E1C3}" dt="2025-06-15T23:56:19.123" v="2571" actId="20577"/>
          <ac:spMkLst>
            <pc:docMk/>
            <pc:sldMk cId="0" sldId="389"/>
            <ac:spMk id="11266" creationId="{9C92B7AA-60EA-5D84-C27C-220903081640}"/>
          </ac:spMkLst>
        </pc:spChg>
      </pc:sldChg>
      <pc:sldChg chg="addSp modSp mod modShow">
        <pc:chgData name="KARTER MAKOTOWINGTIM WONG" userId="87f3421f-7e5f-4328-a49b-3eb6eaf73452" providerId="ADAL" clId="{0E0E7888-FCB6-49B9-A2EC-FF738E71E1C3}" dt="2025-06-09T07:31:01.404" v="2529" actId="729"/>
        <pc:sldMkLst>
          <pc:docMk/>
          <pc:sldMk cId="0" sldId="390"/>
        </pc:sldMkLst>
      </pc:sldChg>
      <pc:sldChg chg="addSp modSp mod ord modShow modNotesTx">
        <pc:chgData name="KARTER MAKOTOWINGTIM WONG" userId="87f3421f-7e5f-4328-a49b-3eb6eaf73452" providerId="ADAL" clId="{0E0E7888-FCB6-49B9-A2EC-FF738E71E1C3}" dt="2025-06-15T23:55:56.784" v="2565" actId="20577"/>
        <pc:sldMkLst>
          <pc:docMk/>
          <pc:sldMk cId="0" sldId="405"/>
        </pc:sldMkLst>
        <pc:spChg chg="mod">
          <ac:chgData name="KARTER MAKOTOWINGTIM WONG" userId="87f3421f-7e5f-4328-a49b-3eb6eaf73452" providerId="ADAL" clId="{0E0E7888-FCB6-49B9-A2EC-FF738E71E1C3}" dt="2025-06-15T23:55:53.086" v="2563" actId="14100"/>
          <ac:spMkLst>
            <pc:docMk/>
            <pc:sldMk cId="0" sldId="405"/>
            <ac:spMk id="4" creationId="{3980B27C-31FE-5FF0-F9E8-13822A83080A}"/>
          </ac:spMkLst>
        </pc:spChg>
        <pc:spChg chg="mod">
          <ac:chgData name="KARTER MAKOTOWINGTIM WONG" userId="87f3421f-7e5f-4328-a49b-3eb6eaf73452" providerId="ADAL" clId="{0E0E7888-FCB6-49B9-A2EC-FF738E71E1C3}" dt="2025-06-15T23:55:56.784" v="2565" actId="20577"/>
          <ac:spMkLst>
            <pc:docMk/>
            <pc:sldMk cId="0" sldId="405"/>
            <ac:spMk id="10244" creationId="{0F6199C8-1128-33F3-87A7-325CEE4BA282}"/>
          </ac:spMkLst>
        </pc:spChg>
      </pc:sldChg>
      <pc:sldChg chg="addSp delSp modSp mod modShow modNotesTx">
        <pc:chgData name="KARTER MAKOTOWINGTIM WONG" userId="87f3421f-7e5f-4328-a49b-3eb6eaf73452" providerId="ADAL" clId="{0E0E7888-FCB6-49B9-A2EC-FF738E71E1C3}" dt="2025-06-15T23:56:34.733" v="2576" actId="20577"/>
        <pc:sldMkLst>
          <pc:docMk/>
          <pc:sldMk cId="0" sldId="407"/>
        </pc:sldMkLst>
      </pc:sldChg>
      <pc:sldChg chg="modSp mod modShow modNotesTx">
        <pc:chgData name="KARTER MAKOTOWINGTIM WONG" userId="87f3421f-7e5f-4328-a49b-3eb6eaf73452" providerId="ADAL" clId="{0E0E7888-FCB6-49B9-A2EC-FF738E71E1C3}" dt="2025-06-09T07:31:26.239" v="2533" actId="729"/>
        <pc:sldMkLst>
          <pc:docMk/>
          <pc:sldMk cId="0" sldId="413"/>
        </pc:sldMkLst>
        <pc:spChg chg="mod">
          <ac:chgData name="KARTER MAKOTOWINGTIM WONG" userId="87f3421f-7e5f-4328-a49b-3eb6eaf73452" providerId="ADAL" clId="{0E0E7888-FCB6-49B9-A2EC-FF738E71E1C3}" dt="2025-06-09T06:18:27.402" v="1791" actId="1076"/>
          <ac:spMkLst>
            <pc:docMk/>
            <pc:sldMk cId="0" sldId="413"/>
            <ac:spMk id="9" creationId="{02777AF6-5F16-A6AC-CE44-B1B0A468AC41}"/>
          </ac:spMkLst>
        </pc:spChg>
      </pc:sldChg>
      <pc:sldChg chg="modSp mod modShow modNotesTx">
        <pc:chgData name="KARTER MAKOTOWINGTIM WONG" userId="87f3421f-7e5f-4328-a49b-3eb6eaf73452" providerId="ADAL" clId="{0E0E7888-FCB6-49B9-A2EC-FF738E71E1C3}" dt="2025-06-15T23:56:53.896" v="2585" actId="20577"/>
        <pc:sldMkLst>
          <pc:docMk/>
          <pc:sldMk cId="3206680773" sldId="414"/>
        </pc:sldMkLst>
        <pc:spChg chg="mod">
          <ac:chgData name="KARTER MAKOTOWINGTIM WONG" userId="87f3421f-7e5f-4328-a49b-3eb6eaf73452" providerId="ADAL" clId="{0E0E7888-FCB6-49B9-A2EC-FF738E71E1C3}" dt="2025-06-15T23:56:53.896" v="2585" actId="20577"/>
          <ac:spMkLst>
            <pc:docMk/>
            <pc:sldMk cId="3206680773" sldId="414"/>
            <ac:spMk id="4098" creationId="{7F7ABB5D-6F5C-9396-B52D-A76D41895302}"/>
          </ac:spMkLst>
        </pc:spChg>
      </pc:sldChg>
      <pc:sldChg chg="addSp delSp modSp mod ord modShow modNotesTx">
        <pc:chgData name="KARTER MAKOTOWINGTIM WONG" userId="87f3421f-7e5f-4328-a49b-3eb6eaf73452" providerId="ADAL" clId="{0E0E7888-FCB6-49B9-A2EC-FF738E71E1C3}" dt="2025-06-15T23:55:47.699" v="2562" actId="20577"/>
        <pc:sldMkLst>
          <pc:docMk/>
          <pc:sldMk cId="2977264139" sldId="415"/>
        </pc:sldMkLst>
        <pc:spChg chg="mod">
          <ac:chgData name="KARTER MAKOTOWINGTIM WONG" userId="87f3421f-7e5f-4328-a49b-3eb6eaf73452" providerId="ADAL" clId="{0E0E7888-FCB6-49B9-A2EC-FF738E71E1C3}" dt="2025-06-15T23:55:47.699" v="2562" actId="20577"/>
          <ac:spMkLst>
            <pc:docMk/>
            <pc:sldMk cId="2977264139" sldId="415"/>
            <ac:spMk id="2" creationId="{E26E204C-E71C-863D-D347-4A7EDE00B1C8}"/>
          </ac:spMkLst>
        </pc:spChg>
      </pc:sldChg>
      <pc:sldChg chg="addSp delSp modSp mod ord modShow modNotesTx">
        <pc:chgData name="KARTER MAKOTOWINGTIM WONG" userId="87f3421f-7e5f-4328-a49b-3eb6eaf73452" providerId="ADAL" clId="{0E0E7888-FCB6-49B9-A2EC-FF738E71E1C3}" dt="2025-06-15T23:55:30.712" v="2557" actId="20577"/>
        <pc:sldMkLst>
          <pc:docMk/>
          <pc:sldMk cId="1400478623" sldId="416"/>
        </pc:sldMkLst>
        <pc:spChg chg="mod">
          <ac:chgData name="KARTER MAKOTOWINGTIM WONG" userId="87f3421f-7e5f-4328-a49b-3eb6eaf73452" providerId="ADAL" clId="{0E0E7888-FCB6-49B9-A2EC-FF738E71E1C3}" dt="2025-06-15T23:55:30.712" v="2557" actId="20577"/>
          <ac:spMkLst>
            <pc:docMk/>
            <pc:sldMk cId="1400478623" sldId="416"/>
            <ac:spMk id="2" creationId="{86E928D2-8315-BB88-958A-9EA0420FAC1A}"/>
          </ac:spMkLst>
        </pc:spChg>
        <pc:spChg chg="mod">
          <ac:chgData name="KARTER MAKOTOWINGTIM WONG" userId="87f3421f-7e5f-4328-a49b-3eb6eaf73452" providerId="ADAL" clId="{0E0E7888-FCB6-49B9-A2EC-FF738E71E1C3}" dt="2025-06-15T23:55:25.850" v="2555" actId="14100"/>
          <ac:spMkLst>
            <pc:docMk/>
            <pc:sldMk cId="1400478623" sldId="416"/>
            <ac:spMk id="6" creationId="{161839BB-48EF-53A1-EF8B-35A6428115E6}"/>
          </ac:spMkLst>
        </pc:spChg>
      </pc:sldChg>
      <pc:sldChg chg="addSp modSp mod modShow modNotesTx">
        <pc:chgData name="KARTER MAKOTOWINGTIM WONG" userId="87f3421f-7e5f-4328-a49b-3eb6eaf73452" providerId="ADAL" clId="{0E0E7888-FCB6-49B9-A2EC-FF738E71E1C3}" dt="2025-06-09T07:31:01.404" v="2529" actId="729"/>
        <pc:sldMkLst>
          <pc:docMk/>
          <pc:sldMk cId="949119990" sldId="417"/>
        </pc:sldMkLst>
        <pc:spChg chg="mod">
          <ac:chgData name="KARTER MAKOTOWINGTIM WONG" userId="87f3421f-7e5f-4328-a49b-3eb6eaf73452" providerId="ADAL" clId="{0E0E7888-FCB6-49B9-A2EC-FF738E71E1C3}" dt="2025-06-09T06:19:22.871" v="1807" actId="1076"/>
          <ac:spMkLst>
            <pc:docMk/>
            <pc:sldMk cId="949119990" sldId="417"/>
            <ac:spMk id="5" creationId="{4E961818-BD2F-8070-AAFA-AC4DC712D870}"/>
          </ac:spMkLst>
        </pc:spChg>
        <pc:picChg chg="add mod">
          <ac:chgData name="KARTER MAKOTOWINGTIM WONG" userId="87f3421f-7e5f-4328-a49b-3eb6eaf73452" providerId="ADAL" clId="{0E0E7888-FCB6-49B9-A2EC-FF738E71E1C3}" dt="2025-06-09T06:32:16.726" v="1819" actId="1076"/>
          <ac:picMkLst>
            <pc:docMk/>
            <pc:sldMk cId="949119990" sldId="417"/>
            <ac:picMk id="6" creationId="{193B747C-8865-9635-102B-4C7882A41A1C}"/>
          </ac:picMkLst>
        </pc:picChg>
        <pc:picChg chg="add mod">
          <ac:chgData name="KARTER MAKOTOWINGTIM WONG" userId="87f3421f-7e5f-4328-a49b-3eb6eaf73452" providerId="ADAL" clId="{0E0E7888-FCB6-49B9-A2EC-FF738E71E1C3}" dt="2025-06-09T06:32:10.280" v="1816" actId="1076"/>
          <ac:picMkLst>
            <pc:docMk/>
            <pc:sldMk cId="949119990" sldId="417"/>
            <ac:picMk id="8" creationId="{C1F614B7-74A3-9308-392D-5E44DF9E4BE6}"/>
          </ac:picMkLst>
        </pc:picChg>
        <pc:picChg chg="add mod">
          <ac:chgData name="KARTER MAKOTOWINGTIM WONG" userId="87f3421f-7e5f-4328-a49b-3eb6eaf73452" providerId="ADAL" clId="{0E0E7888-FCB6-49B9-A2EC-FF738E71E1C3}" dt="2025-06-09T06:32:02.868" v="1812" actId="1076"/>
          <ac:picMkLst>
            <pc:docMk/>
            <pc:sldMk cId="949119990" sldId="417"/>
            <ac:picMk id="12" creationId="{7EBAAF02-C605-1CF9-2016-4A09460A9AC4}"/>
          </ac:picMkLst>
        </pc:picChg>
      </pc:sldChg>
      <pc:sldChg chg="addSp modSp mod modShow modNotesTx">
        <pc:chgData name="KARTER MAKOTOWINGTIM WONG" userId="87f3421f-7e5f-4328-a49b-3eb6eaf73452" providerId="ADAL" clId="{0E0E7888-FCB6-49B9-A2EC-FF738E71E1C3}" dt="2025-06-15T23:55:40.053" v="2560" actId="20577"/>
        <pc:sldMkLst>
          <pc:docMk/>
          <pc:sldMk cId="331761965" sldId="418"/>
        </pc:sldMkLst>
        <pc:spChg chg="mod">
          <ac:chgData name="KARTER MAKOTOWINGTIM WONG" userId="87f3421f-7e5f-4328-a49b-3eb6eaf73452" providerId="ADAL" clId="{0E0E7888-FCB6-49B9-A2EC-FF738E71E1C3}" dt="2025-06-15T23:55:40.053" v="2560" actId="20577"/>
          <ac:spMkLst>
            <pc:docMk/>
            <pc:sldMk cId="331761965" sldId="418"/>
            <ac:spMk id="2" creationId="{00D77160-451F-48D8-EDA1-92C4E1C039EE}"/>
          </ac:spMkLst>
        </pc:spChg>
        <pc:spChg chg="add mod">
          <ac:chgData name="KARTER MAKOTOWINGTIM WONG" userId="87f3421f-7e5f-4328-a49b-3eb6eaf73452" providerId="ADAL" clId="{0E0E7888-FCB6-49B9-A2EC-FF738E71E1C3}" dt="2025-06-09T05:40:51.360" v="1589" actId="5793"/>
          <ac:spMkLst>
            <pc:docMk/>
            <pc:sldMk cId="331761965" sldId="418"/>
            <ac:spMk id="3" creationId="{23DAE6F8-8C06-8B05-F522-8566F69D1617}"/>
          </ac:spMkLst>
        </pc:spChg>
        <pc:spChg chg="mod">
          <ac:chgData name="KARTER MAKOTOWINGTIM WONG" userId="87f3421f-7e5f-4328-a49b-3eb6eaf73452" providerId="ADAL" clId="{0E0E7888-FCB6-49B9-A2EC-FF738E71E1C3}" dt="2025-06-15T23:55:37.396" v="2558" actId="14100"/>
          <ac:spMkLst>
            <pc:docMk/>
            <pc:sldMk cId="331761965" sldId="418"/>
            <ac:spMk id="4" creationId="{17C1BF62-63DB-D834-28F0-A7D86F0B1B01}"/>
          </ac:spMkLst>
        </pc:spChg>
        <pc:spChg chg="add mod">
          <ac:chgData name="KARTER MAKOTOWINGTIM WONG" userId="87f3421f-7e5f-4328-a49b-3eb6eaf73452" providerId="ADAL" clId="{0E0E7888-FCB6-49B9-A2EC-FF738E71E1C3}" dt="2025-06-09T05:41:43.301" v="1663" actId="164"/>
          <ac:spMkLst>
            <pc:docMk/>
            <pc:sldMk cId="331761965" sldId="418"/>
            <ac:spMk id="14" creationId="{4F9DD91C-B276-6BBF-BB3D-8A83034B85CF}"/>
          </ac:spMkLst>
        </pc:spChg>
        <pc:grpChg chg="add mod">
          <ac:chgData name="KARTER MAKOTOWINGTIM WONG" userId="87f3421f-7e5f-4328-a49b-3eb6eaf73452" providerId="ADAL" clId="{0E0E7888-FCB6-49B9-A2EC-FF738E71E1C3}" dt="2025-06-09T05:41:43.301" v="1663" actId="164"/>
          <ac:grpSpMkLst>
            <pc:docMk/>
            <pc:sldMk cId="331761965" sldId="418"/>
            <ac:grpSpMk id="15" creationId="{055E48F3-891B-54BA-EEEE-6FC96ECAF185}"/>
          </ac:grpSpMkLst>
        </pc:grpChg>
        <pc:picChg chg="add mod">
          <ac:chgData name="KARTER MAKOTOWINGTIM WONG" userId="87f3421f-7e5f-4328-a49b-3eb6eaf73452" providerId="ADAL" clId="{0E0E7888-FCB6-49B9-A2EC-FF738E71E1C3}" dt="2025-06-09T05:41:43.301" v="1663" actId="164"/>
          <ac:picMkLst>
            <pc:docMk/>
            <pc:sldMk cId="331761965" sldId="418"/>
            <ac:picMk id="11" creationId="{D6AAD1B6-7D2C-5300-36B6-16D46811A697}"/>
          </ac:picMkLst>
        </pc:picChg>
      </pc:sldChg>
      <pc:sldChg chg="modSp mod modShow">
        <pc:chgData name="KARTER MAKOTOWINGTIM WONG" userId="87f3421f-7e5f-4328-a49b-3eb6eaf73452" providerId="ADAL" clId="{0E0E7888-FCB6-49B9-A2EC-FF738E71E1C3}" dt="2025-06-09T06:36:16.659" v="2070" actId="20577"/>
        <pc:sldMkLst>
          <pc:docMk/>
          <pc:sldMk cId="1408607455" sldId="419"/>
        </pc:sldMkLst>
        <pc:spChg chg="mod">
          <ac:chgData name="KARTER MAKOTOWINGTIM WONG" userId="87f3421f-7e5f-4328-a49b-3eb6eaf73452" providerId="ADAL" clId="{0E0E7888-FCB6-49B9-A2EC-FF738E71E1C3}" dt="2025-06-09T06:36:16.659" v="2070" actId="20577"/>
          <ac:spMkLst>
            <pc:docMk/>
            <pc:sldMk cId="1408607455" sldId="419"/>
            <ac:spMk id="3" creationId="{1E8F7B97-0873-2154-E95C-A6713EB28C1E}"/>
          </ac:spMkLst>
        </pc:spChg>
      </pc:sldChg>
      <pc:sldChg chg="addSp delSp modSp new mod modShow modNotesTx">
        <pc:chgData name="KARTER MAKOTOWINGTIM WONG" userId="87f3421f-7e5f-4328-a49b-3eb6eaf73452" providerId="ADAL" clId="{0E0E7888-FCB6-49B9-A2EC-FF738E71E1C3}" dt="2025-06-09T07:31:01.404" v="2529" actId="729"/>
        <pc:sldMkLst>
          <pc:docMk/>
          <pc:sldMk cId="1655346315" sldId="420"/>
        </pc:sldMkLst>
        <pc:spChg chg="add mod">
          <ac:chgData name="KARTER MAKOTOWINGTIM WONG" userId="87f3421f-7e5f-4328-a49b-3eb6eaf73452" providerId="ADAL" clId="{0E0E7888-FCB6-49B9-A2EC-FF738E71E1C3}" dt="2025-06-09T07:25:28.475" v="2528" actId="20577"/>
          <ac:spMkLst>
            <pc:docMk/>
            <pc:sldMk cId="1655346315" sldId="420"/>
            <ac:spMk id="6" creationId="{6AD838C1-9D54-BE55-E857-1791B2B2DF01}"/>
          </ac:spMkLst>
        </pc:spChg>
      </pc:sldChg>
      <pc:sldChg chg="modSp mod">
        <pc:chgData name="KARTER MAKOTOWINGTIM WONG" userId="87f3421f-7e5f-4328-a49b-3eb6eaf73452" providerId="ADAL" clId="{0E0E7888-FCB6-49B9-A2EC-FF738E71E1C3}" dt="2025-06-15T23:56:45.282" v="2580" actId="20577"/>
        <pc:sldMkLst>
          <pc:docMk/>
          <pc:sldMk cId="3194971168" sldId="421"/>
        </pc:sldMkLst>
        <pc:spChg chg="mod">
          <ac:chgData name="KARTER MAKOTOWINGTIM WONG" userId="87f3421f-7e5f-4328-a49b-3eb6eaf73452" providerId="ADAL" clId="{0E0E7888-FCB6-49B9-A2EC-FF738E71E1C3}" dt="2025-06-15T23:56:45.282" v="2580" actId="20577"/>
          <ac:spMkLst>
            <pc:docMk/>
            <pc:sldMk cId="3194971168" sldId="421"/>
            <ac:spMk id="2" creationId="{B6A6EDB7-FF4A-2B02-1A5C-C885188E4070}"/>
          </ac:spMkLst>
        </pc:spChg>
      </pc:sldChg>
      <pc:sldChg chg="modSp mod">
        <pc:chgData name="KARTER MAKOTOWINGTIM WONG" userId="87f3421f-7e5f-4328-a49b-3eb6eaf73452" providerId="ADAL" clId="{0E0E7888-FCB6-49B9-A2EC-FF738E71E1C3}" dt="2025-06-15T23:56:29.608" v="2574" actId="20577"/>
        <pc:sldMkLst>
          <pc:docMk/>
          <pc:sldMk cId="2145823957" sldId="422"/>
        </pc:sldMkLst>
        <pc:spChg chg="mod">
          <ac:chgData name="KARTER MAKOTOWINGTIM WONG" userId="87f3421f-7e5f-4328-a49b-3eb6eaf73452" providerId="ADAL" clId="{0E0E7888-FCB6-49B9-A2EC-FF738E71E1C3}" dt="2025-06-15T23:56:29.608" v="2574" actId="20577"/>
          <ac:spMkLst>
            <pc:docMk/>
            <pc:sldMk cId="2145823957" sldId="422"/>
            <ac:spMk id="15367" creationId="{3E0140CB-BFF4-BF7C-5DD6-7CCF5CD8821D}"/>
          </ac:spMkLst>
        </pc:spChg>
      </pc:sldChg>
      <pc:sldChg chg="modSp mod">
        <pc:chgData name="KARTER MAKOTOWINGTIM WONG" userId="87f3421f-7e5f-4328-a49b-3eb6eaf73452" providerId="ADAL" clId="{0E0E7888-FCB6-49B9-A2EC-FF738E71E1C3}" dt="2025-06-15T23:56:04.867" v="2568" actId="20577"/>
        <pc:sldMkLst>
          <pc:docMk/>
          <pc:sldMk cId="2281730913" sldId="423"/>
        </pc:sldMkLst>
        <pc:spChg chg="mod">
          <ac:chgData name="KARTER MAKOTOWINGTIM WONG" userId="87f3421f-7e5f-4328-a49b-3eb6eaf73452" providerId="ADAL" clId="{0E0E7888-FCB6-49B9-A2EC-FF738E71E1C3}" dt="2025-06-15T23:56:02.351" v="2566" actId="14100"/>
          <ac:spMkLst>
            <pc:docMk/>
            <pc:sldMk cId="2281730913" sldId="423"/>
            <ac:spMk id="4" creationId="{30DDBB21-6F51-009B-0FA4-6E70436DA73C}"/>
          </ac:spMkLst>
        </pc:spChg>
        <pc:spChg chg="mod">
          <ac:chgData name="KARTER MAKOTOWINGTIM WONG" userId="87f3421f-7e5f-4328-a49b-3eb6eaf73452" providerId="ADAL" clId="{0E0E7888-FCB6-49B9-A2EC-FF738E71E1C3}" dt="2025-06-15T23:56:04.867" v="2568" actId="20577"/>
          <ac:spMkLst>
            <pc:docMk/>
            <pc:sldMk cId="2281730913" sldId="423"/>
            <ac:spMk id="10244" creationId="{0FEF3C9E-5E59-2FFB-9D5D-D3974B9ADB0E}"/>
          </ac:spMkLst>
        </pc:spChg>
      </pc:sldChg>
      <pc:sldChg chg="modSp mod">
        <pc:chgData name="KARTER MAKOTOWINGTIM WONG" userId="87f3421f-7e5f-4328-a49b-3eb6eaf73452" providerId="ADAL" clId="{0E0E7888-FCB6-49B9-A2EC-FF738E71E1C3}" dt="2025-06-15T23:56:24.670" v="2573" actId="20577"/>
        <pc:sldMkLst>
          <pc:docMk/>
          <pc:sldMk cId="1783979972" sldId="424"/>
        </pc:sldMkLst>
        <pc:spChg chg="mod">
          <ac:chgData name="KARTER MAKOTOWINGTIM WONG" userId="87f3421f-7e5f-4328-a49b-3eb6eaf73452" providerId="ADAL" clId="{0E0E7888-FCB6-49B9-A2EC-FF738E71E1C3}" dt="2025-06-15T23:56:24.670" v="2573" actId="20577"/>
          <ac:spMkLst>
            <pc:docMk/>
            <pc:sldMk cId="1783979972" sldId="424"/>
            <ac:spMk id="12296" creationId="{17A48D73-E9B0-2A71-24D7-A194BC76979D}"/>
          </ac:spMkLst>
        </pc:spChg>
      </pc:sldChg>
    </pc:docChg>
  </pc:docChgLst>
  <pc:docChgLst>
    <pc:chgData name="KARTER MAKOTOWINGTIM WONG" userId="87f3421f-7e5f-4328-a49b-3eb6eaf73452" providerId="ADAL" clId="{17395FE7-C4D3-4270-BD34-C859292BF14A}"/>
    <pc:docChg chg="modSld sldOrd">
      <pc:chgData name="KARTER MAKOTOWINGTIM WONG" userId="87f3421f-7e5f-4328-a49b-3eb6eaf73452" providerId="ADAL" clId="{17395FE7-C4D3-4270-BD34-C859292BF14A}" dt="2025-06-16T04:47:56.400" v="15" actId="729"/>
      <pc:docMkLst>
        <pc:docMk/>
      </pc:docMkLst>
      <pc:sldChg chg="mod ord modShow">
        <pc:chgData name="KARTER MAKOTOWINGTIM WONG" userId="87f3421f-7e5f-4328-a49b-3eb6eaf73452" providerId="ADAL" clId="{17395FE7-C4D3-4270-BD34-C859292BF14A}" dt="2025-06-16T04:47:56.400" v="15" actId="729"/>
        <pc:sldMkLst>
          <pc:docMk/>
          <pc:sldMk cId="0" sldId="413"/>
        </pc:sldMkLst>
      </pc:sldChg>
      <pc:sldChg chg="modNotesTx">
        <pc:chgData name="KARTER MAKOTOWINGTIM WONG" userId="87f3421f-7e5f-4328-a49b-3eb6eaf73452" providerId="ADAL" clId="{17395FE7-C4D3-4270-BD34-C859292BF14A}" dt="2025-06-16T04:38:41.225" v="12" actId="20577"/>
        <pc:sldMkLst>
          <pc:docMk/>
          <pc:sldMk cId="1400478623" sldId="41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1E4203-2F25-469A-AD84-93C704A821F9}" type="doc">
      <dgm:prSet loTypeId="urn:microsoft.com/office/officeart/2005/8/layout/process1" loCatId="process" qsTypeId="urn:microsoft.com/office/officeart/2005/8/quickstyle/simple1" qsCatId="simple" csTypeId="urn:microsoft.com/office/officeart/2005/8/colors/accent1_2" csCatId="accent1" phldr="1"/>
      <dgm:spPr/>
    </dgm:pt>
    <dgm:pt modelId="{76F5D61F-F263-4731-A52A-507C3CDB3BD1}">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pPr>
        <a:solidFill>
          <a:schemeClr val="accent2"/>
        </a:solidFill>
        <a:ln>
          <a:solidFill>
            <a:schemeClr val="tx1"/>
          </a:solidFill>
        </a:ln>
      </dgm:spPr>
      <dgm:t>
        <a:bodyPr/>
        <a:lstStyle/>
        <a:p>
          <a:endParaRPr lang="en-US"/>
        </a:p>
      </dgm:t>
    </dgm:pt>
    <dgm:pt modelId="{E344FC80-6928-4ACB-B12B-E4A354D77215}">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Toolpath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pPr>
        <a:solidFill>
          <a:schemeClr val="accent2"/>
        </a:solidFill>
        <a:ln>
          <a:solidFill>
            <a:schemeClr val="tx1"/>
          </a:solidFill>
        </a:ln>
      </dgm:spPr>
      <dgm:t>
        <a:bodyPr/>
        <a:lstStyle/>
        <a:p>
          <a:endParaRPr lang="en-US"/>
        </a:p>
      </dgm:t>
    </dgm:pt>
    <dgm:pt modelId="{43B52AA3-6A08-4C37-A58E-FE973F9BCF28}">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pPr>
        <a:solidFill>
          <a:schemeClr val="accent2"/>
        </a:solidFill>
        <a:ln>
          <a:solidFill>
            <a:schemeClr val="tx1"/>
          </a:solidFill>
        </a:ln>
      </dgm:spPr>
      <dgm:t>
        <a:bodyPr/>
        <a:lstStyle/>
        <a:p>
          <a:endParaRPr lang="en-US"/>
        </a:p>
      </dgm:t>
    </dgm:pt>
    <dgm:pt modelId="{A5D737FA-0BDC-4528-BEDF-659F34732174}" type="pres">
      <dgm:prSet presAssocID="{DC1E4203-2F25-469A-AD84-93C704A821F9}" presName="Name0" presStyleCnt="0">
        <dgm:presLayoutVars>
          <dgm:dir/>
          <dgm:resizeHandles val="exact"/>
        </dgm:presLayoutVars>
      </dgm:prSet>
      <dgm:spPr/>
    </dgm:pt>
    <dgm:pt modelId="{AEA939FB-9639-455E-8AAA-68ADDF7B3028}" type="pres">
      <dgm:prSet presAssocID="{C0F6CAE2-9BB3-44E9-ABDE-374D8458DF07}" presName="node" presStyleLbl="node1" presStyleIdx="0" presStyleCnt="4">
        <dgm:presLayoutVars>
          <dgm:bulletEnabled val="1"/>
        </dgm:presLayoutVars>
      </dgm:prSet>
      <dgm:spPr/>
    </dgm:pt>
    <dgm:pt modelId="{796AB7A5-ACB5-4EC2-8C9A-07AE062A5B88}" type="pres">
      <dgm:prSet presAssocID="{F58268AD-A0A5-48AE-83C0-5DE3D09DC33D}" presName="sibTrans" presStyleLbl="sibTrans2D1" presStyleIdx="0" presStyleCnt="3"/>
      <dgm:spPr/>
    </dgm:pt>
    <dgm:pt modelId="{A821EC0C-94BC-4100-905B-335D2F96250B}" type="pres">
      <dgm:prSet presAssocID="{F58268AD-A0A5-48AE-83C0-5DE3D09DC33D}" presName="connectorText" presStyleLbl="sibTrans2D1" presStyleIdx="0" presStyleCnt="3"/>
      <dgm:spPr/>
    </dgm:pt>
    <dgm:pt modelId="{118C2573-48C0-4E40-9429-761A7853F569}" type="pres">
      <dgm:prSet presAssocID="{76F5D61F-F263-4731-A52A-507C3CDB3BD1}" presName="node" presStyleLbl="node1" presStyleIdx="1" presStyleCnt="4">
        <dgm:presLayoutVars>
          <dgm:bulletEnabled val="1"/>
        </dgm:presLayoutVars>
      </dgm:prSet>
      <dgm:spPr/>
    </dgm:pt>
    <dgm:pt modelId="{CCAD73D1-3F3B-44B5-92FD-FB5C8CC699EE}" type="pres">
      <dgm:prSet presAssocID="{395F6CBC-9FFF-4ADE-A582-299687868278}" presName="sibTrans" presStyleLbl="sibTrans2D1" presStyleIdx="1" presStyleCnt="3"/>
      <dgm:spPr/>
    </dgm:pt>
    <dgm:pt modelId="{5EA6E0CE-E23D-425E-8B81-055056CC4144}" type="pres">
      <dgm:prSet presAssocID="{395F6CBC-9FFF-4ADE-A582-299687868278}" presName="connectorText" presStyleLbl="sibTrans2D1" presStyleIdx="1" presStyleCnt="3"/>
      <dgm:spPr/>
    </dgm:pt>
    <dgm:pt modelId="{12BDA978-51CD-4342-B3DB-50EEA6F20091}" type="pres">
      <dgm:prSet presAssocID="{E344FC80-6928-4ACB-B12B-E4A354D77215}" presName="node" presStyleLbl="node1" presStyleIdx="2" presStyleCnt="4" custScaleX="101765">
        <dgm:presLayoutVars>
          <dgm:bulletEnabled val="1"/>
        </dgm:presLayoutVars>
      </dgm:prSet>
      <dgm:spPr/>
    </dgm:pt>
    <dgm:pt modelId="{39E365C3-EF61-48EB-9CAF-3106C0728B0C}" type="pres">
      <dgm:prSet presAssocID="{64840F78-449D-41BA-9202-C61C699FADD2}" presName="sibTrans" presStyleLbl="sibTrans2D1" presStyleIdx="2" presStyleCnt="3"/>
      <dgm:spPr/>
    </dgm:pt>
    <dgm:pt modelId="{859E1427-152B-408A-8295-9B7C24F3BF92}" type="pres">
      <dgm:prSet presAssocID="{64840F78-449D-41BA-9202-C61C699FADD2}" presName="connectorText" presStyleLbl="sibTrans2D1" presStyleIdx="2" presStyleCnt="3"/>
      <dgm:spPr/>
    </dgm:pt>
    <dgm:pt modelId="{9523F211-D72D-4F46-AE18-24C03FBBB474}" type="pres">
      <dgm:prSet presAssocID="{43B52AA3-6A08-4C37-A58E-FE973F9BCF28}" presName="node" presStyleLbl="node1" presStyleIdx="3" presStyleCnt="4">
        <dgm:presLayoutVars>
          <dgm:bulletEnabled val="1"/>
        </dgm:presLayoutVars>
      </dgm:prSet>
      <dgm:spPr/>
    </dgm:pt>
  </dgm:ptLst>
  <dgm:cxnLst>
    <dgm:cxn modelId="{5E565706-BE83-4F79-B9CD-54BC2878C58A}" type="presOf" srcId="{43B52AA3-6A08-4C37-A58E-FE973F9BCF28}" destId="{9523F211-D72D-4F46-AE18-24C03FBBB474}" srcOrd="0" destOrd="0" presId="urn:microsoft.com/office/officeart/2005/8/layout/process1"/>
    <dgm:cxn modelId="{296B670A-1984-413C-892E-8F01B187FF97}" type="presOf" srcId="{395F6CBC-9FFF-4ADE-A582-299687868278}" destId="{5EA6E0CE-E23D-425E-8B81-055056CC4144}" srcOrd="1" destOrd="0" presId="urn:microsoft.com/office/officeart/2005/8/layout/process1"/>
    <dgm:cxn modelId="{7D35FE0C-9B5E-47D9-8F1D-51B5C0818C25}" srcId="{DC1E4203-2F25-469A-AD84-93C704A821F9}" destId="{E344FC80-6928-4ACB-B12B-E4A354D77215}" srcOrd="2" destOrd="0" parTransId="{2DDE8F93-58B3-4A29-8FB0-3B4CE07391DE}" sibTransId="{64840F78-449D-41BA-9202-C61C699FADD2}"/>
    <dgm:cxn modelId="{5B2A9814-FB31-4C1D-821B-7B170CEE0B84}" type="presOf" srcId="{64840F78-449D-41BA-9202-C61C699FADD2}" destId="{39E365C3-EF61-48EB-9CAF-3106C0728B0C}" srcOrd="0" destOrd="0" presId="urn:microsoft.com/office/officeart/2005/8/layout/process1"/>
    <dgm:cxn modelId="{27ADA437-719F-4AEF-A17F-B33937FF4622}" srcId="{DC1E4203-2F25-469A-AD84-93C704A821F9}" destId="{76F5D61F-F263-4731-A52A-507C3CDB3BD1}" srcOrd="1" destOrd="0" parTransId="{41A845F6-1092-4459-A170-D41693D9897A}" sibTransId="{395F6CBC-9FFF-4ADE-A582-299687868278}"/>
    <dgm:cxn modelId="{70721438-E821-4AF5-BA71-66DFA794F9D5}" type="presOf" srcId="{C0F6CAE2-9BB3-44E9-ABDE-374D8458DF07}" destId="{AEA939FB-9639-455E-8AAA-68ADDF7B3028}" srcOrd="0" destOrd="0" presId="urn:microsoft.com/office/officeart/2005/8/layout/process1"/>
    <dgm:cxn modelId="{955DFB69-B817-40CB-8660-D4956D14819F}" type="presOf" srcId="{E344FC80-6928-4ACB-B12B-E4A354D77215}" destId="{12BDA978-51CD-4342-B3DB-50EEA6F20091}" srcOrd="0" destOrd="0" presId="urn:microsoft.com/office/officeart/2005/8/layout/process1"/>
    <dgm:cxn modelId="{F61B6B6B-D875-4097-8067-6EF6498997A4}" type="presOf" srcId="{76F5D61F-F263-4731-A52A-507C3CDB3BD1}" destId="{118C2573-48C0-4E40-9429-761A7853F569}" srcOrd="0" destOrd="0" presId="urn:microsoft.com/office/officeart/2005/8/layout/process1"/>
    <dgm:cxn modelId="{4BCDB86B-B2A6-43A6-9571-1336BFD2C0AC}" type="presOf" srcId="{F58268AD-A0A5-48AE-83C0-5DE3D09DC33D}" destId="{796AB7A5-ACB5-4EC2-8C9A-07AE062A5B88}" srcOrd="0" destOrd="0" presId="urn:microsoft.com/office/officeart/2005/8/layout/process1"/>
    <dgm:cxn modelId="{DE378250-D117-468D-A7BE-A61BE7743098}" type="presOf" srcId="{395F6CBC-9FFF-4ADE-A582-299687868278}" destId="{CCAD73D1-3F3B-44B5-92FD-FB5C8CC699EE}" srcOrd="0" destOrd="0" presId="urn:microsoft.com/office/officeart/2005/8/layout/process1"/>
    <dgm:cxn modelId="{2FCC1F7A-DA84-49A8-BC78-8158868D8B37}" type="presOf" srcId="{F58268AD-A0A5-48AE-83C0-5DE3D09DC33D}" destId="{A821EC0C-94BC-4100-905B-335D2F96250B}" srcOrd="1" destOrd="0" presId="urn:microsoft.com/office/officeart/2005/8/layout/process1"/>
    <dgm:cxn modelId="{D1F64193-6CF4-4FAF-8F09-91F6293D2BE5}" type="presOf" srcId="{64840F78-449D-41BA-9202-C61C699FADD2}" destId="{859E1427-152B-408A-8295-9B7C24F3BF92}" srcOrd="1" destOrd="0" presId="urn:microsoft.com/office/officeart/2005/8/layout/process1"/>
    <dgm:cxn modelId="{85DD3BCA-80F2-45C8-86FD-2E98B517AD5B}" srcId="{DC1E4203-2F25-469A-AD84-93C704A821F9}" destId="{C0F6CAE2-9BB3-44E9-ABDE-374D8458DF07}" srcOrd="0" destOrd="0" parTransId="{DC177591-FB84-4B6A-9BCD-26CCD59DD472}" sibTransId="{F58268AD-A0A5-48AE-83C0-5DE3D09DC33D}"/>
    <dgm:cxn modelId="{A1613FD4-A123-4C02-836B-B771AD9FC355}" type="presOf" srcId="{DC1E4203-2F25-469A-AD84-93C704A821F9}" destId="{A5D737FA-0BDC-4528-BEDF-659F34732174}" srcOrd="0" destOrd="0" presId="urn:microsoft.com/office/officeart/2005/8/layout/process1"/>
    <dgm:cxn modelId="{8BE381D6-D2B5-424C-BD92-61D4DDC17B62}" srcId="{DC1E4203-2F25-469A-AD84-93C704A821F9}" destId="{43B52AA3-6A08-4C37-A58E-FE973F9BCF28}" srcOrd="3" destOrd="0" parTransId="{07FA812C-9A84-47CA-A708-FE5DD758E0D9}" sibTransId="{1FF50BB0-F61B-4A08-9236-B6655BE89BFD}"/>
    <dgm:cxn modelId="{71277180-1138-4769-8B03-6C0F163D3184}" type="presParOf" srcId="{A5D737FA-0BDC-4528-BEDF-659F34732174}" destId="{AEA939FB-9639-455E-8AAA-68ADDF7B3028}" srcOrd="0" destOrd="0" presId="urn:microsoft.com/office/officeart/2005/8/layout/process1"/>
    <dgm:cxn modelId="{9529889B-5961-47CE-93F8-2F97BB4024B2}" type="presParOf" srcId="{A5D737FA-0BDC-4528-BEDF-659F34732174}" destId="{796AB7A5-ACB5-4EC2-8C9A-07AE062A5B88}" srcOrd="1" destOrd="0" presId="urn:microsoft.com/office/officeart/2005/8/layout/process1"/>
    <dgm:cxn modelId="{3CDCE3E8-EA4F-459B-BF5F-E1E535BDD8FF}" type="presParOf" srcId="{796AB7A5-ACB5-4EC2-8C9A-07AE062A5B88}" destId="{A821EC0C-94BC-4100-905B-335D2F96250B}" srcOrd="0" destOrd="0" presId="urn:microsoft.com/office/officeart/2005/8/layout/process1"/>
    <dgm:cxn modelId="{0D24E0B3-861A-4DF9-A313-BB0E80F613DD}" type="presParOf" srcId="{A5D737FA-0BDC-4528-BEDF-659F34732174}" destId="{118C2573-48C0-4E40-9429-761A7853F569}" srcOrd="2" destOrd="0" presId="urn:microsoft.com/office/officeart/2005/8/layout/process1"/>
    <dgm:cxn modelId="{C223C45B-0F50-4086-AAE8-64DA7D0FE54C}" type="presParOf" srcId="{A5D737FA-0BDC-4528-BEDF-659F34732174}" destId="{CCAD73D1-3F3B-44B5-92FD-FB5C8CC699EE}" srcOrd="3" destOrd="0" presId="urn:microsoft.com/office/officeart/2005/8/layout/process1"/>
    <dgm:cxn modelId="{5FEF117A-8534-4FA2-A2DA-A7B497264A99}" type="presParOf" srcId="{CCAD73D1-3F3B-44B5-92FD-FB5C8CC699EE}" destId="{5EA6E0CE-E23D-425E-8B81-055056CC4144}" srcOrd="0" destOrd="0" presId="urn:microsoft.com/office/officeart/2005/8/layout/process1"/>
    <dgm:cxn modelId="{803FEB64-2624-4E8B-A754-9168926B5D2E}" type="presParOf" srcId="{A5D737FA-0BDC-4528-BEDF-659F34732174}" destId="{12BDA978-51CD-4342-B3DB-50EEA6F20091}" srcOrd="4" destOrd="0" presId="urn:microsoft.com/office/officeart/2005/8/layout/process1"/>
    <dgm:cxn modelId="{806D633B-6B8D-4AD8-88C2-85BC4156AFC0}" type="presParOf" srcId="{A5D737FA-0BDC-4528-BEDF-659F34732174}" destId="{39E365C3-EF61-48EB-9CAF-3106C0728B0C}" srcOrd="5" destOrd="0" presId="urn:microsoft.com/office/officeart/2005/8/layout/process1"/>
    <dgm:cxn modelId="{F82A9216-B302-4CF5-AF08-F39E6E7D905E}" type="presParOf" srcId="{39E365C3-EF61-48EB-9CAF-3106C0728B0C}" destId="{859E1427-152B-408A-8295-9B7C24F3BF92}" srcOrd="0" destOrd="0" presId="urn:microsoft.com/office/officeart/2005/8/layout/process1"/>
    <dgm:cxn modelId="{92D33B18-CE5B-45DD-80C6-702DD719A639}" type="presParOf" srcId="{A5D737FA-0BDC-4528-BEDF-659F34732174}" destId="{9523F211-D72D-4F46-AE18-24C03FBBB474}"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C1E4203-2F25-469A-AD84-93C704A821F9}"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B892729B-4C15-4196-8B1E-6FD108E8A5CD}">
      <dgm:prSet custT="1"/>
      <dgm:spPr>
        <a:solidFill>
          <a:schemeClr val="accent6"/>
        </a:solidFill>
      </dgm:spPr>
      <dgm:t>
        <a:bodyPr/>
        <a:lstStyle/>
        <a:p>
          <a:pPr algn="ctr">
            <a:buFont typeface="Times New Roman" panose="02020603050405020304" pitchFamily="18" charset="0"/>
            <a:buChar char="•"/>
          </a:pPr>
          <a:r>
            <a:rPr lang="en-US" sz="2000" b="1"/>
            <a:t>STL Loading Method</a:t>
          </a:r>
        </a:p>
      </dgm:t>
    </dgm:pt>
    <dgm:pt modelId="{15B019A9-CD34-46CE-8659-F357107A3D00}" type="parTrans" cxnId="{798038FD-4CD1-4105-9308-9BC2449ECA7E}">
      <dgm:prSet/>
      <dgm:spPr/>
      <dgm:t>
        <a:bodyPr/>
        <a:lstStyle/>
        <a:p>
          <a:endParaRPr lang="en-US"/>
        </a:p>
      </dgm:t>
    </dgm:pt>
    <dgm:pt modelId="{7A18A6E0-4A15-49F1-A68D-84E6709BBFEF}" type="sibTrans" cxnId="{798038FD-4CD1-4105-9308-9BC2449ECA7E}">
      <dgm:prSet/>
      <dgm:spPr/>
      <dgm:t>
        <a:bodyPr/>
        <a:lstStyle/>
        <a:p>
          <a:endParaRPr lang="en-US"/>
        </a:p>
      </dgm:t>
    </dgm:pt>
    <dgm:pt modelId="{0997DF1D-FE40-4B2C-8218-979F72A194EE}">
      <dgm:prSet custT="1"/>
      <dgm:spPr>
        <a:solidFill>
          <a:schemeClr val="accent6"/>
        </a:solidFill>
      </dgm:spPr>
      <dgm:t>
        <a:bodyPr/>
        <a:lstStyle/>
        <a:p>
          <a:pPr algn="ctr">
            <a:buFont typeface="Times New Roman" panose="02020603050405020304" pitchFamily="18" charset="0"/>
            <a:buChar char="•"/>
          </a:pPr>
          <a:r>
            <a:rPr lang="en-US" sz="2000" b="1"/>
            <a:t>Point Processing and Filtering</a:t>
          </a:r>
        </a:p>
      </dgm:t>
    </dgm:pt>
    <dgm:pt modelId="{ED422DF3-1AFB-4361-A328-6539A12C00E3}" type="parTrans" cxnId="{A823B103-6ACB-480E-BDCB-D202770D3141}">
      <dgm:prSet/>
      <dgm:spPr/>
      <dgm:t>
        <a:bodyPr/>
        <a:lstStyle/>
        <a:p>
          <a:endParaRPr lang="en-US"/>
        </a:p>
      </dgm:t>
    </dgm:pt>
    <dgm:pt modelId="{0BDB303A-0745-4418-82F7-034D6438582D}" type="sibTrans" cxnId="{A823B103-6ACB-480E-BDCB-D202770D3141}">
      <dgm:prSet/>
      <dgm:spPr/>
      <dgm:t>
        <a:bodyPr/>
        <a:lstStyle/>
        <a:p>
          <a:endParaRPr lang="en-US"/>
        </a:p>
      </dgm:t>
    </dgm:pt>
    <dgm:pt modelId="{B5F76E07-8B3D-4470-A0E1-78DD5420D43A}">
      <dgm:prSet custT="1"/>
      <dgm:spPr>
        <a:solidFill>
          <a:schemeClr val="accent6"/>
        </a:solidFill>
      </dgm:spPr>
      <dgm:t>
        <a:bodyPr/>
        <a:lstStyle/>
        <a:p>
          <a:pPr algn="ctr">
            <a:buFont typeface="Times New Roman" panose="02020603050405020304" pitchFamily="18" charset="0"/>
            <a:buChar char="•"/>
          </a:pPr>
          <a:r>
            <a:rPr lang="en-US" sz="2000" b="1"/>
            <a:t>Layer Identification</a:t>
          </a:r>
        </a:p>
      </dgm:t>
    </dgm:pt>
    <dgm:pt modelId="{55192316-2BD6-4277-991F-3EDCB121EA6E}" type="parTrans" cxnId="{C6B94558-87FD-4540-B2DE-C2FE46046286}">
      <dgm:prSet/>
      <dgm:spPr/>
      <dgm:t>
        <a:bodyPr/>
        <a:lstStyle/>
        <a:p>
          <a:endParaRPr lang="en-US"/>
        </a:p>
      </dgm:t>
    </dgm:pt>
    <dgm:pt modelId="{CD9096B0-D28B-4363-85A4-C5BD32B1DCD6}" type="sibTrans" cxnId="{C6B94558-87FD-4540-B2DE-C2FE46046286}">
      <dgm:prSet/>
      <dgm:spPr/>
      <dgm:t>
        <a:bodyPr/>
        <a:lstStyle/>
        <a:p>
          <a:endParaRPr lang="en-US"/>
        </a:p>
      </dgm:t>
    </dgm:pt>
    <dgm:pt modelId="{23BA9E18-F353-48EB-A0B1-E077B30F2C10}">
      <dgm:prSet custT="1"/>
      <dgm:spPr>
        <a:solidFill>
          <a:schemeClr val="accent6"/>
        </a:solidFill>
      </dgm:spPr>
      <dgm:t>
        <a:bodyPr/>
        <a:lstStyle/>
        <a:p>
          <a:pPr algn="ctr">
            <a:buFont typeface="Times New Roman" panose="02020603050405020304" pitchFamily="18" charset="0"/>
            <a:buChar char="•"/>
          </a:pPr>
          <a:r>
            <a:rPr lang="en-US" sz="2000" b="1"/>
            <a:t>Per-Layer Path Generation</a:t>
          </a:r>
        </a:p>
      </dgm:t>
    </dgm:pt>
    <dgm:pt modelId="{C1EA08C9-CF45-4F5F-9B5D-192BA40BD79C}" type="parTrans" cxnId="{44DA2BE0-C1AB-40A8-B0AA-C9645B75C8DC}">
      <dgm:prSet/>
      <dgm:spPr/>
      <dgm:t>
        <a:bodyPr/>
        <a:lstStyle/>
        <a:p>
          <a:endParaRPr lang="en-US"/>
        </a:p>
      </dgm:t>
    </dgm:pt>
    <dgm:pt modelId="{C96F307A-7D37-47D1-A818-BC9B7EB02FB0}" type="sibTrans" cxnId="{44DA2BE0-C1AB-40A8-B0AA-C9645B75C8DC}">
      <dgm:prSet/>
      <dgm:spPr/>
      <dgm:t>
        <a:bodyPr/>
        <a:lstStyle/>
        <a:p>
          <a:endParaRPr lang="en-US"/>
        </a:p>
      </dgm:t>
    </dgm:pt>
    <dgm:pt modelId="{360DAD67-C7EE-4494-ADBC-B148007C816E}">
      <dgm:prSet custT="1"/>
      <dgm:spPr>
        <a:solidFill>
          <a:schemeClr val="accent6"/>
        </a:solidFill>
      </dgm:spPr>
      <dgm:t>
        <a:bodyPr/>
        <a:lstStyle/>
        <a:p>
          <a:pPr algn="ctr">
            <a:buFont typeface="Times New Roman" panose="02020603050405020304" pitchFamily="18" charset="0"/>
            <a:buChar char="•"/>
          </a:pPr>
          <a:r>
            <a:rPr lang="en-US" sz="2000" b="1"/>
            <a:t>Path Ordering and Connection</a:t>
          </a:r>
        </a:p>
      </dgm:t>
    </dgm:pt>
    <dgm:pt modelId="{1D9F4282-2E68-4725-8E2A-F30CD581E8E4}" type="parTrans" cxnId="{B1FC2494-9CB5-4D65-90AD-FAD9743D1602}">
      <dgm:prSet/>
      <dgm:spPr/>
      <dgm:t>
        <a:bodyPr/>
        <a:lstStyle/>
        <a:p>
          <a:endParaRPr lang="en-US"/>
        </a:p>
      </dgm:t>
    </dgm:pt>
    <dgm:pt modelId="{3177AE44-7D57-4235-800C-9E1E6AC20D4D}" type="sibTrans" cxnId="{B1FC2494-9CB5-4D65-90AD-FAD9743D1602}">
      <dgm:prSet/>
      <dgm:spPr/>
      <dgm:t>
        <a:bodyPr/>
        <a:lstStyle/>
        <a:p>
          <a:endParaRPr lang="en-US"/>
        </a:p>
      </dgm:t>
    </dgm:pt>
    <dgm:pt modelId="{5FC90942-015F-444A-A02B-46F4A0ED85B6}">
      <dgm:prSet custT="1"/>
      <dgm:spPr>
        <a:solidFill>
          <a:schemeClr val="accent6"/>
        </a:solidFill>
      </dgm:spPr>
      <dgm:t>
        <a:bodyPr/>
        <a:lstStyle/>
        <a:p>
          <a:pPr algn="ctr">
            <a:buFont typeface="Times New Roman" panose="02020603050405020304" pitchFamily="18" charset="0"/>
            <a:buChar char="•"/>
          </a:pPr>
          <a:r>
            <a:rPr lang="en-US" sz="2000" b="1"/>
            <a:t>G-Code Generation </a:t>
          </a:r>
        </a:p>
      </dgm:t>
    </dgm:pt>
    <dgm:pt modelId="{CD918696-4265-46A3-92A1-2A0D9605A4B7}" type="parTrans" cxnId="{90CD7892-D2D0-4BFF-818B-15C6B59E63BE}">
      <dgm:prSet/>
      <dgm:spPr/>
      <dgm:t>
        <a:bodyPr/>
        <a:lstStyle/>
        <a:p>
          <a:endParaRPr lang="en-US"/>
        </a:p>
      </dgm:t>
    </dgm:pt>
    <dgm:pt modelId="{604AEB62-F22E-4D7E-9EC0-FCDB73410685}" type="sibTrans" cxnId="{90CD7892-D2D0-4BFF-818B-15C6B59E63BE}">
      <dgm:prSet/>
      <dgm:spPr/>
      <dgm:t>
        <a:bodyPr/>
        <a:lstStyle/>
        <a:p>
          <a:endParaRPr lang="en-US"/>
        </a:p>
      </dgm:t>
    </dgm:pt>
    <dgm:pt modelId="{DC5F4DC1-D373-4A9B-BDE5-C463A2109FB0}">
      <dgm:prSet custT="1"/>
      <dgm:spPr>
        <a:solidFill>
          <a:schemeClr val="accent6"/>
        </a:solidFill>
      </dgm:spPr>
      <dgm:t>
        <a:bodyPr/>
        <a:lstStyle/>
        <a:p>
          <a:pPr algn="ctr">
            <a:buFont typeface="Times New Roman" panose="02020603050405020304" pitchFamily="18" charset="0"/>
            <a:buChar char="•"/>
          </a:pPr>
          <a:r>
            <a:rPr lang="en-US" sz="2000" b="1"/>
            <a:t>Configurability</a:t>
          </a:r>
        </a:p>
      </dgm:t>
    </dgm:pt>
    <dgm:pt modelId="{60D451CB-9689-4F6B-B814-EEE9AC7EA463}" type="parTrans" cxnId="{7810032D-E872-4B06-B315-525B42C7B176}">
      <dgm:prSet/>
      <dgm:spPr/>
      <dgm:t>
        <a:bodyPr/>
        <a:lstStyle/>
        <a:p>
          <a:endParaRPr lang="en-US"/>
        </a:p>
      </dgm:t>
    </dgm:pt>
    <dgm:pt modelId="{0B2FFF0E-84C1-4C41-BF7B-E795E51925F6}" type="sibTrans" cxnId="{7810032D-E872-4B06-B315-525B42C7B176}">
      <dgm:prSet/>
      <dgm:spPr/>
      <dgm:t>
        <a:bodyPr/>
        <a:lstStyle/>
        <a:p>
          <a:endParaRPr lang="en-US"/>
        </a:p>
      </dgm:t>
    </dgm:pt>
    <dgm:pt modelId="{970C2271-16F0-4826-85B8-09AB31B39328}">
      <dgm:prSet custT="1"/>
      <dgm:spPr>
        <a:solidFill>
          <a:schemeClr val="accent6"/>
        </a:solidFill>
      </dgm:spPr>
      <dgm:t>
        <a:bodyPr/>
        <a:lstStyle/>
        <a:p>
          <a:pPr algn="ctr">
            <a:buFont typeface="Times New Roman" panose="02020603050405020304" pitchFamily="18" charset="0"/>
            <a:buChar char="•"/>
          </a:pPr>
          <a:r>
            <a:rPr lang="en-US" sz="2000" b="1"/>
            <a:t>Output Precision and Rounding</a:t>
          </a:r>
        </a:p>
      </dgm:t>
    </dgm:pt>
    <dgm:pt modelId="{3A956EB9-DEC6-4CEC-B2B7-10A45FB49116}" type="parTrans" cxnId="{8AEFD804-5ED6-49EC-B813-70153C76F3CA}">
      <dgm:prSet/>
      <dgm:spPr/>
      <dgm:t>
        <a:bodyPr/>
        <a:lstStyle/>
        <a:p>
          <a:endParaRPr lang="en-US"/>
        </a:p>
      </dgm:t>
    </dgm:pt>
    <dgm:pt modelId="{53297DDE-1DAA-459D-87E2-FB03584E2490}" type="sibTrans" cxnId="{8AEFD804-5ED6-49EC-B813-70153C76F3CA}">
      <dgm:prSet/>
      <dgm:spPr/>
      <dgm:t>
        <a:bodyPr/>
        <a:lstStyle/>
        <a:p>
          <a:endParaRPr lang="en-US"/>
        </a:p>
      </dgm:t>
    </dgm:pt>
    <dgm:pt modelId="{A9736AD0-2AD1-418D-827A-786E00578488}">
      <dgm:prSet custT="1"/>
      <dgm:spPr>
        <a:solidFill>
          <a:schemeClr val="accent6"/>
        </a:solidFill>
      </dgm:spPr>
      <dgm:t>
        <a:bodyPr/>
        <a:lstStyle/>
        <a:p>
          <a:pPr algn="ctr">
            <a:buFont typeface="Times New Roman" panose="02020603050405020304" pitchFamily="18" charset="0"/>
            <a:buChar char="•"/>
          </a:pPr>
          <a:r>
            <a:rPr lang="en-US" sz="2000" b="1"/>
            <a:t>Offsets and Adjustments </a:t>
          </a:r>
        </a:p>
      </dgm:t>
    </dgm:pt>
    <dgm:pt modelId="{CC1E3CFE-FF1F-4196-B0C5-C032A22C6C1A}" type="parTrans" cxnId="{39EC901E-21B6-406E-B824-A642C11C1D34}">
      <dgm:prSet/>
      <dgm:spPr/>
      <dgm:t>
        <a:bodyPr/>
        <a:lstStyle/>
        <a:p>
          <a:endParaRPr lang="en-US"/>
        </a:p>
      </dgm:t>
    </dgm:pt>
    <dgm:pt modelId="{464B068D-A9AF-4E7F-950B-C6EC1C75E632}" type="sibTrans" cxnId="{39EC901E-21B6-406E-B824-A642C11C1D34}">
      <dgm:prSet/>
      <dgm:spPr/>
      <dgm:t>
        <a:bodyPr/>
        <a:lstStyle/>
        <a:p>
          <a:endParaRPr lang="en-US"/>
        </a:p>
      </dgm:t>
    </dgm:pt>
    <dgm:pt modelId="{1B6FA07A-A348-4882-BBAB-0B1400D9303C}" type="pres">
      <dgm:prSet presAssocID="{DC1E4203-2F25-469A-AD84-93C704A821F9}" presName="diagram" presStyleCnt="0">
        <dgm:presLayoutVars>
          <dgm:dir/>
          <dgm:resizeHandles val="exact"/>
        </dgm:presLayoutVars>
      </dgm:prSet>
      <dgm:spPr/>
    </dgm:pt>
    <dgm:pt modelId="{10876066-D232-43D7-A109-99513F08741E}" type="pres">
      <dgm:prSet presAssocID="{B892729B-4C15-4196-8B1E-6FD108E8A5CD}" presName="node" presStyleLbl="node1" presStyleIdx="0" presStyleCnt="9" custScaleX="791498" custScaleY="795064">
        <dgm:presLayoutVars>
          <dgm:bulletEnabled val="1"/>
        </dgm:presLayoutVars>
      </dgm:prSet>
      <dgm:spPr/>
    </dgm:pt>
    <dgm:pt modelId="{F53D35F2-04E2-465C-9618-9311C222DE1B}" type="pres">
      <dgm:prSet presAssocID="{7A18A6E0-4A15-49F1-A68D-84E6709BBFEF}" presName="sibTrans" presStyleCnt="0"/>
      <dgm:spPr/>
    </dgm:pt>
    <dgm:pt modelId="{FEC7EE8C-942D-4682-9FBE-DEBF0ED526F6}" type="pres">
      <dgm:prSet presAssocID="{0997DF1D-FE40-4B2C-8218-979F72A194EE}" presName="node" presStyleLbl="node1" presStyleIdx="1" presStyleCnt="9" custScaleX="791498" custScaleY="811045">
        <dgm:presLayoutVars>
          <dgm:bulletEnabled val="1"/>
        </dgm:presLayoutVars>
      </dgm:prSet>
      <dgm:spPr/>
    </dgm:pt>
    <dgm:pt modelId="{C673985A-5ED8-45DC-9094-CE7CB0775FBA}" type="pres">
      <dgm:prSet presAssocID="{0BDB303A-0745-4418-82F7-034D6438582D}" presName="sibTrans" presStyleCnt="0"/>
      <dgm:spPr/>
    </dgm:pt>
    <dgm:pt modelId="{C174CE73-EA12-409F-9DAE-7745398C2341}" type="pres">
      <dgm:prSet presAssocID="{B5F76E07-8B3D-4470-A0E1-78DD5420D43A}" presName="node" presStyleLbl="node1" presStyleIdx="2" presStyleCnt="9" custScaleX="791498" custScaleY="811045">
        <dgm:presLayoutVars>
          <dgm:bulletEnabled val="1"/>
        </dgm:presLayoutVars>
      </dgm:prSet>
      <dgm:spPr/>
    </dgm:pt>
    <dgm:pt modelId="{78064D49-74A5-4AAB-A578-B021ACC8A550}" type="pres">
      <dgm:prSet presAssocID="{CD9096B0-D28B-4363-85A4-C5BD32B1DCD6}" presName="sibTrans" presStyleCnt="0"/>
      <dgm:spPr/>
    </dgm:pt>
    <dgm:pt modelId="{76B1A383-3A53-47A8-A61F-A6FD28C04CBE}" type="pres">
      <dgm:prSet presAssocID="{23BA9E18-F353-48EB-A0B1-E077B30F2C10}" presName="node" presStyleLbl="node1" presStyleIdx="3" presStyleCnt="9" custScaleX="791498" custScaleY="811045">
        <dgm:presLayoutVars>
          <dgm:bulletEnabled val="1"/>
        </dgm:presLayoutVars>
      </dgm:prSet>
      <dgm:spPr/>
    </dgm:pt>
    <dgm:pt modelId="{F679826D-ABF0-4D4A-B6B1-74DFE714CDA1}" type="pres">
      <dgm:prSet presAssocID="{C96F307A-7D37-47D1-A818-BC9B7EB02FB0}" presName="sibTrans" presStyleCnt="0"/>
      <dgm:spPr/>
    </dgm:pt>
    <dgm:pt modelId="{0366AA8E-7563-4456-8D55-3E328D0219C0}" type="pres">
      <dgm:prSet presAssocID="{970C2271-16F0-4826-85B8-09AB31B39328}" presName="node" presStyleLbl="node1" presStyleIdx="4" presStyleCnt="9" custScaleX="791498" custScaleY="811045">
        <dgm:presLayoutVars>
          <dgm:bulletEnabled val="1"/>
        </dgm:presLayoutVars>
      </dgm:prSet>
      <dgm:spPr/>
    </dgm:pt>
    <dgm:pt modelId="{70854668-CB20-482B-B58B-CDE6DBC1B56C}" type="pres">
      <dgm:prSet presAssocID="{53297DDE-1DAA-459D-87E2-FB03584E2490}" presName="sibTrans" presStyleCnt="0"/>
      <dgm:spPr/>
    </dgm:pt>
    <dgm:pt modelId="{2C48D448-E449-46EB-B9EB-01A1490F81A2}" type="pres">
      <dgm:prSet presAssocID="{360DAD67-C7EE-4494-ADBC-B148007C816E}" presName="node" presStyleLbl="node1" presStyleIdx="5" presStyleCnt="9" custScaleX="791498" custScaleY="811045">
        <dgm:presLayoutVars>
          <dgm:bulletEnabled val="1"/>
        </dgm:presLayoutVars>
      </dgm:prSet>
      <dgm:spPr/>
    </dgm:pt>
    <dgm:pt modelId="{2A92DF27-9EE5-4AA6-8B2B-2AA74ECC3FA8}" type="pres">
      <dgm:prSet presAssocID="{3177AE44-7D57-4235-800C-9E1E6AC20D4D}" presName="sibTrans" presStyleCnt="0"/>
      <dgm:spPr/>
    </dgm:pt>
    <dgm:pt modelId="{B901B163-4141-4DFF-97C5-FE65CC0EBADA}" type="pres">
      <dgm:prSet presAssocID="{A9736AD0-2AD1-418D-827A-786E00578488}" presName="node" presStyleLbl="node1" presStyleIdx="6" presStyleCnt="9" custScaleX="791498" custScaleY="811045">
        <dgm:presLayoutVars>
          <dgm:bulletEnabled val="1"/>
        </dgm:presLayoutVars>
      </dgm:prSet>
      <dgm:spPr/>
    </dgm:pt>
    <dgm:pt modelId="{D2465D83-CF10-498C-89DE-E96A2B1AF511}" type="pres">
      <dgm:prSet presAssocID="{464B068D-A9AF-4E7F-950B-C6EC1C75E632}" presName="sibTrans" presStyleCnt="0"/>
      <dgm:spPr/>
    </dgm:pt>
    <dgm:pt modelId="{537F88F2-AE08-4BDC-85D7-EC453405A087}" type="pres">
      <dgm:prSet presAssocID="{5FC90942-015F-444A-A02B-46F4A0ED85B6}" presName="node" presStyleLbl="node1" presStyleIdx="7" presStyleCnt="9" custScaleX="791498" custScaleY="811045">
        <dgm:presLayoutVars>
          <dgm:bulletEnabled val="1"/>
        </dgm:presLayoutVars>
      </dgm:prSet>
      <dgm:spPr/>
    </dgm:pt>
    <dgm:pt modelId="{EBB8ED1E-0242-452C-A73E-EDF272CC0E91}" type="pres">
      <dgm:prSet presAssocID="{604AEB62-F22E-4D7E-9EC0-FCDB73410685}" presName="sibTrans" presStyleCnt="0"/>
      <dgm:spPr/>
    </dgm:pt>
    <dgm:pt modelId="{CF3B23E7-51E2-4A49-A77F-24E0A4BF1A4F}" type="pres">
      <dgm:prSet presAssocID="{DC5F4DC1-D373-4A9B-BDE5-C463A2109FB0}" presName="node" presStyleLbl="node1" presStyleIdx="8" presStyleCnt="9" custScaleX="791498" custScaleY="811045">
        <dgm:presLayoutVars>
          <dgm:bulletEnabled val="1"/>
        </dgm:presLayoutVars>
      </dgm:prSet>
      <dgm:spPr/>
    </dgm:pt>
  </dgm:ptLst>
  <dgm:cxnLst>
    <dgm:cxn modelId="{347D4E03-C2C4-43E1-A12B-613E815B13B3}" type="presOf" srcId="{A9736AD0-2AD1-418D-827A-786E00578488}" destId="{B901B163-4141-4DFF-97C5-FE65CC0EBADA}" srcOrd="0" destOrd="0" presId="urn:microsoft.com/office/officeart/2005/8/layout/default"/>
    <dgm:cxn modelId="{A823B103-6ACB-480E-BDCB-D202770D3141}" srcId="{DC1E4203-2F25-469A-AD84-93C704A821F9}" destId="{0997DF1D-FE40-4B2C-8218-979F72A194EE}" srcOrd="1" destOrd="0" parTransId="{ED422DF3-1AFB-4361-A328-6539A12C00E3}" sibTransId="{0BDB303A-0745-4418-82F7-034D6438582D}"/>
    <dgm:cxn modelId="{8AEFD804-5ED6-49EC-B813-70153C76F3CA}" srcId="{DC1E4203-2F25-469A-AD84-93C704A821F9}" destId="{970C2271-16F0-4826-85B8-09AB31B39328}" srcOrd="4" destOrd="0" parTransId="{3A956EB9-DEC6-4CEC-B2B7-10A45FB49116}" sibTransId="{53297DDE-1DAA-459D-87E2-FB03584E2490}"/>
    <dgm:cxn modelId="{64089307-F6A6-4E51-8118-ACA40CE60F32}" type="presOf" srcId="{DC1E4203-2F25-469A-AD84-93C704A821F9}" destId="{1B6FA07A-A348-4882-BBAB-0B1400D9303C}" srcOrd="0" destOrd="0" presId="urn:microsoft.com/office/officeart/2005/8/layout/default"/>
    <dgm:cxn modelId="{8D35530C-D2CC-48F0-93B6-77120BB8A240}" type="presOf" srcId="{23BA9E18-F353-48EB-A0B1-E077B30F2C10}" destId="{76B1A383-3A53-47A8-A61F-A6FD28C04CBE}" srcOrd="0" destOrd="0" presId="urn:microsoft.com/office/officeart/2005/8/layout/default"/>
    <dgm:cxn modelId="{39EC901E-21B6-406E-B824-A642C11C1D34}" srcId="{DC1E4203-2F25-469A-AD84-93C704A821F9}" destId="{A9736AD0-2AD1-418D-827A-786E00578488}" srcOrd="6" destOrd="0" parTransId="{CC1E3CFE-FF1F-4196-B0C5-C032A22C6C1A}" sibTransId="{464B068D-A9AF-4E7F-950B-C6EC1C75E632}"/>
    <dgm:cxn modelId="{1EEA7827-ED1D-4D79-AFE5-3B9AE5595137}" type="presOf" srcId="{DC5F4DC1-D373-4A9B-BDE5-C463A2109FB0}" destId="{CF3B23E7-51E2-4A49-A77F-24E0A4BF1A4F}" srcOrd="0" destOrd="0" presId="urn:microsoft.com/office/officeart/2005/8/layout/default"/>
    <dgm:cxn modelId="{7810032D-E872-4B06-B315-525B42C7B176}" srcId="{DC1E4203-2F25-469A-AD84-93C704A821F9}" destId="{DC5F4DC1-D373-4A9B-BDE5-C463A2109FB0}" srcOrd="8" destOrd="0" parTransId="{60D451CB-9689-4F6B-B814-EEE9AC7EA463}" sibTransId="{0B2FFF0E-84C1-4C41-BF7B-E795E51925F6}"/>
    <dgm:cxn modelId="{2E6F516E-1D36-4F87-94B3-7D6FA26A8232}" type="presOf" srcId="{B5F76E07-8B3D-4470-A0E1-78DD5420D43A}" destId="{C174CE73-EA12-409F-9DAE-7745398C2341}" srcOrd="0" destOrd="0" presId="urn:microsoft.com/office/officeart/2005/8/layout/default"/>
    <dgm:cxn modelId="{A691EE4E-69CC-40E2-88A5-FD8F25BD9D36}" type="presOf" srcId="{360DAD67-C7EE-4494-ADBC-B148007C816E}" destId="{2C48D448-E449-46EB-B9EB-01A1490F81A2}" srcOrd="0" destOrd="0" presId="urn:microsoft.com/office/officeart/2005/8/layout/default"/>
    <dgm:cxn modelId="{7628A051-962D-42EA-9E39-856A695D2076}" type="presOf" srcId="{970C2271-16F0-4826-85B8-09AB31B39328}" destId="{0366AA8E-7563-4456-8D55-3E328D0219C0}" srcOrd="0" destOrd="0" presId="urn:microsoft.com/office/officeart/2005/8/layout/default"/>
    <dgm:cxn modelId="{FBAFA571-52EF-4B15-ABB3-CE06EFC8F802}" type="presOf" srcId="{5FC90942-015F-444A-A02B-46F4A0ED85B6}" destId="{537F88F2-AE08-4BDC-85D7-EC453405A087}" srcOrd="0" destOrd="0" presId="urn:microsoft.com/office/officeart/2005/8/layout/default"/>
    <dgm:cxn modelId="{B5FBB375-9C23-40F4-9487-84A6595FDFA5}" type="presOf" srcId="{0997DF1D-FE40-4B2C-8218-979F72A194EE}" destId="{FEC7EE8C-942D-4682-9FBE-DEBF0ED526F6}" srcOrd="0" destOrd="0" presId="urn:microsoft.com/office/officeart/2005/8/layout/default"/>
    <dgm:cxn modelId="{C6B94558-87FD-4540-B2DE-C2FE46046286}" srcId="{DC1E4203-2F25-469A-AD84-93C704A821F9}" destId="{B5F76E07-8B3D-4470-A0E1-78DD5420D43A}" srcOrd="2" destOrd="0" parTransId="{55192316-2BD6-4277-991F-3EDCB121EA6E}" sibTransId="{CD9096B0-D28B-4363-85A4-C5BD32B1DCD6}"/>
    <dgm:cxn modelId="{90CD7892-D2D0-4BFF-818B-15C6B59E63BE}" srcId="{DC1E4203-2F25-469A-AD84-93C704A821F9}" destId="{5FC90942-015F-444A-A02B-46F4A0ED85B6}" srcOrd="7" destOrd="0" parTransId="{CD918696-4265-46A3-92A1-2A0D9605A4B7}" sibTransId="{604AEB62-F22E-4D7E-9EC0-FCDB73410685}"/>
    <dgm:cxn modelId="{B1FC2494-9CB5-4D65-90AD-FAD9743D1602}" srcId="{DC1E4203-2F25-469A-AD84-93C704A821F9}" destId="{360DAD67-C7EE-4494-ADBC-B148007C816E}" srcOrd="5" destOrd="0" parTransId="{1D9F4282-2E68-4725-8E2A-F30CD581E8E4}" sibTransId="{3177AE44-7D57-4235-800C-9E1E6AC20D4D}"/>
    <dgm:cxn modelId="{44DA2BE0-C1AB-40A8-B0AA-C9645B75C8DC}" srcId="{DC1E4203-2F25-469A-AD84-93C704A821F9}" destId="{23BA9E18-F353-48EB-A0B1-E077B30F2C10}" srcOrd="3" destOrd="0" parTransId="{C1EA08C9-CF45-4F5F-9B5D-192BA40BD79C}" sibTransId="{C96F307A-7D37-47D1-A818-BC9B7EB02FB0}"/>
    <dgm:cxn modelId="{E1E411E3-7731-4810-82EF-2E39DD2261C7}" type="presOf" srcId="{B892729B-4C15-4196-8B1E-6FD108E8A5CD}" destId="{10876066-D232-43D7-A109-99513F08741E}" srcOrd="0" destOrd="0" presId="urn:microsoft.com/office/officeart/2005/8/layout/default"/>
    <dgm:cxn modelId="{798038FD-4CD1-4105-9308-9BC2449ECA7E}" srcId="{DC1E4203-2F25-469A-AD84-93C704A821F9}" destId="{B892729B-4C15-4196-8B1E-6FD108E8A5CD}" srcOrd="0" destOrd="0" parTransId="{15B019A9-CD34-46CE-8659-F357107A3D00}" sibTransId="{7A18A6E0-4A15-49F1-A68D-84E6709BBFEF}"/>
    <dgm:cxn modelId="{0F18892B-DECC-4D20-AF37-9AA1FD471A2E}" type="presParOf" srcId="{1B6FA07A-A348-4882-BBAB-0B1400D9303C}" destId="{10876066-D232-43D7-A109-99513F08741E}" srcOrd="0" destOrd="0" presId="urn:microsoft.com/office/officeart/2005/8/layout/default"/>
    <dgm:cxn modelId="{E0455053-22FC-4CB1-BC9B-ACC8220307CD}" type="presParOf" srcId="{1B6FA07A-A348-4882-BBAB-0B1400D9303C}" destId="{F53D35F2-04E2-465C-9618-9311C222DE1B}" srcOrd="1" destOrd="0" presId="urn:microsoft.com/office/officeart/2005/8/layout/default"/>
    <dgm:cxn modelId="{9F89C843-AD5C-4997-AFFC-EF29D6394A7A}" type="presParOf" srcId="{1B6FA07A-A348-4882-BBAB-0B1400D9303C}" destId="{FEC7EE8C-942D-4682-9FBE-DEBF0ED526F6}" srcOrd="2" destOrd="0" presId="urn:microsoft.com/office/officeart/2005/8/layout/default"/>
    <dgm:cxn modelId="{BEBDE18B-221C-4201-8EAF-333BE5DF9F07}" type="presParOf" srcId="{1B6FA07A-A348-4882-BBAB-0B1400D9303C}" destId="{C673985A-5ED8-45DC-9094-CE7CB0775FBA}" srcOrd="3" destOrd="0" presId="urn:microsoft.com/office/officeart/2005/8/layout/default"/>
    <dgm:cxn modelId="{ACAB15FA-C0E6-4621-825F-5E74264DEFF6}" type="presParOf" srcId="{1B6FA07A-A348-4882-BBAB-0B1400D9303C}" destId="{C174CE73-EA12-409F-9DAE-7745398C2341}" srcOrd="4" destOrd="0" presId="urn:microsoft.com/office/officeart/2005/8/layout/default"/>
    <dgm:cxn modelId="{6D6E7ED7-7239-48B8-8940-E4A776015526}" type="presParOf" srcId="{1B6FA07A-A348-4882-BBAB-0B1400D9303C}" destId="{78064D49-74A5-4AAB-A578-B021ACC8A550}" srcOrd="5" destOrd="0" presId="urn:microsoft.com/office/officeart/2005/8/layout/default"/>
    <dgm:cxn modelId="{DB262B1E-A59E-40FF-B323-82B486CF9739}" type="presParOf" srcId="{1B6FA07A-A348-4882-BBAB-0B1400D9303C}" destId="{76B1A383-3A53-47A8-A61F-A6FD28C04CBE}" srcOrd="6" destOrd="0" presId="urn:microsoft.com/office/officeart/2005/8/layout/default"/>
    <dgm:cxn modelId="{6B793053-A011-4C6E-9E30-BBB6C7F2B8FD}" type="presParOf" srcId="{1B6FA07A-A348-4882-BBAB-0B1400D9303C}" destId="{F679826D-ABF0-4D4A-B6B1-74DFE714CDA1}" srcOrd="7" destOrd="0" presId="urn:microsoft.com/office/officeart/2005/8/layout/default"/>
    <dgm:cxn modelId="{DBC8EF81-EE58-4A93-B730-107441DDA64F}" type="presParOf" srcId="{1B6FA07A-A348-4882-BBAB-0B1400D9303C}" destId="{0366AA8E-7563-4456-8D55-3E328D0219C0}" srcOrd="8" destOrd="0" presId="urn:microsoft.com/office/officeart/2005/8/layout/default"/>
    <dgm:cxn modelId="{E904FCA4-BF65-41D8-A733-011D6E9F3AC7}" type="presParOf" srcId="{1B6FA07A-A348-4882-BBAB-0B1400D9303C}" destId="{70854668-CB20-482B-B58B-CDE6DBC1B56C}" srcOrd="9" destOrd="0" presId="urn:microsoft.com/office/officeart/2005/8/layout/default"/>
    <dgm:cxn modelId="{4810B60B-1D2E-408D-A863-7511A26413C3}" type="presParOf" srcId="{1B6FA07A-A348-4882-BBAB-0B1400D9303C}" destId="{2C48D448-E449-46EB-B9EB-01A1490F81A2}" srcOrd="10" destOrd="0" presId="urn:microsoft.com/office/officeart/2005/8/layout/default"/>
    <dgm:cxn modelId="{0C657C1B-A7B7-4726-942E-6308EE1AE082}" type="presParOf" srcId="{1B6FA07A-A348-4882-BBAB-0B1400D9303C}" destId="{2A92DF27-9EE5-4AA6-8B2B-2AA74ECC3FA8}" srcOrd="11" destOrd="0" presId="urn:microsoft.com/office/officeart/2005/8/layout/default"/>
    <dgm:cxn modelId="{FA61FFEB-6DA9-4998-B804-67F8B69723C3}" type="presParOf" srcId="{1B6FA07A-A348-4882-BBAB-0B1400D9303C}" destId="{B901B163-4141-4DFF-97C5-FE65CC0EBADA}" srcOrd="12" destOrd="0" presId="urn:microsoft.com/office/officeart/2005/8/layout/default"/>
    <dgm:cxn modelId="{A8BA23C5-9065-4688-A3E3-62AACCA4609D}" type="presParOf" srcId="{1B6FA07A-A348-4882-BBAB-0B1400D9303C}" destId="{D2465D83-CF10-498C-89DE-E96A2B1AF511}" srcOrd="13" destOrd="0" presId="urn:microsoft.com/office/officeart/2005/8/layout/default"/>
    <dgm:cxn modelId="{5A7D9DBF-B132-4118-9945-890010577BB1}" type="presParOf" srcId="{1B6FA07A-A348-4882-BBAB-0B1400D9303C}" destId="{537F88F2-AE08-4BDC-85D7-EC453405A087}" srcOrd="14" destOrd="0" presId="urn:microsoft.com/office/officeart/2005/8/layout/default"/>
    <dgm:cxn modelId="{0F4D5789-C175-4E0F-A1EB-F64FA42EB03F}" type="presParOf" srcId="{1B6FA07A-A348-4882-BBAB-0B1400D9303C}" destId="{EBB8ED1E-0242-452C-A73E-EDF272CC0E91}" srcOrd="15" destOrd="0" presId="urn:microsoft.com/office/officeart/2005/8/layout/default"/>
    <dgm:cxn modelId="{5DC353B9-03D7-428C-B804-5ABA8F052CA3}" type="presParOf" srcId="{1B6FA07A-A348-4882-BBAB-0B1400D9303C}" destId="{CF3B23E7-51E2-4A49-A77F-24E0A4BF1A4F}"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1E4203-2F25-469A-AD84-93C704A821F9}"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B892729B-4C15-4196-8B1E-6FD108E8A5CD}">
      <dgm:prSet custT="1"/>
      <dgm:spPr>
        <a:solidFill>
          <a:schemeClr val="accent6"/>
        </a:solidFill>
      </dgm:spPr>
      <dgm:t>
        <a:bodyPr/>
        <a:lstStyle/>
        <a:p>
          <a:pPr algn="ctr">
            <a:buFont typeface="Times New Roman" panose="02020603050405020304" pitchFamily="18" charset="0"/>
            <a:buChar char="•"/>
          </a:pPr>
          <a:r>
            <a:rPr lang="en-US" sz="1800" b="1"/>
            <a:t>STL Loading Method</a:t>
          </a:r>
          <a:r>
            <a:rPr lang="en-US" sz="1800"/>
            <a:t>: </a:t>
          </a:r>
        </a:p>
      </dgm:t>
    </dgm:pt>
    <dgm:pt modelId="{15B019A9-CD34-46CE-8659-F357107A3D00}" type="parTrans" cxnId="{798038FD-4CD1-4105-9308-9BC2449ECA7E}">
      <dgm:prSet/>
      <dgm:spPr/>
      <dgm:t>
        <a:bodyPr/>
        <a:lstStyle/>
        <a:p>
          <a:endParaRPr lang="en-US"/>
        </a:p>
      </dgm:t>
    </dgm:pt>
    <dgm:pt modelId="{7A18A6E0-4A15-49F1-A68D-84E6709BBFEF}" type="sibTrans" cxnId="{798038FD-4CD1-4105-9308-9BC2449ECA7E}">
      <dgm:prSet/>
      <dgm:spPr/>
      <dgm:t>
        <a:bodyPr/>
        <a:lstStyle/>
        <a:p>
          <a:endParaRPr lang="en-US"/>
        </a:p>
      </dgm:t>
    </dgm:pt>
    <dgm:pt modelId="{0997DF1D-FE40-4B2C-8218-979F72A194EE}">
      <dgm:prSet custT="1"/>
      <dgm:spPr>
        <a:solidFill>
          <a:schemeClr val="accent6"/>
        </a:solidFill>
      </dgm:spPr>
      <dgm:t>
        <a:bodyPr/>
        <a:lstStyle/>
        <a:p>
          <a:pPr algn="ctr">
            <a:buFont typeface="Times New Roman" panose="02020603050405020304" pitchFamily="18" charset="0"/>
            <a:buChar char="•"/>
          </a:pPr>
          <a:r>
            <a:rPr lang="en-US" sz="1800" b="1"/>
            <a:t>Point Processing and Filtering</a:t>
          </a:r>
          <a:r>
            <a:rPr lang="en-US" sz="1800"/>
            <a:t>:</a:t>
          </a:r>
        </a:p>
      </dgm:t>
    </dgm:pt>
    <dgm:pt modelId="{ED422DF3-1AFB-4361-A328-6539A12C00E3}" type="parTrans" cxnId="{A823B103-6ACB-480E-BDCB-D202770D3141}">
      <dgm:prSet/>
      <dgm:spPr/>
      <dgm:t>
        <a:bodyPr/>
        <a:lstStyle/>
        <a:p>
          <a:endParaRPr lang="en-US"/>
        </a:p>
      </dgm:t>
    </dgm:pt>
    <dgm:pt modelId="{0BDB303A-0745-4418-82F7-034D6438582D}" type="sibTrans" cxnId="{A823B103-6ACB-480E-BDCB-D202770D3141}">
      <dgm:prSet/>
      <dgm:spPr/>
      <dgm:t>
        <a:bodyPr/>
        <a:lstStyle/>
        <a:p>
          <a:endParaRPr lang="en-US"/>
        </a:p>
      </dgm:t>
    </dgm:pt>
    <dgm:pt modelId="{3331B89E-31DD-4B3A-9123-25D25D5098F8}">
      <dgm:prSet custT="1"/>
      <dgm:spPr>
        <a:solidFill>
          <a:schemeClr val="accent6"/>
        </a:solidFill>
      </dgm:spPr>
      <dgm:t>
        <a:bodyPr/>
        <a:lstStyle/>
        <a:p>
          <a:pPr algn="ctr">
            <a:buFont typeface="Arial" panose="020B0604020202020204" pitchFamily="34" charset="0"/>
            <a:buChar char="•"/>
          </a:pPr>
          <a:r>
            <a:rPr lang="en-US" sz="1400"/>
            <a:t>Removes duplicate and invalid coordinates</a:t>
          </a:r>
        </a:p>
      </dgm:t>
    </dgm:pt>
    <dgm:pt modelId="{5DC8F200-C40C-483B-A728-ADDED4380AA0}" type="parTrans" cxnId="{055114E3-EFE7-4898-AD65-044853D50323}">
      <dgm:prSet/>
      <dgm:spPr/>
      <dgm:t>
        <a:bodyPr/>
        <a:lstStyle/>
        <a:p>
          <a:endParaRPr lang="en-US"/>
        </a:p>
      </dgm:t>
    </dgm:pt>
    <dgm:pt modelId="{1BC9DDE5-D076-4FAE-B2E8-1AE1C267118A}" type="sibTrans" cxnId="{055114E3-EFE7-4898-AD65-044853D50323}">
      <dgm:prSet/>
      <dgm:spPr/>
      <dgm:t>
        <a:bodyPr/>
        <a:lstStyle/>
        <a:p>
          <a:endParaRPr lang="en-US"/>
        </a:p>
      </dgm:t>
    </dgm:pt>
    <dgm:pt modelId="{B5F76E07-8B3D-4470-A0E1-78DD5420D43A}">
      <dgm:prSet custT="1"/>
      <dgm:spPr>
        <a:solidFill>
          <a:schemeClr val="accent6"/>
        </a:solidFill>
      </dgm:spPr>
      <dgm:t>
        <a:bodyPr/>
        <a:lstStyle/>
        <a:p>
          <a:pPr algn="ctr">
            <a:buFont typeface="Times New Roman" panose="02020603050405020304" pitchFamily="18" charset="0"/>
            <a:buChar char="•"/>
          </a:pPr>
          <a:r>
            <a:rPr lang="en-US" sz="1800" b="1"/>
            <a:t>Layer Identification</a:t>
          </a:r>
          <a:r>
            <a:rPr lang="en-US" sz="1800"/>
            <a:t>: </a:t>
          </a:r>
        </a:p>
      </dgm:t>
    </dgm:pt>
    <dgm:pt modelId="{55192316-2BD6-4277-991F-3EDCB121EA6E}" type="parTrans" cxnId="{C6B94558-87FD-4540-B2DE-C2FE46046286}">
      <dgm:prSet/>
      <dgm:spPr/>
      <dgm:t>
        <a:bodyPr/>
        <a:lstStyle/>
        <a:p>
          <a:endParaRPr lang="en-US"/>
        </a:p>
      </dgm:t>
    </dgm:pt>
    <dgm:pt modelId="{CD9096B0-D28B-4363-85A4-C5BD32B1DCD6}" type="sibTrans" cxnId="{C6B94558-87FD-4540-B2DE-C2FE46046286}">
      <dgm:prSet/>
      <dgm:spPr/>
      <dgm:t>
        <a:bodyPr/>
        <a:lstStyle/>
        <a:p>
          <a:endParaRPr lang="en-US"/>
        </a:p>
      </dgm:t>
    </dgm:pt>
    <dgm:pt modelId="{DB38E124-DCE0-4203-B2B7-19B85BD3FABF}">
      <dgm:prSet custT="1"/>
      <dgm:spPr>
        <a:solidFill>
          <a:schemeClr val="accent6"/>
        </a:solidFill>
      </dgm:spPr>
      <dgm:t>
        <a:bodyPr/>
        <a:lstStyle/>
        <a:p>
          <a:pPr algn="ctr">
            <a:buFont typeface="Arial" panose="020B0604020202020204" pitchFamily="34" charset="0"/>
            <a:buChar char="•"/>
          </a:pPr>
          <a:r>
            <a:rPr lang="en-US" sz="1400"/>
            <a:t>Sorts unique Z levels from largest to smallest Z levels.</a:t>
          </a:r>
        </a:p>
      </dgm:t>
    </dgm:pt>
    <dgm:pt modelId="{7A53224B-073B-4576-8CF5-910DE3C842A4}" type="parTrans" cxnId="{CE9DA35E-9E69-4A82-953B-0BCB5785987A}">
      <dgm:prSet/>
      <dgm:spPr/>
      <dgm:t>
        <a:bodyPr/>
        <a:lstStyle/>
        <a:p>
          <a:endParaRPr lang="en-US"/>
        </a:p>
      </dgm:t>
    </dgm:pt>
    <dgm:pt modelId="{1E1B5C17-5D1B-4370-8DCA-BA89CB8DCC29}" type="sibTrans" cxnId="{CE9DA35E-9E69-4A82-953B-0BCB5785987A}">
      <dgm:prSet/>
      <dgm:spPr/>
      <dgm:t>
        <a:bodyPr/>
        <a:lstStyle/>
        <a:p>
          <a:endParaRPr lang="en-US"/>
        </a:p>
      </dgm:t>
    </dgm:pt>
    <dgm:pt modelId="{23BA9E18-F353-48EB-A0B1-E077B30F2C10}">
      <dgm:prSet custT="1"/>
      <dgm:spPr>
        <a:solidFill>
          <a:schemeClr val="accent6"/>
        </a:solidFill>
      </dgm:spPr>
      <dgm:t>
        <a:bodyPr/>
        <a:lstStyle/>
        <a:p>
          <a:pPr algn="ctr">
            <a:buFont typeface="Times New Roman" panose="02020603050405020304" pitchFamily="18" charset="0"/>
            <a:buChar char="•"/>
          </a:pPr>
          <a:r>
            <a:rPr lang="en-US" sz="1800" b="1"/>
            <a:t>Per-Layer Path Generation</a:t>
          </a:r>
          <a:r>
            <a:rPr lang="en-US" sz="1800"/>
            <a:t>: </a:t>
          </a:r>
        </a:p>
      </dgm:t>
    </dgm:pt>
    <dgm:pt modelId="{C1EA08C9-CF45-4F5F-9B5D-192BA40BD79C}" type="parTrans" cxnId="{44DA2BE0-C1AB-40A8-B0AA-C9645B75C8DC}">
      <dgm:prSet/>
      <dgm:spPr/>
      <dgm:t>
        <a:bodyPr/>
        <a:lstStyle/>
        <a:p>
          <a:endParaRPr lang="en-US"/>
        </a:p>
      </dgm:t>
    </dgm:pt>
    <dgm:pt modelId="{C96F307A-7D37-47D1-A818-BC9B7EB02FB0}" type="sibTrans" cxnId="{44DA2BE0-C1AB-40A8-B0AA-C9645B75C8DC}">
      <dgm:prSet/>
      <dgm:spPr/>
      <dgm:t>
        <a:bodyPr/>
        <a:lstStyle/>
        <a:p>
          <a:endParaRPr lang="en-US"/>
        </a:p>
      </dgm:t>
    </dgm:pt>
    <dgm:pt modelId="{4D4DBE2A-D244-4E4A-835F-EEDBB3279498}">
      <dgm:prSet custT="1"/>
      <dgm:spPr>
        <a:solidFill>
          <a:schemeClr val="accent6"/>
        </a:solidFill>
      </dgm:spPr>
      <dgm:t>
        <a:bodyPr/>
        <a:lstStyle/>
        <a:p>
          <a:pPr algn="ctr">
            <a:buFont typeface="Arial" panose="020B0604020202020204" pitchFamily="34" charset="0"/>
            <a:buChar char="•"/>
          </a:pPr>
          <a:r>
            <a:rPr lang="en-US" sz="1400"/>
            <a:t>Computes the </a:t>
          </a:r>
          <a:r>
            <a:rPr lang="en-US" sz="1400" err="1"/>
            <a:t>convexhull</a:t>
          </a:r>
          <a:r>
            <a:rPr lang="en-US" sz="1400"/>
            <a:t> for the outer boundary</a:t>
          </a:r>
        </a:p>
      </dgm:t>
    </dgm:pt>
    <dgm:pt modelId="{FAFB7916-410B-4389-921A-BD60BAB2BA0A}" type="parTrans" cxnId="{0A1522F6-4646-4D8E-88FC-BECE2320742C}">
      <dgm:prSet/>
      <dgm:spPr/>
      <dgm:t>
        <a:bodyPr/>
        <a:lstStyle/>
        <a:p>
          <a:endParaRPr lang="en-US"/>
        </a:p>
      </dgm:t>
    </dgm:pt>
    <dgm:pt modelId="{2D9FB134-5D0C-44A9-AC91-B44081555952}" type="sibTrans" cxnId="{0A1522F6-4646-4D8E-88FC-BECE2320742C}">
      <dgm:prSet/>
      <dgm:spPr/>
      <dgm:t>
        <a:bodyPr/>
        <a:lstStyle/>
        <a:p>
          <a:endParaRPr lang="en-US"/>
        </a:p>
      </dgm:t>
    </dgm:pt>
    <dgm:pt modelId="{360DAD67-C7EE-4494-ADBC-B148007C816E}">
      <dgm:prSet/>
      <dgm:spPr>
        <a:solidFill>
          <a:schemeClr val="accent6"/>
        </a:solidFill>
      </dgm:spPr>
      <dgm:t>
        <a:bodyPr/>
        <a:lstStyle/>
        <a:p>
          <a:pPr algn="ctr">
            <a:buFont typeface="Times New Roman" panose="02020603050405020304" pitchFamily="18" charset="0"/>
            <a:buChar char="•"/>
          </a:pPr>
          <a:r>
            <a:rPr lang="en-US" b="1"/>
            <a:t>Path Ordering and Connection</a:t>
          </a:r>
          <a:r>
            <a:rPr lang="en-US"/>
            <a:t>: </a:t>
          </a:r>
        </a:p>
      </dgm:t>
    </dgm:pt>
    <dgm:pt modelId="{1D9F4282-2E68-4725-8E2A-F30CD581E8E4}" type="parTrans" cxnId="{B1FC2494-9CB5-4D65-90AD-FAD9743D1602}">
      <dgm:prSet/>
      <dgm:spPr/>
      <dgm:t>
        <a:bodyPr/>
        <a:lstStyle/>
        <a:p>
          <a:endParaRPr lang="en-US"/>
        </a:p>
      </dgm:t>
    </dgm:pt>
    <dgm:pt modelId="{3177AE44-7D57-4235-800C-9E1E6AC20D4D}" type="sibTrans" cxnId="{B1FC2494-9CB5-4D65-90AD-FAD9743D1602}">
      <dgm:prSet/>
      <dgm:spPr/>
      <dgm:t>
        <a:bodyPr/>
        <a:lstStyle/>
        <a:p>
          <a:endParaRPr lang="en-US"/>
        </a:p>
      </dgm:t>
    </dgm:pt>
    <dgm:pt modelId="{9C048BD8-6EAC-43A7-B000-053A612268BF}">
      <dgm:prSet/>
      <dgm:spPr>
        <a:solidFill>
          <a:schemeClr val="accent6"/>
        </a:solidFill>
      </dgm:spPr>
      <dgm:t>
        <a:bodyPr/>
        <a:lstStyle/>
        <a:p>
          <a:pPr algn="ctr">
            <a:buFont typeface="Arial" panose="020B0604020202020204" pitchFamily="34" charset="0"/>
            <a:buChar char="•"/>
          </a:pPr>
          <a:r>
            <a:rPr lang="en-US"/>
            <a:t>Sorts points to form a non-overlapping toolpath</a:t>
          </a:r>
        </a:p>
      </dgm:t>
    </dgm:pt>
    <dgm:pt modelId="{FF5F3181-BCD3-4183-B419-5A8A66A50D2D}" type="parTrans" cxnId="{0BA6757B-A197-4C99-8837-D239E428FCA7}">
      <dgm:prSet/>
      <dgm:spPr/>
      <dgm:t>
        <a:bodyPr/>
        <a:lstStyle/>
        <a:p>
          <a:endParaRPr lang="en-US"/>
        </a:p>
      </dgm:t>
    </dgm:pt>
    <dgm:pt modelId="{C5B7951E-C5E0-4B31-9DA5-1B7A1E9FF9EA}" type="sibTrans" cxnId="{0BA6757B-A197-4C99-8837-D239E428FCA7}">
      <dgm:prSet/>
      <dgm:spPr/>
      <dgm:t>
        <a:bodyPr/>
        <a:lstStyle/>
        <a:p>
          <a:endParaRPr lang="en-US"/>
        </a:p>
      </dgm:t>
    </dgm:pt>
    <dgm:pt modelId="{5FC90942-015F-444A-A02B-46F4A0ED85B6}">
      <dgm:prSet custT="1"/>
      <dgm:spPr>
        <a:solidFill>
          <a:schemeClr val="accent6"/>
        </a:solidFill>
      </dgm:spPr>
      <dgm:t>
        <a:bodyPr/>
        <a:lstStyle/>
        <a:p>
          <a:pPr algn="ctr">
            <a:buFont typeface="Times New Roman" panose="02020603050405020304" pitchFamily="18" charset="0"/>
            <a:buChar char="•"/>
          </a:pPr>
          <a:r>
            <a:rPr lang="en-US" sz="1800" b="1"/>
            <a:t>G-Code Generation</a:t>
          </a:r>
          <a:r>
            <a:rPr lang="en-US" sz="1800"/>
            <a:t>: </a:t>
          </a:r>
        </a:p>
      </dgm:t>
    </dgm:pt>
    <dgm:pt modelId="{CD918696-4265-46A3-92A1-2A0D9605A4B7}" type="parTrans" cxnId="{90CD7892-D2D0-4BFF-818B-15C6B59E63BE}">
      <dgm:prSet/>
      <dgm:spPr/>
      <dgm:t>
        <a:bodyPr/>
        <a:lstStyle/>
        <a:p>
          <a:endParaRPr lang="en-US"/>
        </a:p>
      </dgm:t>
    </dgm:pt>
    <dgm:pt modelId="{604AEB62-F22E-4D7E-9EC0-FCDB73410685}" type="sibTrans" cxnId="{90CD7892-D2D0-4BFF-818B-15C6B59E63BE}">
      <dgm:prSet/>
      <dgm:spPr/>
      <dgm:t>
        <a:bodyPr/>
        <a:lstStyle/>
        <a:p>
          <a:endParaRPr lang="en-US"/>
        </a:p>
      </dgm:t>
    </dgm:pt>
    <dgm:pt modelId="{1992AF29-B786-4D20-B3B0-BF1220C2873E}">
      <dgm:prSet custT="1"/>
      <dgm:spPr>
        <a:solidFill>
          <a:schemeClr val="accent6"/>
        </a:solidFill>
      </dgm:spPr>
      <dgm:t>
        <a:bodyPr/>
        <a:lstStyle/>
        <a:p>
          <a:pPr algn="ctr">
            <a:buFont typeface="Arial" panose="020B0604020202020204" pitchFamily="34" charset="0"/>
            <a:buChar char="•"/>
          </a:pPr>
          <a:r>
            <a:rPr lang="en-US" sz="1400"/>
            <a:t>Header (G90 absolute, G21 mm, M03 spindle, speed/feed, rapid to centroid, controlled Z drop)</a:t>
          </a:r>
        </a:p>
      </dgm:t>
    </dgm:pt>
    <dgm:pt modelId="{D17B8F2A-702A-40C5-9526-7CFA5695585E}" type="parTrans" cxnId="{9C9518CA-2245-40B5-B751-E60FE3BE3237}">
      <dgm:prSet/>
      <dgm:spPr/>
      <dgm:t>
        <a:bodyPr/>
        <a:lstStyle/>
        <a:p>
          <a:endParaRPr lang="en-US"/>
        </a:p>
      </dgm:t>
    </dgm:pt>
    <dgm:pt modelId="{6C0B4DBA-AB0E-429E-A1B1-0445C3520B84}" type="sibTrans" cxnId="{9C9518CA-2245-40B5-B751-E60FE3BE3237}">
      <dgm:prSet/>
      <dgm:spPr/>
      <dgm:t>
        <a:bodyPr/>
        <a:lstStyle/>
        <a:p>
          <a:endParaRPr lang="en-US"/>
        </a:p>
      </dgm:t>
    </dgm:pt>
    <dgm:pt modelId="{DC5F4DC1-D373-4A9B-BDE5-C463A2109FB0}">
      <dgm:prSet custT="1"/>
      <dgm:spPr>
        <a:solidFill>
          <a:schemeClr val="accent6"/>
        </a:solidFill>
      </dgm:spPr>
      <dgm:t>
        <a:bodyPr/>
        <a:lstStyle/>
        <a:p>
          <a:pPr algn="ctr">
            <a:buFont typeface="Times New Roman" panose="02020603050405020304" pitchFamily="18" charset="0"/>
            <a:buChar char="•"/>
          </a:pPr>
          <a:r>
            <a:rPr lang="en-US" sz="1800" b="1"/>
            <a:t>Configurability</a:t>
          </a:r>
          <a:r>
            <a:rPr lang="en-US" sz="1800"/>
            <a:t>:</a:t>
          </a:r>
        </a:p>
      </dgm:t>
    </dgm:pt>
    <dgm:pt modelId="{60D451CB-9689-4F6B-B814-EEE9AC7EA463}" type="parTrans" cxnId="{7810032D-E872-4B06-B315-525B42C7B176}">
      <dgm:prSet/>
      <dgm:spPr/>
      <dgm:t>
        <a:bodyPr/>
        <a:lstStyle/>
        <a:p>
          <a:endParaRPr lang="en-US"/>
        </a:p>
      </dgm:t>
    </dgm:pt>
    <dgm:pt modelId="{0B2FFF0E-84C1-4C41-BF7B-E795E51925F6}" type="sibTrans" cxnId="{7810032D-E872-4B06-B315-525B42C7B176}">
      <dgm:prSet/>
      <dgm:spPr/>
      <dgm:t>
        <a:bodyPr/>
        <a:lstStyle/>
        <a:p>
          <a:endParaRPr lang="en-US"/>
        </a:p>
      </dgm:t>
    </dgm:pt>
    <dgm:pt modelId="{6F39195A-21A8-4C31-989C-B6C16CAAEB14}">
      <dgm:prSet custT="1"/>
      <dgm:spPr>
        <a:solidFill>
          <a:schemeClr val="accent6"/>
        </a:solidFill>
      </dgm:spPr>
      <dgm:t>
        <a:bodyPr/>
        <a:lstStyle/>
        <a:p>
          <a:pPr algn="ctr">
            <a:buFont typeface="Times New Roman" panose="02020603050405020304" pitchFamily="18" charset="0"/>
            <a:buNone/>
          </a:pPr>
          <a:r>
            <a:rPr lang="en-US" sz="1400"/>
            <a:t>Configurable parameters</a:t>
          </a:r>
        </a:p>
      </dgm:t>
    </dgm:pt>
    <dgm:pt modelId="{E7597647-C8B1-485D-AD29-073655429877}" type="parTrans" cxnId="{4D105BCE-CFFC-4EAE-81D3-9EF1FF4A35EC}">
      <dgm:prSet/>
      <dgm:spPr/>
      <dgm:t>
        <a:bodyPr/>
        <a:lstStyle/>
        <a:p>
          <a:endParaRPr lang="en-US"/>
        </a:p>
      </dgm:t>
    </dgm:pt>
    <dgm:pt modelId="{DACD6596-0089-4012-ADAA-08B31D61BBE6}" type="sibTrans" cxnId="{4D105BCE-CFFC-4EAE-81D3-9EF1FF4A35EC}">
      <dgm:prSet/>
      <dgm:spPr/>
      <dgm:t>
        <a:bodyPr/>
        <a:lstStyle/>
        <a:p>
          <a:endParaRPr lang="en-US"/>
        </a:p>
      </dgm:t>
    </dgm:pt>
    <dgm:pt modelId="{7151BDD0-3D47-47D7-A567-834DBE7F28CA}">
      <dgm:prSet custT="1"/>
      <dgm:spPr>
        <a:solidFill>
          <a:schemeClr val="accent6"/>
        </a:solidFill>
      </dgm:spPr>
      <dgm:t>
        <a:bodyPr/>
        <a:lstStyle/>
        <a:p>
          <a:pPr algn="ctr">
            <a:buFont typeface="Arial" panose="020B0604020202020204" pitchFamily="34" charset="0"/>
            <a:buChar char="•"/>
          </a:pPr>
          <a:r>
            <a:rPr lang="en-US" sz="1400"/>
            <a:t>Transforms the STL into a mesh extract vertices by reshaping vectors.</a:t>
          </a:r>
        </a:p>
      </dgm:t>
    </dgm:pt>
    <dgm:pt modelId="{F20CE482-8633-4516-A635-B2DE8CD4144F}" type="sibTrans" cxnId="{C65BCF73-3A69-49A2-885E-8079678BDCF7}">
      <dgm:prSet/>
      <dgm:spPr/>
      <dgm:t>
        <a:bodyPr/>
        <a:lstStyle/>
        <a:p>
          <a:endParaRPr lang="en-US"/>
        </a:p>
      </dgm:t>
    </dgm:pt>
    <dgm:pt modelId="{CFE04DD6-1E86-4BAE-816F-1C6FE04262BB}" type="parTrans" cxnId="{C65BCF73-3A69-49A2-885E-8079678BDCF7}">
      <dgm:prSet/>
      <dgm:spPr/>
      <dgm:t>
        <a:bodyPr/>
        <a:lstStyle/>
        <a:p>
          <a:endParaRPr lang="en-US"/>
        </a:p>
      </dgm:t>
    </dgm:pt>
    <dgm:pt modelId="{B2F2E7C6-2A1D-4D4D-AD78-574340A85F9B}">
      <dgm:prSet custT="1"/>
      <dgm:spPr>
        <a:solidFill>
          <a:schemeClr val="accent6"/>
        </a:solidFill>
      </dgm:spPr>
      <dgm:t>
        <a:bodyPr/>
        <a:lstStyle/>
        <a:p>
          <a:pPr algn="ctr">
            <a:buFont typeface="Arial" panose="020B0604020202020204" pitchFamily="34" charset="0"/>
            <a:buChar char="•"/>
          </a:pPr>
          <a:r>
            <a:rPr lang="en-US" sz="1400"/>
            <a:t>Filters layers with fewer than 5 points.</a:t>
          </a:r>
        </a:p>
      </dgm:t>
    </dgm:pt>
    <dgm:pt modelId="{FCABCF87-ADC7-40DD-B17B-F99FB3705E86}" type="parTrans" cxnId="{BC4C4059-83E5-4059-A5E7-26770EB4B520}">
      <dgm:prSet/>
      <dgm:spPr/>
      <dgm:t>
        <a:bodyPr/>
        <a:lstStyle/>
        <a:p>
          <a:endParaRPr lang="en-US"/>
        </a:p>
      </dgm:t>
    </dgm:pt>
    <dgm:pt modelId="{F2C7B1CC-1849-4B94-9C05-A6F7E3771D45}" type="sibTrans" cxnId="{BC4C4059-83E5-4059-A5E7-26770EB4B520}">
      <dgm:prSet/>
      <dgm:spPr/>
      <dgm:t>
        <a:bodyPr/>
        <a:lstStyle/>
        <a:p>
          <a:endParaRPr lang="en-US"/>
        </a:p>
      </dgm:t>
    </dgm:pt>
    <dgm:pt modelId="{1C498271-7D6F-47E5-AB70-C115F98A993D}">
      <dgm:prSet custT="1"/>
      <dgm:spPr>
        <a:solidFill>
          <a:schemeClr val="accent6"/>
        </a:solidFill>
      </dgm:spPr>
      <dgm:t>
        <a:bodyPr/>
        <a:lstStyle/>
        <a:p>
          <a:pPr algn="ctr">
            <a:buFont typeface="Arial" panose="020B0604020202020204" pitchFamily="34" charset="0"/>
            <a:buChar char="•"/>
          </a:pPr>
          <a:r>
            <a:rPr lang="en-US" sz="1400"/>
            <a:t>Reassigns uniform Z levels based on average spacing.</a:t>
          </a:r>
        </a:p>
      </dgm:t>
    </dgm:pt>
    <dgm:pt modelId="{AC2F1072-2AF0-46C0-9792-33DE0BF557A8}" type="parTrans" cxnId="{891C5AF9-07B2-42FC-BD1C-E80716B45D3E}">
      <dgm:prSet/>
      <dgm:spPr/>
      <dgm:t>
        <a:bodyPr/>
        <a:lstStyle/>
        <a:p>
          <a:endParaRPr lang="en-US"/>
        </a:p>
      </dgm:t>
    </dgm:pt>
    <dgm:pt modelId="{A7577528-1A32-4620-9766-67D62F355263}" type="sibTrans" cxnId="{891C5AF9-07B2-42FC-BD1C-E80716B45D3E}">
      <dgm:prSet/>
      <dgm:spPr/>
      <dgm:t>
        <a:bodyPr/>
        <a:lstStyle/>
        <a:p>
          <a:endParaRPr lang="en-US"/>
        </a:p>
      </dgm:t>
    </dgm:pt>
    <dgm:pt modelId="{66881317-1D71-4662-8F19-6D90652FEFA6}">
      <dgm:prSet custT="1"/>
      <dgm:spPr>
        <a:solidFill>
          <a:schemeClr val="accent6"/>
        </a:solidFill>
      </dgm:spPr>
      <dgm:t>
        <a:bodyPr/>
        <a:lstStyle/>
        <a:p>
          <a:pPr algn="ctr">
            <a:buFont typeface="Arial" panose="020B0604020202020204" pitchFamily="34" charset="0"/>
            <a:buChar char="•"/>
          </a:pPr>
          <a:r>
            <a:rPr lang="en-US" sz="1400"/>
            <a:t>Filters close points (min distance)</a:t>
          </a:r>
        </a:p>
      </dgm:t>
    </dgm:pt>
    <dgm:pt modelId="{4F004DAE-D226-4630-82B1-E5E5C705E424}" type="parTrans" cxnId="{D8B652C4-9544-428B-993C-C58AE1D1CB39}">
      <dgm:prSet/>
      <dgm:spPr/>
      <dgm:t>
        <a:bodyPr/>
        <a:lstStyle/>
        <a:p>
          <a:endParaRPr lang="en-US"/>
        </a:p>
      </dgm:t>
    </dgm:pt>
    <dgm:pt modelId="{BA97D885-4CA8-4AE7-A259-7CB71E2A2CFB}" type="sibTrans" cxnId="{D8B652C4-9544-428B-993C-C58AE1D1CB39}">
      <dgm:prSet/>
      <dgm:spPr/>
      <dgm:t>
        <a:bodyPr/>
        <a:lstStyle/>
        <a:p>
          <a:endParaRPr lang="en-US"/>
        </a:p>
      </dgm:t>
    </dgm:pt>
    <dgm:pt modelId="{1CFDB40B-6831-492D-B1C5-3C6AA0C2853A}">
      <dgm:prSet/>
      <dgm:spPr>
        <a:solidFill>
          <a:schemeClr val="accent6"/>
        </a:solidFill>
      </dgm:spPr>
      <dgm:t>
        <a:bodyPr/>
        <a:lstStyle/>
        <a:p>
          <a:pPr algn="ctr">
            <a:buFont typeface="Arial" panose="020B0604020202020204" pitchFamily="34" charset="0"/>
            <a:buChar char="•"/>
          </a:pPr>
          <a:r>
            <a:rPr lang="en-US"/>
            <a:t>Connects layers by starting near the previous layer's exit point.</a:t>
          </a:r>
        </a:p>
      </dgm:t>
    </dgm:pt>
    <dgm:pt modelId="{D33BF829-9901-47BC-AA26-F1ADB4B2C3F3}" type="parTrans" cxnId="{F2EE6611-5F1D-4FEA-8760-CE540CDCF8BF}">
      <dgm:prSet/>
      <dgm:spPr/>
      <dgm:t>
        <a:bodyPr/>
        <a:lstStyle/>
        <a:p>
          <a:endParaRPr lang="en-US"/>
        </a:p>
      </dgm:t>
    </dgm:pt>
    <dgm:pt modelId="{6B1C0E2F-2942-46F3-B03D-103A86911425}" type="sibTrans" cxnId="{F2EE6611-5F1D-4FEA-8760-CE540CDCF8BF}">
      <dgm:prSet/>
      <dgm:spPr/>
      <dgm:t>
        <a:bodyPr/>
        <a:lstStyle/>
        <a:p>
          <a:endParaRPr lang="en-US"/>
        </a:p>
      </dgm:t>
    </dgm:pt>
    <dgm:pt modelId="{2A2085FA-90E6-456D-B49A-9C0FF4CD39CD}">
      <dgm:prSet custT="1"/>
      <dgm:spPr>
        <a:solidFill>
          <a:schemeClr val="accent6"/>
        </a:solidFill>
      </dgm:spPr>
      <dgm:t>
        <a:bodyPr/>
        <a:lstStyle/>
        <a:p>
          <a:pPr algn="ctr">
            <a:buFont typeface="Arial" panose="020B0604020202020204" pitchFamily="34" charset="0"/>
            <a:buChar char="•"/>
          </a:pPr>
          <a:r>
            <a:rPr lang="en-US" sz="1400"/>
            <a:t>TOOL_DIAMETER</a:t>
          </a:r>
        </a:p>
      </dgm:t>
    </dgm:pt>
    <dgm:pt modelId="{31931585-AF1C-4510-8088-B19E9A15E6EB}" type="parTrans" cxnId="{47616FB7-DAFC-4D46-9558-9B3D314E72D3}">
      <dgm:prSet/>
      <dgm:spPr/>
      <dgm:t>
        <a:bodyPr/>
        <a:lstStyle/>
        <a:p>
          <a:endParaRPr lang="en-US"/>
        </a:p>
      </dgm:t>
    </dgm:pt>
    <dgm:pt modelId="{55FA1AA9-C6FC-4FB6-AF52-7E0DF90CF9B0}" type="sibTrans" cxnId="{47616FB7-DAFC-4D46-9558-9B3D314E72D3}">
      <dgm:prSet/>
      <dgm:spPr/>
      <dgm:t>
        <a:bodyPr/>
        <a:lstStyle/>
        <a:p>
          <a:endParaRPr lang="en-US"/>
        </a:p>
      </dgm:t>
    </dgm:pt>
    <dgm:pt modelId="{2181132B-7E7A-4007-8E3C-C6641E3687A8}">
      <dgm:prSet custT="1"/>
      <dgm:spPr>
        <a:solidFill>
          <a:schemeClr val="accent6"/>
        </a:solidFill>
      </dgm:spPr>
      <dgm:t>
        <a:bodyPr/>
        <a:lstStyle/>
        <a:p>
          <a:pPr algn="ctr">
            <a:buFont typeface="Arial" panose="020B0604020202020204" pitchFamily="34" charset="0"/>
            <a:buChar char="•"/>
          </a:pPr>
          <a:r>
            <a:rPr lang="en-US" sz="1400"/>
            <a:t>LAYER_THICKNESS</a:t>
          </a:r>
        </a:p>
      </dgm:t>
    </dgm:pt>
    <dgm:pt modelId="{966AAB84-1AE5-4B72-B827-A2FB4E6C6596}" type="parTrans" cxnId="{505F0E20-15B4-49EC-AC22-58C6B7C5B71C}">
      <dgm:prSet/>
      <dgm:spPr/>
      <dgm:t>
        <a:bodyPr/>
        <a:lstStyle/>
        <a:p>
          <a:endParaRPr lang="en-US"/>
        </a:p>
      </dgm:t>
    </dgm:pt>
    <dgm:pt modelId="{880EFC2C-FF71-4040-B744-07E9F0BC3C22}" type="sibTrans" cxnId="{505F0E20-15B4-49EC-AC22-58C6B7C5B71C}">
      <dgm:prSet/>
      <dgm:spPr/>
      <dgm:t>
        <a:bodyPr/>
        <a:lstStyle/>
        <a:p>
          <a:endParaRPr lang="en-US"/>
        </a:p>
      </dgm:t>
    </dgm:pt>
    <dgm:pt modelId="{F6047288-0E51-4739-9B41-745E8B9A4BAA}">
      <dgm:prSet custT="1"/>
      <dgm:spPr>
        <a:solidFill>
          <a:schemeClr val="accent6"/>
        </a:solidFill>
      </dgm:spPr>
      <dgm:t>
        <a:bodyPr/>
        <a:lstStyle/>
        <a:p>
          <a:pPr algn="ctr">
            <a:buFont typeface="Arial" panose="020B0604020202020204" pitchFamily="34" charset="0"/>
            <a:buChar char="•"/>
          </a:pPr>
          <a:r>
            <a:rPr lang="en-US" sz="1400"/>
            <a:t>Z_OFFSET</a:t>
          </a:r>
        </a:p>
      </dgm:t>
    </dgm:pt>
    <dgm:pt modelId="{79DE2550-2862-4CEB-BA73-2A2860E37229}" type="parTrans" cxnId="{444E189B-FA12-485E-949C-5BB207C92C0D}">
      <dgm:prSet/>
      <dgm:spPr/>
      <dgm:t>
        <a:bodyPr/>
        <a:lstStyle/>
        <a:p>
          <a:endParaRPr lang="en-US"/>
        </a:p>
      </dgm:t>
    </dgm:pt>
    <dgm:pt modelId="{D6921928-8964-4783-9DD0-54E077E05750}" type="sibTrans" cxnId="{444E189B-FA12-485E-949C-5BB207C92C0D}">
      <dgm:prSet/>
      <dgm:spPr/>
      <dgm:t>
        <a:bodyPr/>
        <a:lstStyle/>
        <a:p>
          <a:endParaRPr lang="en-US"/>
        </a:p>
      </dgm:t>
    </dgm:pt>
    <dgm:pt modelId="{519A36D7-427F-4C50-8104-3989C0AD4A72}">
      <dgm:prSet custT="1"/>
      <dgm:spPr>
        <a:solidFill>
          <a:schemeClr val="accent6"/>
        </a:solidFill>
      </dgm:spPr>
      <dgm:t>
        <a:bodyPr/>
        <a:lstStyle/>
        <a:p>
          <a:pPr algn="ctr">
            <a:buFont typeface="Arial" panose="020B0604020202020204" pitchFamily="34" charset="0"/>
            <a:buChar char="•"/>
          </a:pPr>
          <a:r>
            <a:rPr lang="en-US" sz="1400"/>
            <a:t> MIN_DISTANCE,</a:t>
          </a:r>
        </a:p>
      </dgm:t>
    </dgm:pt>
    <dgm:pt modelId="{2C058E68-AE91-4FE9-9294-07A12427EDF3}" type="parTrans" cxnId="{15D1BCB8-66A6-46F9-8902-EA47CD1396D4}">
      <dgm:prSet/>
      <dgm:spPr/>
      <dgm:t>
        <a:bodyPr/>
        <a:lstStyle/>
        <a:p>
          <a:endParaRPr lang="en-US"/>
        </a:p>
      </dgm:t>
    </dgm:pt>
    <dgm:pt modelId="{E13407B4-1E4D-4F4C-A0DE-E3EAF6345C4C}" type="sibTrans" cxnId="{15D1BCB8-66A6-46F9-8902-EA47CD1396D4}">
      <dgm:prSet/>
      <dgm:spPr/>
      <dgm:t>
        <a:bodyPr/>
        <a:lstStyle/>
        <a:p>
          <a:endParaRPr lang="en-US"/>
        </a:p>
      </dgm:t>
    </dgm:pt>
    <dgm:pt modelId="{1A3378A4-D8A4-4F2A-8D3A-CFD3ED3CCC93}">
      <dgm:prSet custT="1"/>
      <dgm:spPr>
        <a:solidFill>
          <a:schemeClr val="accent6"/>
        </a:solidFill>
      </dgm:spPr>
      <dgm:t>
        <a:bodyPr/>
        <a:lstStyle/>
        <a:p>
          <a:pPr algn="ctr">
            <a:buFont typeface="Arial" panose="020B0604020202020204" pitchFamily="34" charset="0"/>
            <a:buChar char="•"/>
          </a:pPr>
          <a:r>
            <a:rPr lang="en-US" sz="1400"/>
            <a:t>SAFE_Z_RELATIVE</a:t>
          </a:r>
        </a:p>
      </dgm:t>
    </dgm:pt>
    <dgm:pt modelId="{97987343-ADD8-434F-A268-5830CEACAC43}" type="parTrans" cxnId="{4CE85004-A382-4B4D-86A8-7E858005C045}">
      <dgm:prSet/>
      <dgm:spPr/>
      <dgm:t>
        <a:bodyPr/>
        <a:lstStyle/>
        <a:p>
          <a:endParaRPr lang="en-US"/>
        </a:p>
      </dgm:t>
    </dgm:pt>
    <dgm:pt modelId="{A9FB1B2A-960B-4B48-8A53-285C8ECCE080}" type="sibTrans" cxnId="{4CE85004-A382-4B4D-86A8-7E858005C045}">
      <dgm:prSet/>
      <dgm:spPr/>
      <dgm:t>
        <a:bodyPr/>
        <a:lstStyle/>
        <a:p>
          <a:endParaRPr lang="en-US"/>
        </a:p>
      </dgm:t>
    </dgm:pt>
    <dgm:pt modelId="{707918AF-A4B4-4418-A1ED-98DE517BFEAA}">
      <dgm:prSet custT="1"/>
      <dgm:spPr>
        <a:solidFill>
          <a:schemeClr val="accent6"/>
        </a:solidFill>
      </dgm:spPr>
      <dgm:t>
        <a:bodyPr/>
        <a:lstStyle/>
        <a:p>
          <a:pPr algn="ctr">
            <a:buFont typeface="Arial" panose="020B0604020202020204" pitchFamily="34" charset="0"/>
            <a:buChar char="•"/>
          </a:pPr>
          <a:r>
            <a:rPr lang="en-US" sz="1400"/>
            <a:t> The toolpath with G01 </a:t>
          </a:r>
        </a:p>
      </dgm:t>
    </dgm:pt>
    <dgm:pt modelId="{F805CA2C-A6FD-4792-8C31-F2315DEFCA70}" type="parTrans" cxnId="{151C0993-8F6E-490A-AC17-2E5A32BDC46C}">
      <dgm:prSet/>
      <dgm:spPr/>
      <dgm:t>
        <a:bodyPr/>
        <a:lstStyle/>
        <a:p>
          <a:endParaRPr lang="en-US"/>
        </a:p>
      </dgm:t>
    </dgm:pt>
    <dgm:pt modelId="{1A881260-B1E1-4B9A-ABE3-BC2EBEFDAE0E}" type="sibTrans" cxnId="{151C0993-8F6E-490A-AC17-2E5A32BDC46C}">
      <dgm:prSet/>
      <dgm:spPr/>
      <dgm:t>
        <a:bodyPr/>
        <a:lstStyle/>
        <a:p>
          <a:endParaRPr lang="en-US"/>
        </a:p>
      </dgm:t>
    </dgm:pt>
    <dgm:pt modelId="{677A2273-5718-4C58-88B0-9FA72A719D66}">
      <dgm:prSet custT="1"/>
      <dgm:spPr>
        <a:solidFill>
          <a:schemeClr val="accent6"/>
        </a:solidFill>
      </dgm:spPr>
      <dgm:t>
        <a:bodyPr/>
        <a:lstStyle/>
        <a:p>
          <a:pPr algn="ctr">
            <a:buFont typeface="Arial" panose="020B0604020202020204" pitchFamily="34" charset="0"/>
            <a:buChar char="•"/>
          </a:pPr>
          <a:r>
            <a:rPr lang="en-US" sz="1400"/>
            <a:t>Footer (safe Z retract, M30 end) </a:t>
          </a:r>
        </a:p>
      </dgm:t>
    </dgm:pt>
    <dgm:pt modelId="{0ED4C61E-ACBD-4D41-9C28-4F515B143526}" type="parTrans" cxnId="{D29A22A9-5BAC-4358-95DE-1B3718486043}">
      <dgm:prSet/>
      <dgm:spPr/>
      <dgm:t>
        <a:bodyPr/>
        <a:lstStyle/>
        <a:p>
          <a:endParaRPr lang="en-US"/>
        </a:p>
      </dgm:t>
    </dgm:pt>
    <dgm:pt modelId="{DBB9B4C2-437C-4FBF-BEFF-792CD20FC65F}" type="sibTrans" cxnId="{D29A22A9-5BAC-4358-95DE-1B3718486043}">
      <dgm:prSet/>
      <dgm:spPr/>
      <dgm:t>
        <a:bodyPr/>
        <a:lstStyle/>
        <a:p>
          <a:endParaRPr lang="en-US"/>
        </a:p>
      </dgm:t>
    </dgm:pt>
    <dgm:pt modelId="{75EE4E62-EBF0-434E-8B07-D34146FAC10B}">
      <dgm:prSet custT="1"/>
      <dgm:spPr>
        <a:solidFill>
          <a:schemeClr val="accent6"/>
        </a:solidFill>
      </dgm:spPr>
      <dgm:t>
        <a:bodyPr/>
        <a:lstStyle/>
        <a:p>
          <a:pPr algn="ctr">
            <a:buFont typeface="Arial" panose="020B0604020202020204" pitchFamily="34" charset="0"/>
            <a:buChar char="•"/>
          </a:pPr>
          <a:r>
            <a:rPr lang="en-US" sz="1400"/>
            <a:t>Saves to 'Gchord.txt'.</a:t>
          </a:r>
        </a:p>
      </dgm:t>
    </dgm:pt>
    <dgm:pt modelId="{FC789A31-9A95-4E2A-990D-85F023262B4E}" type="parTrans" cxnId="{489DD0E6-4888-4338-9486-63516CCA8DAD}">
      <dgm:prSet/>
      <dgm:spPr/>
      <dgm:t>
        <a:bodyPr/>
        <a:lstStyle/>
        <a:p>
          <a:endParaRPr lang="en-US"/>
        </a:p>
      </dgm:t>
    </dgm:pt>
    <dgm:pt modelId="{D2B464FC-C8E7-4D7D-A4A4-3EBAFB6CBE34}" type="sibTrans" cxnId="{489DD0E6-4888-4338-9486-63516CCA8DAD}">
      <dgm:prSet/>
      <dgm:spPr/>
      <dgm:t>
        <a:bodyPr/>
        <a:lstStyle/>
        <a:p>
          <a:endParaRPr lang="en-US"/>
        </a:p>
      </dgm:t>
    </dgm:pt>
    <dgm:pt modelId="{970C2271-16F0-4826-85B8-09AB31B39328}">
      <dgm:prSet custT="1"/>
      <dgm:spPr>
        <a:solidFill>
          <a:schemeClr val="accent6"/>
        </a:solidFill>
      </dgm:spPr>
      <dgm:t>
        <a:bodyPr/>
        <a:lstStyle/>
        <a:p>
          <a:pPr algn="ctr">
            <a:buFont typeface="Times New Roman" panose="02020603050405020304" pitchFamily="18" charset="0"/>
            <a:buChar char="•"/>
          </a:pPr>
          <a:r>
            <a:rPr lang="en-US" sz="1800" b="1"/>
            <a:t>Output Precision and Rounding</a:t>
          </a:r>
          <a:r>
            <a:rPr lang="en-US" sz="1800"/>
            <a:t>: </a:t>
          </a:r>
        </a:p>
      </dgm:t>
    </dgm:pt>
    <dgm:pt modelId="{3A956EB9-DEC6-4CEC-B2B7-10A45FB49116}" type="parTrans" cxnId="{8AEFD804-5ED6-49EC-B813-70153C76F3CA}">
      <dgm:prSet/>
      <dgm:spPr/>
      <dgm:t>
        <a:bodyPr/>
        <a:lstStyle/>
        <a:p>
          <a:endParaRPr lang="en-US"/>
        </a:p>
      </dgm:t>
    </dgm:pt>
    <dgm:pt modelId="{53297DDE-1DAA-459D-87E2-FB03584E2490}" type="sibTrans" cxnId="{8AEFD804-5ED6-49EC-B813-70153C76F3CA}">
      <dgm:prSet/>
      <dgm:spPr/>
      <dgm:t>
        <a:bodyPr/>
        <a:lstStyle/>
        <a:p>
          <a:endParaRPr lang="en-US"/>
        </a:p>
      </dgm:t>
    </dgm:pt>
    <dgm:pt modelId="{B2F83BAF-E189-40AB-9A3C-BEA35569E9E4}">
      <dgm:prSet custT="1"/>
      <dgm:spPr>
        <a:solidFill>
          <a:schemeClr val="accent6"/>
        </a:solidFill>
      </dgm:spPr>
      <dgm:t>
        <a:bodyPr/>
        <a:lstStyle/>
        <a:p>
          <a:pPr algn="ctr">
            <a:buFont typeface="Arial" panose="020B0604020202020204" pitchFamily="34" charset="0"/>
            <a:buChar char="•"/>
          </a:pPr>
          <a:r>
            <a:rPr lang="en-US" sz="1400"/>
            <a:t>Rounds coordinates to 2 decimal places.</a:t>
          </a:r>
        </a:p>
      </dgm:t>
    </dgm:pt>
    <dgm:pt modelId="{E42DF1A8-E1B6-485C-8090-32507B54D04B}" type="parTrans" cxnId="{85BEAAC1-14E4-4A37-9CEF-CA69C3483851}">
      <dgm:prSet/>
      <dgm:spPr/>
      <dgm:t>
        <a:bodyPr/>
        <a:lstStyle/>
        <a:p>
          <a:endParaRPr lang="en-US"/>
        </a:p>
      </dgm:t>
    </dgm:pt>
    <dgm:pt modelId="{48F40A7F-D231-4920-82DB-AE05F138C1C3}" type="sibTrans" cxnId="{85BEAAC1-14E4-4A37-9CEF-CA69C3483851}">
      <dgm:prSet/>
      <dgm:spPr/>
      <dgm:t>
        <a:bodyPr/>
        <a:lstStyle/>
        <a:p>
          <a:endParaRPr lang="en-US"/>
        </a:p>
      </dgm:t>
    </dgm:pt>
    <dgm:pt modelId="{A9736AD0-2AD1-418D-827A-786E00578488}">
      <dgm:prSet custT="1"/>
      <dgm:spPr>
        <a:solidFill>
          <a:schemeClr val="accent6"/>
        </a:solidFill>
      </dgm:spPr>
      <dgm:t>
        <a:bodyPr/>
        <a:lstStyle/>
        <a:p>
          <a:pPr algn="ctr">
            <a:buFont typeface="Times New Roman" panose="02020603050405020304" pitchFamily="18" charset="0"/>
            <a:buChar char="•"/>
          </a:pPr>
          <a:r>
            <a:rPr lang="en-US" sz="1800" b="0"/>
            <a:t>Offsets and Adjustments: </a:t>
          </a:r>
          <a:endParaRPr lang="en-US" sz="1800"/>
        </a:p>
      </dgm:t>
    </dgm:pt>
    <dgm:pt modelId="{CC1E3CFE-FF1F-4196-B0C5-C032A22C6C1A}" type="parTrans" cxnId="{39EC901E-21B6-406E-B824-A642C11C1D34}">
      <dgm:prSet/>
      <dgm:spPr/>
      <dgm:t>
        <a:bodyPr/>
        <a:lstStyle/>
        <a:p>
          <a:endParaRPr lang="en-US"/>
        </a:p>
      </dgm:t>
    </dgm:pt>
    <dgm:pt modelId="{464B068D-A9AF-4E7F-950B-C6EC1C75E632}" type="sibTrans" cxnId="{39EC901E-21B6-406E-B824-A642C11C1D34}">
      <dgm:prSet/>
      <dgm:spPr/>
      <dgm:t>
        <a:bodyPr/>
        <a:lstStyle/>
        <a:p>
          <a:endParaRPr lang="en-US"/>
        </a:p>
      </dgm:t>
    </dgm:pt>
    <dgm:pt modelId="{0751882A-1FBC-4534-A49C-1F51A7E0A9BC}">
      <dgm:prSet custT="1"/>
      <dgm:spPr>
        <a:solidFill>
          <a:schemeClr val="accent6"/>
        </a:solidFill>
      </dgm:spPr>
      <dgm:t>
        <a:bodyPr/>
        <a:lstStyle/>
        <a:p>
          <a:pPr algn="ctr">
            <a:buFont typeface="Arial" panose="020B0604020202020204" pitchFamily="34" charset="0"/>
            <a:buChar char="•"/>
          </a:pPr>
          <a:r>
            <a:rPr lang="en-US" sz="1400"/>
            <a:t>Applies inward reverse offset by tool diameter using centroid direction</a:t>
          </a:r>
        </a:p>
      </dgm:t>
    </dgm:pt>
    <dgm:pt modelId="{975C3B69-FEF8-4794-8281-E1E3FED2B71A}" type="parTrans" cxnId="{EFE76064-5D1D-4ECC-936C-65C6D3F1F2B7}">
      <dgm:prSet/>
      <dgm:spPr/>
      <dgm:t>
        <a:bodyPr/>
        <a:lstStyle/>
        <a:p>
          <a:endParaRPr lang="en-US"/>
        </a:p>
      </dgm:t>
    </dgm:pt>
    <dgm:pt modelId="{3FDA8BE1-612B-4D48-8C25-7B1D03563672}" type="sibTrans" cxnId="{EFE76064-5D1D-4ECC-936C-65C6D3F1F2B7}">
      <dgm:prSet/>
      <dgm:spPr/>
      <dgm:t>
        <a:bodyPr/>
        <a:lstStyle/>
        <a:p>
          <a:endParaRPr lang="en-US"/>
        </a:p>
      </dgm:t>
    </dgm:pt>
    <dgm:pt modelId="{3215395E-CC26-4367-9135-8B7035979789}">
      <dgm:prSet custT="1"/>
      <dgm:spPr>
        <a:solidFill>
          <a:schemeClr val="accent6"/>
        </a:solidFill>
      </dgm:spPr>
      <dgm:t>
        <a:bodyPr/>
        <a:lstStyle/>
        <a:p>
          <a:pPr algn="ctr">
            <a:buFont typeface="Arial" panose="020B0604020202020204" pitchFamily="34" charset="0"/>
            <a:buChar char="•"/>
          </a:pPr>
          <a:r>
            <a:rPr lang="en-US" sz="1400"/>
            <a:t>Adds Z springback offset</a:t>
          </a:r>
        </a:p>
      </dgm:t>
    </dgm:pt>
    <dgm:pt modelId="{242484F4-2FFC-4166-9156-C4DE8C644E20}" type="parTrans" cxnId="{385F4676-6F38-46C9-9129-C1EB3598E4E1}">
      <dgm:prSet/>
      <dgm:spPr/>
      <dgm:t>
        <a:bodyPr/>
        <a:lstStyle/>
        <a:p>
          <a:endParaRPr lang="en-US"/>
        </a:p>
      </dgm:t>
    </dgm:pt>
    <dgm:pt modelId="{6EFE4C0F-D7B7-41B3-83FD-B9B66D1C6B08}" type="sibTrans" cxnId="{385F4676-6F38-46C9-9129-C1EB3598E4E1}">
      <dgm:prSet/>
      <dgm:spPr/>
      <dgm:t>
        <a:bodyPr/>
        <a:lstStyle/>
        <a:p>
          <a:endParaRPr lang="en-US"/>
        </a:p>
      </dgm:t>
    </dgm:pt>
    <dgm:pt modelId="{A61091A4-8452-4E12-9375-ED4D17425BE8}">
      <dgm:prSet custT="1"/>
      <dgm:spPr>
        <a:solidFill>
          <a:schemeClr val="accent6"/>
        </a:solidFill>
      </dgm:spPr>
      <dgm:t>
        <a:bodyPr/>
        <a:lstStyle/>
        <a:p>
          <a:pPr algn="ctr">
            <a:buFont typeface="Arial" panose="020B0604020202020204" pitchFamily="34" charset="0"/>
            <a:buChar char="•"/>
          </a:pPr>
          <a:r>
            <a:rPr lang="en-US" sz="1400"/>
            <a:t>Adds a global Z drop offset</a:t>
          </a:r>
        </a:p>
      </dgm:t>
    </dgm:pt>
    <dgm:pt modelId="{8551A7DC-FC4A-4ADB-B206-3CEAF2B511B3}" type="parTrans" cxnId="{6BAD5C3C-42D6-4DF7-A08F-BE66A7B3D4CE}">
      <dgm:prSet/>
      <dgm:spPr/>
      <dgm:t>
        <a:bodyPr/>
        <a:lstStyle/>
        <a:p>
          <a:endParaRPr lang="en-US"/>
        </a:p>
      </dgm:t>
    </dgm:pt>
    <dgm:pt modelId="{D5779B41-08D3-47E7-93EA-0A8C3D3F9CD8}" type="sibTrans" cxnId="{6BAD5C3C-42D6-4DF7-A08F-BE66A7B3D4CE}">
      <dgm:prSet/>
      <dgm:spPr/>
      <dgm:t>
        <a:bodyPr/>
        <a:lstStyle/>
        <a:p>
          <a:endParaRPr lang="en-US"/>
        </a:p>
      </dgm:t>
    </dgm:pt>
    <dgm:pt modelId="{FA9D1CE3-F98D-4A0F-870E-42483E4AE186}">
      <dgm:prSet custT="1"/>
      <dgm:spPr>
        <a:solidFill>
          <a:schemeClr val="accent6"/>
        </a:solidFill>
      </dgm:spPr>
      <dgm:t>
        <a:bodyPr/>
        <a:lstStyle/>
        <a:p>
          <a:pPr algn="ctr">
            <a:buFont typeface="Arial" panose="020B0604020202020204" pitchFamily="34" charset="0"/>
            <a:buChar char="•"/>
          </a:pPr>
          <a:r>
            <a:rPr lang="en-US" sz="1400"/>
            <a:t>Smooths points post-offset.</a:t>
          </a:r>
        </a:p>
      </dgm:t>
    </dgm:pt>
    <dgm:pt modelId="{9DAC16C6-0420-40E0-B590-84EB42C82355}" type="parTrans" cxnId="{F0978364-7A26-453F-BAA2-C98A30AD1BF2}">
      <dgm:prSet/>
      <dgm:spPr/>
      <dgm:t>
        <a:bodyPr/>
        <a:lstStyle/>
        <a:p>
          <a:endParaRPr lang="en-US"/>
        </a:p>
      </dgm:t>
    </dgm:pt>
    <dgm:pt modelId="{A1A941C2-1080-4514-9D3C-E98D20018E8B}" type="sibTrans" cxnId="{F0978364-7A26-453F-BAA2-C98A30AD1BF2}">
      <dgm:prSet/>
      <dgm:spPr/>
      <dgm:t>
        <a:bodyPr/>
        <a:lstStyle/>
        <a:p>
          <a:endParaRPr lang="en-US"/>
        </a:p>
      </dgm:t>
    </dgm:pt>
    <dgm:pt modelId="{A3FAAD35-C1F1-4B32-889C-2D3744A6200F}">
      <dgm:prSet/>
      <dgm:spPr>
        <a:solidFill>
          <a:schemeClr val="accent6"/>
        </a:solidFill>
      </dgm:spPr>
      <dgm:t>
        <a:bodyPr/>
        <a:lstStyle/>
        <a:p>
          <a:pPr algn="ctr">
            <a:buFont typeface="Arial" panose="020B0604020202020204" pitchFamily="34" charset="0"/>
            <a:buChar char="•"/>
          </a:pPr>
          <a:r>
            <a:rPr lang="en-US"/>
            <a:t>Closes each layer loop</a:t>
          </a:r>
        </a:p>
      </dgm:t>
    </dgm:pt>
    <dgm:pt modelId="{1FFC38AE-16F5-4DA6-A1D3-8CF038B32DFB}" type="parTrans" cxnId="{A2759C71-751A-4D41-8D38-527095E52A3C}">
      <dgm:prSet/>
      <dgm:spPr/>
      <dgm:t>
        <a:bodyPr/>
        <a:lstStyle/>
        <a:p>
          <a:endParaRPr lang="en-US"/>
        </a:p>
      </dgm:t>
    </dgm:pt>
    <dgm:pt modelId="{CEB861D7-BF80-4C93-BA75-E489795DBF6A}" type="sibTrans" cxnId="{A2759C71-751A-4D41-8D38-527095E52A3C}">
      <dgm:prSet/>
      <dgm:spPr/>
      <dgm:t>
        <a:bodyPr/>
        <a:lstStyle/>
        <a:p>
          <a:endParaRPr lang="en-US"/>
        </a:p>
      </dgm:t>
    </dgm:pt>
    <dgm:pt modelId="{1B6FA07A-A348-4882-BBAB-0B1400D9303C}" type="pres">
      <dgm:prSet presAssocID="{DC1E4203-2F25-469A-AD84-93C704A821F9}" presName="diagram" presStyleCnt="0">
        <dgm:presLayoutVars>
          <dgm:dir/>
          <dgm:resizeHandles val="exact"/>
        </dgm:presLayoutVars>
      </dgm:prSet>
      <dgm:spPr/>
    </dgm:pt>
    <dgm:pt modelId="{10876066-D232-43D7-A109-99513F08741E}" type="pres">
      <dgm:prSet presAssocID="{B892729B-4C15-4196-8B1E-6FD108E8A5CD}" presName="node" presStyleLbl="node1" presStyleIdx="0" presStyleCnt="9" custScaleX="791498" custScaleY="811045">
        <dgm:presLayoutVars>
          <dgm:bulletEnabled val="1"/>
        </dgm:presLayoutVars>
      </dgm:prSet>
      <dgm:spPr/>
    </dgm:pt>
    <dgm:pt modelId="{F53D35F2-04E2-465C-9618-9311C222DE1B}" type="pres">
      <dgm:prSet presAssocID="{7A18A6E0-4A15-49F1-A68D-84E6709BBFEF}" presName="sibTrans" presStyleCnt="0"/>
      <dgm:spPr/>
    </dgm:pt>
    <dgm:pt modelId="{FEC7EE8C-942D-4682-9FBE-DEBF0ED526F6}" type="pres">
      <dgm:prSet presAssocID="{0997DF1D-FE40-4B2C-8218-979F72A194EE}" presName="node" presStyleLbl="node1" presStyleIdx="1" presStyleCnt="9" custScaleX="791498" custScaleY="811045">
        <dgm:presLayoutVars>
          <dgm:bulletEnabled val="1"/>
        </dgm:presLayoutVars>
      </dgm:prSet>
      <dgm:spPr/>
    </dgm:pt>
    <dgm:pt modelId="{C673985A-5ED8-45DC-9094-CE7CB0775FBA}" type="pres">
      <dgm:prSet presAssocID="{0BDB303A-0745-4418-82F7-034D6438582D}" presName="sibTrans" presStyleCnt="0"/>
      <dgm:spPr/>
    </dgm:pt>
    <dgm:pt modelId="{C174CE73-EA12-409F-9DAE-7745398C2341}" type="pres">
      <dgm:prSet presAssocID="{B5F76E07-8B3D-4470-A0E1-78DD5420D43A}" presName="node" presStyleLbl="node1" presStyleIdx="2" presStyleCnt="9" custScaleX="791498" custScaleY="811045">
        <dgm:presLayoutVars>
          <dgm:bulletEnabled val="1"/>
        </dgm:presLayoutVars>
      </dgm:prSet>
      <dgm:spPr/>
    </dgm:pt>
    <dgm:pt modelId="{78064D49-74A5-4AAB-A578-B021ACC8A550}" type="pres">
      <dgm:prSet presAssocID="{CD9096B0-D28B-4363-85A4-C5BD32B1DCD6}" presName="sibTrans" presStyleCnt="0"/>
      <dgm:spPr/>
    </dgm:pt>
    <dgm:pt modelId="{76B1A383-3A53-47A8-A61F-A6FD28C04CBE}" type="pres">
      <dgm:prSet presAssocID="{23BA9E18-F353-48EB-A0B1-E077B30F2C10}" presName="node" presStyleLbl="node1" presStyleIdx="3" presStyleCnt="9" custScaleX="791498" custScaleY="811045">
        <dgm:presLayoutVars>
          <dgm:bulletEnabled val="1"/>
        </dgm:presLayoutVars>
      </dgm:prSet>
      <dgm:spPr/>
    </dgm:pt>
    <dgm:pt modelId="{F679826D-ABF0-4D4A-B6B1-74DFE714CDA1}" type="pres">
      <dgm:prSet presAssocID="{C96F307A-7D37-47D1-A818-BC9B7EB02FB0}" presName="sibTrans" presStyleCnt="0"/>
      <dgm:spPr/>
    </dgm:pt>
    <dgm:pt modelId="{0366AA8E-7563-4456-8D55-3E328D0219C0}" type="pres">
      <dgm:prSet presAssocID="{970C2271-16F0-4826-85B8-09AB31B39328}" presName="node" presStyleLbl="node1" presStyleIdx="4" presStyleCnt="9" custScaleX="791498" custScaleY="811045">
        <dgm:presLayoutVars>
          <dgm:bulletEnabled val="1"/>
        </dgm:presLayoutVars>
      </dgm:prSet>
      <dgm:spPr/>
    </dgm:pt>
    <dgm:pt modelId="{70854668-CB20-482B-B58B-CDE6DBC1B56C}" type="pres">
      <dgm:prSet presAssocID="{53297DDE-1DAA-459D-87E2-FB03584E2490}" presName="sibTrans" presStyleCnt="0"/>
      <dgm:spPr/>
    </dgm:pt>
    <dgm:pt modelId="{2C48D448-E449-46EB-B9EB-01A1490F81A2}" type="pres">
      <dgm:prSet presAssocID="{360DAD67-C7EE-4494-ADBC-B148007C816E}" presName="node" presStyleLbl="node1" presStyleIdx="5" presStyleCnt="9" custScaleX="791498" custScaleY="811045">
        <dgm:presLayoutVars>
          <dgm:bulletEnabled val="1"/>
        </dgm:presLayoutVars>
      </dgm:prSet>
      <dgm:spPr/>
    </dgm:pt>
    <dgm:pt modelId="{2A92DF27-9EE5-4AA6-8B2B-2AA74ECC3FA8}" type="pres">
      <dgm:prSet presAssocID="{3177AE44-7D57-4235-800C-9E1E6AC20D4D}" presName="sibTrans" presStyleCnt="0"/>
      <dgm:spPr/>
    </dgm:pt>
    <dgm:pt modelId="{B901B163-4141-4DFF-97C5-FE65CC0EBADA}" type="pres">
      <dgm:prSet presAssocID="{A9736AD0-2AD1-418D-827A-786E00578488}" presName="node" presStyleLbl="node1" presStyleIdx="6" presStyleCnt="9" custScaleX="791498" custScaleY="811045">
        <dgm:presLayoutVars>
          <dgm:bulletEnabled val="1"/>
        </dgm:presLayoutVars>
      </dgm:prSet>
      <dgm:spPr/>
    </dgm:pt>
    <dgm:pt modelId="{D2465D83-CF10-498C-89DE-E96A2B1AF511}" type="pres">
      <dgm:prSet presAssocID="{464B068D-A9AF-4E7F-950B-C6EC1C75E632}" presName="sibTrans" presStyleCnt="0"/>
      <dgm:spPr/>
    </dgm:pt>
    <dgm:pt modelId="{537F88F2-AE08-4BDC-85D7-EC453405A087}" type="pres">
      <dgm:prSet presAssocID="{5FC90942-015F-444A-A02B-46F4A0ED85B6}" presName="node" presStyleLbl="node1" presStyleIdx="7" presStyleCnt="9" custScaleX="791498" custScaleY="811045">
        <dgm:presLayoutVars>
          <dgm:bulletEnabled val="1"/>
        </dgm:presLayoutVars>
      </dgm:prSet>
      <dgm:spPr/>
    </dgm:pt>
    <dgm:pt modelId="{EBB8ED1E-0242-452C-A73E-EDF272CC0E91}" type="pres">
      <dgm:prSet presAssocID="{604AEB62-F22E-4D7E-9EC0-FCDB73410685}" presName="sibTrans" presStyleCnt="0"/>
      <dgm:spPr/>
    </dgm:pt>
    <dgm:pt modelId="{CF3B23E7-51E2-4A49-A77F-24E0A4BF1A4F}" type="pres">
      <dgm:prSet presAssocID="{DC5F4DC1-D373-4A9B-BDE5-C463A2109FB0}" presName="node" presStyleLbl="node1" presStyleIdx="8" presStyleCnt="9" custScaleX="791498" custScaleY="811045">
        <dgm:presLayoutVars>
          <dgm:bulletEnabled val="1"/>
        </dgm:presLayoutVars>
      </dgm:prSet>
      <dgm:spPr/>
    </dgm:pt>
  </dgm:ptLst>
  <dgm:cxnLst>
    <dgm:cxn modelId="{347D4E03-C2C4-43E1-A12B-613E815B13B3}" type="presOf" srcId="{A9736AD0-2AD1-418D-827A-786E00578488}" destId="{B901B163-4141-4DFF-97C5-FE65CC0EBADA}" srcOrd="0" destOrd="0" presId="urn:microsoft.com/office/officeart/2005/8/layout/default"/>
    <dgm:cxn modelId="{A823B103-6ACB-480E-BDCB-D202770D3141}" srcId="{DC1E4203-2F25-469A-AD84-93C704A821F9}" destId="{0997DF1D-FE40-4B2C-8218-979F72A194EE}" srcOrd="1" destOrd="0" parTransId="{ED422DF3-1AFB-4361-A328-6539A12C00E3}" sibTransId="{0BDB303A-0745-4418-82F7-034D6438582D}"/>
    <dgm:cxn modelId="{4CE85004-A382-4B4D-86A8-7E858005C045}" srcId="{DC5F4DC1-D373-4A9B-BDE5-C463A2109FB0}" destId="{1A3378A4-D8A4-4F2A-8D3A-CFD3ED3CCC93}" srcOrd="5" destOrd="0" parTransId="{97987343-ADD8-434F-A268-5830CEACAC43}" sibTransId="{A9FB1B2A-960B-4B48-8A53-285C8ECCE080}"/>
    <dgm:cxn modelId="{8AEFD804-5ED6-49EC-B813-70153C76F3CA}" srcId="{DC1E4203-2F25-469A-AD84-93C704A821F9}" destId="{970C2271-16F0-4826-85B8-09AB31B39328}" srcOrd="4" destOrd="0" parTransId="{3A956EB9-DEC6-4CEC-B2B7-10A45FB49116}" sibTransId="{53297DDE-1DAA-459D-87E2-FB03584E2490}"/>
    <dgm:cxn modelId="{64089307-F6A6-4E51-8118-ACA40CE60F32}" type="presOf" srcId="{DC1E4203-2F25-469A-AD84-93C704A821F9}" destId="{1B6FA07A-A348-4882-BBAB-0B1400D9303C}" srcOrd="0" destOrd="0" presId="urn:microsoft.com/office/officeart/2005/8/layout/default"/>
    <dgm:cxn modelId="{8D35530C-D2CC-48F0-93B6-77120BB8A240}" type="presOf" srcId="{23BA9E18-F353-48EB-A0B1-E077B30F2C10}" destId="{76B1A383-3A53-47A8-A61F-A6FD28C04CBE}" srcOrd="0" destOrd="0" presId="urn:microsoft.com/office/officeart/2005/8/layout/default"/>
    <dgm:cxn modelId="{F2EE6611-5F1D-4FEA-8760-CE540CDCF8BF}" srcId="{360DAD67-C7EE-4494-ADBC-B148007C816E}" destId="{1CFDB40B-6831-492D-B1C5-3C6AA0C2853A}" srcOrd="2" destOrd="0" parTransId="{D33BF829-9901-47BC-AA26-F1ADB4B2C3F3}" sibTransId="{6B1C0E2F-2942-46F3-B03D-103A86911425}"/>
    <dgm:cxn modelId="{43BA0714-0CA8-4F4F-9006-152B4E646047}" type="presOf" srcId="{707918AF-A4B4-4418-A1ED-98DE517BFEAA}" destId="{537F88F2-AE08-4BDC-85D7-EC453405A087}" srcOrd="0" destOrd="2" presId="urn:microsoft.com/office/officeart/2005/8/layout/default"/>
    <dgm:cxn modelId="{6CDD751C-1E9C-418B-B34B-4A69940729B9}" type="presOf" srcId="{1992AF29-B786-4D20-B3B0-BF1220C2873E}" destId="{537F88F2-AE08-4BDC-85D7-EC453405A087}" srcOrd="0" destOrd="1" presId="urn:microsoft.com/office/officeart/2005/8/layout/default"/>
    <dgm:cxn modelId="{39EC901E-21B6-406E-B824-A642C11C1D34}" srcId="{DC1E4203-2F25-469A-AD84-93C704A821F9}" destId="{A9736AD0-2AD1-418D-827A-786E00578488}" srcOrd="6" destOrd="0" parTransId="{CC1E3CFE-FF1F-4196-B0C5-C032A22C6C1A}" sibTransId="{464B068D-A9AF-4E7F-950B-C6EC1C75E632}"/>
    <dgm:cxn modelId="{505F0E20-15B4-49EC-AC22-58C6B7C5B71C}" srcId="{DC5F4DC1-D373-4A9B-BDE5-C463A2109FB0}" destId="{2181132B-7E7A-4007-8E3C-C6641E3687A8}" srcOrd="2" destOrd="0" parTransId="{966AAB84-1AE5-4B72-B827-A2FB4E6C6596}" sibTransId="{880EFC2C-FF71-4040-B744-07E9F0BC3C22}"/>
    <dgm:cxn modelId="{AE3CA921-E4E6-4578-9B4E-CAEDF8533E90}" type="presOf" srcId="{B2F83BAF-E189-40AB-9A3C-BEA35569E9E4}" destId="{0366AA8E-7563-4456-8D55-3E328D0219C0}" srcOrd="0" destOrd="1" presId="urn:microsoft.com/office/officeart/2005/8/layout/default"/>
    <dgm:cxn modelId="{1EEA7827-ED1D-4D79-AFE5-3B9AE5595137}" type="presOf" srcId="{DC5F4DC1-D373-4A9B-BDE5-C463A2109FB0}" destId="{CF3B23E7-51E2-4A49-A77F-24E0A4BF1A4F}" srcOrd="0" destOrd="0" presId="urn:microsoft.com/office/officeart/2005/8/layout/default"/>
    <dgm:cxn modelId="{CC556929-108C-4A33-AB98-8934115913D7}" type="presOf" srcId="{A61091A4-8452-4E12-9375-ED4D17425BE8}" destId="{B901B163-4141-4DFF-97C5-FE65CC0EBADA}" srcOrd="0" destOrd="3" presId="urn:microsoft.com/office/officeart/2005/8/layout/default"/>
    <dgm:cxn modelId="{7810032D-E872-4B06-B315-525B42C7B176}" srcId="{DC1E4203-2F25-469A-AD84-93C704A821F9}" destId="{DC5F4DC1-D373-4A9B-BDE5-C463A2109FB0}" srcOrd="8" destOrd="0" parTransId="{60D451CB-9689-4F6B-B814-EEE9AC7EA463}" sibTransId="{0B2FFF0E-84C1-4C41-BF7B-E795E51925F6}"/>
    <dgm:cxn modelId="{F0F5D93A-BFB8-4982-9C1B-A20C550397F2}" type="presOf" srcId="{6F39195A-21A8-4C31-989C-B6C16CAAEB14}" destId="{CF3B23E7-51E2-4A49-A77F-24E0A4BF1A4F}" srcOrd="0" destOrd="1" presId="urn:microsoft.com/office/officeart/2005/8/layout/default"/>
    <dgm:cxn modelId="{6BAD5C3C-42D6-4DF7-A08F-BE66A7B3D4CE}" srcId="{A9736AD0-2AD1-418D-827A-786E00578488}" destId="{A61091A4-8452-4E12-9375-ED4D17425BE8}" srcOrd="2" destOrd="0" parTransId="{8551A7DC-FC4A-4ADB-B206-3CEAF2B511B3}" sibTransId="{D5779B41-08D3-47E7-93EA-0A8C3D3F9CD8}"/>
    <dgm:cxn modelId="{DA375540-2000-490A-B4BC-6A0FFE94DE27}" type="presOf" srcId="{66881317-1D71-4662-8F19-6D90652FEFA6}" destId="{76B1A383-3A53-47A8-A61F-A6FD28C04CBE}" srcOrd="0" destOrd="2" presId="urn:microsoft.com/office/officeart/2005/8/layout/default"/>
    <dgm:cxn modelId="{AE2F8D5C-9489-4114-A25F-4CA4C37B029F}" type="presOf" srcId="{DB38E124-DCE0-4203-B2B7-19B85BD3FABF}" destId="{C174CE73-EA12-409F-9DAE-7745398C2341}" srcOrd="0" destOrd="1" presId="urn:microsoft.com/office/officeart/2005/8/layout/default"/>
    <dgm:cxn modelId="{CE9DA35E-9E69-4A82-953B-0BCB5785987A}" srcId="{B5F76E07-8B3D-4470-A0E1-78DD5420D43A}" destId="{DB38E124-DCE0-4203-B2B7-19B85BD3FABF}" srcOrd="0" destOrd="0" parTransId="{7A53224B-073B-4576-8CF5-910DE3C842A4}" sibTransId="{1E1B5C17-5D1B-4370-8DCA-BA89CB8DCC29}"/>
    <dgm:cxn modelId="{8469E35F-2246-4170-96D0-086BCC46FE1C}" type="presOf" srcId="{F6047288-0E51-4739-9B41-745E8B9A4BAA}" destId="{CF3B23E7-51E2-4A49-A77F-24E0A4BF1A4F}" srcOrd="0" destOrd="5" presId="urn:microsoft.com/office/officeart/2005/8/layout/default"/>
    <dgm:cxn modelId="{EFE76064-5D1D-4ECC-936C-65C6D3F1F2B7}" srcId="{A9736AD0-2AD1-418D-827A-786E00578488}" destId="{0751882A-1FBC-4534-A49C-1F51A7E0A9BC}" srcOrd="0" destOrd="0" parTransId="{975C3B69-FEF8-4794-8281-E1E3FED2B71A}" sibTransId="{3FDA8BE1-612B-4D48-8C25-7B1D03563672}"/>
    <dgm:cxn modelId="{F0978364-7A26-453F-BAA2-C98A30AD1BF2}" srcId="{A9736AD0-2AD1-418D-827A-786E00578488}" destId="{FA9D1CE3-F98D-4A0F-870E-42483E4AE186}" srcOrd="3" destOrd="0" parTransId="{9DAC16C6-0420-40E0-B590-84EB42C82355}" sibTransId="{A1A941C2-1080-4514-9D3C-E98D20018E8B}"/>
    <dgm:cxn modelId="{ACE9E548-F9A4-47A0-A176-818FFADE7EC0}" type="presOf" srcId="{3331B89E-31DD-4B3A-9123-25D25D5098F8}" destId="{FEC7EE8C-942D-4682-9FBE-DEBF0ED526F6}" srcOrd="0" destOrd="1" presId="urn:microsoft.com/office/officeart/2005/8/layout/default"/>
    <dgm:cxn modelId="{230FD269-B63D-4A6E-B0D0-9E9E20A50ADE}" type="presOf" srcId="{FA9D1CE3-F98D-4A0F-870E-42483E4AE186}" destId="{B901B163-4141-4DFF-97C5-FE65CC0EBADA}" srcOrd="0" destOrd="4" presId="urn:microsoft.com/office/officeart/2005/8/layout/default"/>
    <dgm:cxn modelId="{10896D4D-2025-423E-BF67-1EFD0EC7F259}" type="presOf" srcId="{0751882A-1FBC-4534-A49C-1F51A7E0A9BC}" destId="{B901B163-4141-4DFF-97C5-FE65CC0EBADA}" srcOrd="0" destOrd="1" presId="urn:microsoft.com/office/officeart/2005/8/layout/default"/>
    <dgm:cxn modelId="{2E6F516E-1D36-4F87-94B3-7D6FA26A8232}" type="presOf" srcId="{B5F76E07-8B3D-4470-A0E1-78DD5420D43A}" destId="{C174CE73-EA12-409F-9DAE-7745398C2341}" srcOrd="0" destOrd="0" presId="urn:microsoft.com/office/officeart/2005/8/layout/default"/>
    <dgm:cxn modelId="{A691EE4E-69CC-40E2-88A5-FD8F25BD9D36}" type="presOf" srcId="{360DAD67-C7EE-4494-ADBC-B148007C816E}" destId="{2C48D448-E449-46EB-B9EB-01A1490F81A2}" srcOrd="0" destOrd="0" presId="urn:microsoft.com/office/officeart/2005/8/layout/default"/>
    <dgm:cxn modelId="{A2759C71-751A-4D41-8D38-527095E52A3C}" srcId="{360DAD67-C7EE-4494-ADBC-B148007C816E}" destId="{A3FAAD35-C1F1-4B32-889C-2D3744A6200F}" srcOrd="1" destOrd="0" parTransId="{1FFC38AE-16F5-4DA6-A1D3-8CF038B32DFB}" sibTransId="{CEB861D7-BF80-4C93-BA75-E489795DBF6A}"/>
    <dgm:cxn modelId="{7628A051-962D-42EA-9E39-856A695D2076}" type="presOf" srcId="{970C2271-16F0-4826-85B8-09AB31B39328}" destId="{0366AA8E-7563-4456-8D55-3E328D0219C0}" srcOrd="0" destOrd="0" presId="urn:microsoft.com/office/officeart/2005/8/layout/default"/>
    <dgm:cxn modelId="{FBAFA571-52EF-4B15-ABB3-CE06EFC8F802}" type="presOf" srcId="{5FC90942-015F-444A-A02B-46F4A0ED85B6}" destId="{537F88F2-AE08-4BDC-85D7-EC453405A087}" srcOrd="0" destOrd="0" presId="urn:microsoft.com/office/officeart/2005/8/layout/default"/>
    <dgm:cxn modelId="{2FC43252-35E2-4E29-918C-CC6C53562AC8}" type="presOf" srcId="{519A36D7-427F-4C50-8104-3989C0AD4A72}" destId="{CF3B23E7-51E2-4A49-A77F-24E0A4BF1A4F}" srcOrd="0" destOrd="4" presId="urn:microsoft.com/office/officeart/2005/8/layout/default"/>
    <dgm:cxn modelId="{C65BCF73-3A69-49A2-885E-8079678BDCF7}" srcId="{B892729B-4C15-4196-8B1E-6FD108E8A5CD}" destId="{7151BDD0-3D47-47D7-A567-834DBE7F28CA}" srcOrd="0" destOrd="0" parTransId="{CFE04DD6-1E86-4BAE-816F-1C6FE04262BB}" sibTransId="{F20CE482-8633-4516-A635-B2DE8CD4144F}"/>
    <dgm:cxn modelId="{B5FBB375-9C23-40F4-9487-84A6595FDFA5}" type="presOf" srcId="{0997DF1D-FE40-4B2C-8218-979F72A194EE}" destId="{FEC7EE8C-942D-4682-9FBE-DEBF0ED526F6}" srcOrd="0" destOrd="0" presId="urn:microsoft.com/office/officeart/2005/8/layout/default"/>
    <dgm:cxn modelId="{385F4676-6F38-46C9-9129-C1EB3598E4E1}" srcId="{A9736AD0-2AD1-418D-827A-786E00578488}" destId="{3215395E-CC26-4367-9135-8B7035979789}" srcOrd="1" destOrd="0" parTransId="{242484F4-2FFC-4166-9156-C4DE8C644E20}" sibTransId="{6EFE4C0F-D7B7-41B3-83FD-B9B66D1C6B08}"/>
    <dgm:cxn modelId="{C6B94558-87FD-4540-B2DE-C2FE46046286}" srcId="{DC1E4203-2F25-469A-AD84-93C704A821F9}" destId="{B5F76E07-8B3D-4470-A0E1-78DD5420D43A}" srcOrd="2" destOrd="0" parTransId="{55192316-2BD6-4277-991F-3EDCB121EA6E}" sibTransId="{CD9096B0-D28B-4363-85A4-C5BD32B1DCD6}"/>
    <dgm:cxn modelId="{54B6C078-352E-4ED6-83B4-AE6F5E6F9256}" type="presOf" srcId="{2A2085FA-90E6-456D-B49A-9C0FF4CD39CD}" destId="{CF3B23E7-51E2-4A49-A77F-24E0A4BF1A4F}" srcOrd="0" destOrd="2" presId="urn:microsoft.com/office/officeart/2005/8/layout/default"/>
    <dgm:cxn modelId="{BC4C4059-83E5-4059-A5E7-26770EB4B520}" srcId="{0997DF1D-FE40-4B2C-8218-979F72A194EE}" destId="{B2F2E7C6-2A1D-4D4D-AD78-574340A85F9B}" srcOrd="1" destOrd="0" parTransId="{FCABCF87-ADC7-40DD-B17B-F99FB3705E86}" sibTransId="{F2C7B1CC-1849-4B94-9C05-A6F7E3771D45}"/>
    <dgm:cxn modelId="{0BA6757B-A197-4C99-8837-D239E428FCA7}" srcId="{360DAD67-C7EE-4494-ADBC-B148007C816E}" destId="{9C048BD8-6EAC-43A7-B000-053A612268BF}" srcOrd="0" destOrd="0" parTransId="{FF5F3181-BCD3-4183-B419-5A8A66A50D2D}" sibTransId="{C5B7951E-C5E0-4B31-9DA5-1B7A1E9FF9EA}"/>
    <dgm:cxn modelId="{4A7FA17B-4AC9-44F0-A7A0-2595120FB9E1}" type="presOf" srcId="{4D4DBE2A-D244-4E4A-835F-EEDBB3279498}" destId="{76B1A383-3A53-47A8-A61F-A6FD28C04CBE}" srcOrd="0" destOrd="1" presId="urn:microsoft.com/office/officeart/2005/8/layout/default"/>
    <dgm:cxn modelId="{FD62937C-88CA-4CDF-A359-C0AB67354F1F}" type="presOf" srcId="{677A2273-5718-4C58-88B0-9FA72A719D66}" destId="{537F88F2-AE08-4BDC-85D7-EC453405A087}" srcOrd="0" destOrd="3" presId="urn:microsoft.com/office/officeart/2005/8/layout/default"/>
    <dgm:cxn modelId="{90CD7892-D2D0-4BFF-818B-15C6B59E63BE}" srcId="{DC1E4203-2F25-469A-AD84-93C704A821F9}" destId="{5FC90942-015F-444A-A02B-46F4A0ED85B6}" srcOrd="7" destOrd="0" parTransId="{CD918696-4265-46A3-92A1-2A0D9605A4B7}" sibTransId="{604AEB62-F22E-4D7E-9EC0-FCDB73410685}"/>
    <dgm:cxn modelId="{151C0993-8F6E-490A-AC17-2E5A32BDC46C}" srcId="{5FC90942-015F-444A-A02B-46F4A0ED85B6}" destId="{707918AF-A4B4-4418-A1ED-98DE517BFEAA}" srcOrd="1" destOrd="0" parTransId="{F805CA2C-A6FD-4792-8C31-F2315DEFCA70}" sibTransId="{1A881260-B1E1-4B9A-ABE3-BC2EBEFDAE0E}"/>
    <dgm:cxn modelId="{B1FC2494-9CB5-4D65-90AD-FAD9743D1602}" srcId="{DC1E4203-2F25-469A-AD84-93C704A821F9}" destId="{360DAD67-C7EE-4494-ADBC-B148007C816E}" srcOrd="5" destOrd="0" parTransId="{1D9F4282-2E68-4725-8E2A-F30CD581E8E4}" sibTransId="{3177AE44-7D57-4235-800C-9E1E6AC20D4D}"/>
    <dgm:cxn modelId="{53C7DB94-3F42-48EE-8D09-C75C2AF351BA}" type="presOf" srcId="{7151BDD0-3D47-47D7-A567-834DBE7F28CA}" destId="{10876066-D232-43D7-A109-99513F08741E}" srcOrd="0" destOrd="1" presId="urn:microsoft.com/office/officeart/2005/8/layout/default"/>
    <dgm:cxn modelId="{444E189B-FA12-485E-949C-5BB207C92C0D}" srcId="{DC5F4DC1-D373-4A9B-BDE5-C463A2109FB0}" destId="{F6047288-0E51-4739-9B41-745E8B9A4BAA}" srcOrd="4" destOrd="0" parTransId="{79DE2550-2862-4CEB-BA73-2A2860E37229}" sibTransId="{D6921928-8964-4783-9DD0-54E077E05750}"/>
    <dgm:cxn modelId="{63DA49A3-4598-4798-A6F2-BF5E22F63950}" type="presOf" srcId="{B2F2E7C6-2A1D-4D4D-AD78-574340A85F9B}" destId="{FEC7EE8C-942D-4682-9FBE-DEBF0ED526F6}" srcOrd="0" destOrd="2" presId="urn:microsoft.com/office/officeart/2005/8/layout/default"/>
    <dgm:cxn modelId="{692EE9A5-7637-4792-9AC8-A5D5230C5DF7}" type="presOf" srcId="{9C048BD8-6EAC-43A7-B000-053A612268BF}" destId="{2C48D448-E449-46EB-B9EB-01A1490F81A2}" srcOrd="0" destOrd="1" presId="urn:microsoft.com/office/officeart/2005/8/layout/default"/>
    <dgm:cxn modelId="{D29A22A9-5BAC-4358-95DE-1B3718486043}" srcId="{5FC90942-015F-444A-A02B-46F4A0ED85B6}" destId="{677A2273-5718-4C58-88B0-9FA72A719D66}" srcOrd="2" destOrd="0" parTransId="{0ED4C61E-ACBD-4D41-9C28-4F515B143526}" sibTransId="{DBB9B4C2-437C-4FBF-BEFF-792CD20FC65F}"/>
    <dgm:cxn modelId="{47616FB7-DAFC-4D46-9558-9B3D314E72D3}" srcId="{DC5F4DC1-D373-4A9B-BDE5-C463A2109FB0}" destId="{2A2085FA-90E6-456D-B49A-9C0FF4CD39CD}" srcOrd="1" destOrd="0" parTransId="{31931585-AF1C-4510-8088-B19E9A15E6EB}" sibTransId="{55FA1AA9-C6FC-4FB6-AF52-7E0DF90CF9B0}"/>
    <dgm:cxn modelId="{15D1BCB8-66A6-46F9-8902-EA47CD1396D4}" srcId="{DC5F4DC1-D373-4A9B-BDE5-C463A2109FB0}" destId="{519A36D7-427F-4C50-8104-3989C0AD4A72}" srcOrd="3" destOrd="0" parTransId="{2C058E68-AE91-4FE9-9294-07A12427EDF3}" sibTransId="{E13407B4-1E4D-4F4C-A0DE-E3EAF6345C4C}"/>
    <dgm:cxn modelId="{85BEAAC1-14E4-4A37-9CEF-CA69C3483851}" srcId="{970C2271-16F0-4826-85B8-09AB31B39328}" destId="{B2F83BAF-E189-40AB-9A3C-BEA35569E9E4}" srcOrd="0" destOrd="0" parTransId="{E42DF1A8-E1B6-485C-8090-32507B54D04B}" sibTransId="{48F40A7F-D231-4920-82DB-AE05F138C1C3}"/>
    <dgm:cxn modelId="{D8B652C4-9544-428B-993C-C58AE1D1CB39}" srcId="{23BA9E18-F353-48EB-A0B1-E077B30F2C10}" destId="{66881317-1D71-4662-8F19-6D90652FEFA6}" srcOrd="1" destOrd="0" parTransId="{4F004DAE-D226-4630-82B1-E5E5C705E424}" sibTransId="{BA97D885-4CA8-4AE7-A259-7CB71E2A2CFB}"/>
    <dgm:cxn modelId="{D65D17C9-E894-4903-A861-44CBE0AF0E95}" type="presOf" srcId="{A3FAAD35-C1F1-4B32-889C-2D3744A6200F}" destId="{2C48D448-E449-46EB-B9EB-01A1490F81A2}" srcOrd="0" destOrd="2" presId="urn:microsoft.com/office/officeart/2005/8/layout/default"/>
    <dgm:cxn modelId="{C6B953C9-ECA8-437A-B327-88CCAB7E4B94}" type="presOf" srcId="{1A3378A4-D8A4-4F2A-8D3A-CFD3ED3CCC93}" destId="{CF3B23E7-51E2-4A49-A77F-24E0A4BF1A4F}" srcOrd="0" destOrd="6" presId="urn:microsoft.com/office/officeart/2005/8/layout/default"/>
    <dgm:cxn modelId="{9C9518CA-2245-40B5-B751-E60FE3BE3237}" srcId="{5FC90942-015F-444A-A02B-46F4A0ED85B6}" destId="{1992AF29-B786-4D20-B3B0-BF1220C2873E}" srcOrd="0" destOrd="0" parTransId="{D17B8F2A-702A-40C5-9526-7CFA5695585E}" sibTransId="{6C0B4DBA-AB0E-429E-A1B1-0445C3520B84}"/>
    <dgm:cxn modelId="{2590DDCB-87FF-45EA-94EF-AB0B034272FD}" type="presOf" srcId="{3215395E-CC26-4367-9135-8B7035979789}" destId="{B901B163-4141-4DFF-97C5-FE65CC0EBADA}" srcOrd="0" destOrd="2" presId="urn:microsoft.com/office/officeart/2005/8/layout/default"/>
    <dgm:cxn modelId="{4D105BCE-CFFC-4EAE-81D3-9EF1FF4A35EC}" srcId="{DC5F4DC1-D373-4A9B-BDE5-C463A2109FB0}" destId="{6F39195A-21A8-4C31-989C-B6C16CAAEB14}" srcOrd="0" destOrd="0" parTransId="{E7597647-C8B1-485D-AD29-073655429877}" sibTransId="{DACD6596-0089-4012-ADAA-08B31D61BBE6}"/>
    <dgm:cxn modelId="{244AFCDE-C7F1-4CAF-A40C-52BCCA3AF5A5}" type="presOf" srcId="{1CFDB40B-6831-492D-B1C5-3C6AA0C2853A}" destId="{2C48D448-E449-46EB-B9EB-01A1490F81A2}" srcOrd="0" destOrd="3" presId="urn:microsoft.com/office/officeart/2005/8/layout/default"/>
    <dgm:cxn modelId="{AF4308DF-1F71-4ECE-9D57-6A1B82D06E7F}" type="presOf" srcId="{1C498271-7D6F-47E5-AB70-C115F98A993D}" destId="{C174CE73-EA12-409F-9DAE-7745398C2341}" srcOrd="0" destOrd="2" presId="urn:microsoft.com/office/officeart/2005/8/layout/default"/>
    <dgm:cxn modelId="{44DA2BE0-C1AB-40A8-B0AA-C9645B75C8DC}" srcId="{DC1E4203-2F25-469A-AD84-93C704A821F9}" destId="{23BA9E18-F353-48EB-A0B1-E077B30F2C10}" srcOrd="3" destOrd="0" parTransId="{C1EA08C9-CF45-4F5F-9B5D-192BA40BD79C}" sibTransId="{C96F307A-7D37-47D1-A818-BC9B7EB02FB0}"/>
    <dgm:cxn modelId="{E1E411E3-7731-4810-82EF-2E39DD2261C7}" type="presOf" srcId="{B892729B-4C15-4196-8B1E-6FD108E8A5CD}" destId="{10876066-D232-43D7-A109-99513F08741E}" srcOrd="0" destOrd="0" presId="urn:microsoft.com/office/officeart/2005/8/layout/default"/>
    <dgm:cxn modelId="{055114E3-EFE7-4898-AD65-044853D50323}" srcId="{0997DF1D-FE40-4B2C-8218-979F72A194EE}" destId="{3331B89E-31DD-4B3A-9123-25D25D5098F8}" srcOrd="0" destOrd="0" parTransId="{5DC8F200-C40C-483B-A728-ADDED4380AA0}" sibTransId="{1BC9DDE5-D076-4FAE-B2E8-1AE1C267118A}"/>
    <dgm:cxn modelId="{489DD0E6-4888-4338-9486-63516CCA8DAD}" srcId="{5FC90942-015F-444A-A02B-46F4A0ED85B6}" destId="{75EE4E62-EBF0-434E-8B07-D34146FAC10B}" srcOrd="3" destOrd="0" parTransId="{FC789A31-9A95-4E2A-990D-85F023262B4E}" sibTransId="{D2B464FC-C8E7-4D7D-A4A4-3EBAFB6CBE34}"/>
    <dgm:cxn modelId="{1751D2E6-79CB-42EF-B640-5EDF2BF7377A}" type="presOf" srcId="{75EE4E62-EBF0-434E-8B07-D34146FAC10B}" destId="{537F88F2-AE08-4BDC-85D7-EC453405A087}" srcOrd="0" destOrd="4" presId="urn:microsoft.com/office/officeart/2005/8/layout/default"/>
    <dgm:cxn modelId="{0A1522F6-4646-4D8E-88FC-BECE2320742C}" srcId="{23BA9E18-F353-48EB-A0B1-E077B30F2C10}" destId="{4D4DBE2A-D244-4E4A-835F-EEDBB3279498}" srcOrd="0" destOrd="0" parTransId="{FAFB7916-410B-4389-921A-BD60BAB2BA0A}" sibTransId="{2D9FB134-5D0C-44A9-AC91-B44081555952}"/>
    <dgm:cxn modelId="{891C5AF9-07B2-42FC-BD1C-E80716B45D3E}" srcId="{B5F76E07-8B3D-4470-A0E1-78DD5420D43A}" destId="{1C498271-7D6F-47E5-AB70-C115F98A993D}" srcOrd="1" destOrd="0" parTransId="{AC2F1072-2AF0-46C0-9792-33DE0BF557A8}" sibTransId="{A7577528-1A32-4620-9766-67D62F355263}"/>
    <dgm:cxn modelId="{798038FD-4CD1-4105-9308-9BC2449ECA7E}" srcId="{DC1E4203-2F25-469A-AD84-93C704A821F9}" destId="{B892729B-4C15-4196-8B1E-6FD108E8A5CD}" srcOrd="0" destOrd="0" parTransId="{15B019A9-CD34-46CE-8659-F357107A3D00}" sibTransId="{7A18A6E0-4A15-49F1-A68D-84E6709BBFEF}"/>
    <dgm:cxn modelId="{F97E26FF-E70F-47F3-99A9-6DED824BDE98}" type="presOf" srcId="{2181132B-7E7A-4007-8E3C-C6641E3687A8}" destId="{CF3B23E7-51E2-4A49-A77F-24E0A4BF1A4F}" srcOrd="0" destOrd="3" presId="urn:microsoft.com/office/officeart/2005/8/layout/default"/>
    <dgm:cxn modelId="{0F18892B-DECC-4D20-AF37-9AA1FD471A2E}" type="presParOf" srcId="{1B6FA07A-A348-4882-BBAB-0B1400D9303C}" destId="{10876066-D232-43D7-A109-99513F08741E}" srcOrd="0" destOrd="0" presId="urn:microsoft.com/office/officeart/2005/8/layout/default"/>
    <dgm:cxn modelId="{E0455053-22FC-4CB1-BC9B-ACC8220307CD}" type="presParOf" srcId="{1B6FA07A-A348-4882-BBAB-0B1400D9303C}" destId="{F53D35F2-04E2-465C-9618-9311C222DE1B}" srcOrd="1" destOrd="0" presId="urn:microsoft.com/office/officeart/2005/8/layout/default"/>
    <dgm:cxn modelId="{9F89C843-AD5C-4997-AFFC-EF29D6394A7A}" type="presParOf" srcId="{1B6FA07A-A348-4882-BBAB-0B1400D9303C}" destId="{FEC7EE8C-942D-4682-9FBE-DEBF0ED526F6}" srcOrd="2" destOrd="0" presId="urn:microsoft.com/office/officeart/2005/8/layout/default"/>
    <dgm:cxn modelId="{BEBDE18B-221C-4201-8EAF-333BE5DF9F07}" type="presParOf" srcId="{1B6FA07A-A348-4882-BBAB-0B1400D9303C}" destId="{C673985A-5ED8-45DC-9094-CE7CB0775FBA}" srcOrd="3" destOrd="0" presId="urn:microsoft.com/office/officeart/2005/8/layout/default"/>
    <dgm:cxn modelId="{ACAB15FA-C0E6-4621-825F-5E74264DEFF6}" type="presParOf" srcId="{1B6FA07A-A348-4882-BBAB-0B1400D9303C}" destId="{C174CE73-EA12-409F-9DAE-7745398C2341}" srcOrd="4" destOrd="0" presId="urn:microsoft.com/office/officeart/2005/8/layout/default"/>
    <dgm:cxn modelId="{6D6E7ED7-7239-48B8-8940-E4A776015526}" type="presParOf" srcId="{1B6FA07A-A348-4882-BBAB-0B1400D9303C}" destId="{78064D49-74A5-4AAB-A578-B021ACC8A550}" srcOrd="5" destOrd="0" presId="urn:microsoft.com/office/officeart/2005/8/layout/default"/>
    <dgm:cxn modelId="{DB262B1E-A59E-40FF-B323-82B486CF9739}" type="presParOf" srcId="{1B6FA07A-A348-4882-BBAB-0B1400D9303C}" destId="{76B1A383-3A53-47A8-A61F-A6FD28C04CBE}" srcOrd="6" destOrd="0" presId="urn:microsoft.com/office/officeart/2005/8/layout/default"/>
    <dgm:cxn modelId="{6B793053-A011-4C6E-9E30-BBB6C7F2B8FD}" type="presParOf" srcId="{1B6FA07A-A348-4882-BBAB-0B1400D9303C}" destId="{F679826D-ABF0-4D4A-B6B1-74DFE714CDA1}" srcOrd="7" destOrd="0" presId="urn:microsoft.com/office/officeart/2005/8/layout/default"/>
    <dgm:cxn modelId="{DBC8EF81-EE58-4A93-B730-107441DDA64F}" type="presParOf" srcId="{1B6FA07A-A348-4882-BBAB-0B1400D9303C}" destId="{0366AA8E-7563-4456-8D55-3E328D0219C0}" srcOrd="8" destOrd="0" presId="urn:microsoft.com/office/officeart/2005/8/layout/default"/>
    <dgm:cxn modelId="{E904FCA4-BF65-41D8-A733-011D6E9F3AC7}" type="presParOf" srcId="{1B6FA07A-A348-4882-BBAB-0B1400D9303C}" destId="{70854668-CB20-482B-B58B-CDE6DBC1B56C}" srcOrd="9" destOrd="0" presId="urn:microsoft.com/office/officeart/2005/8/layout/default"/>
    <dgm:cxn modelId="{4810B60B-1D2E-408D-A863-7511A26413C3}" type="presParOf" srcId="{1B6FA07A-A348-4882-BBAB-0B1400D9303C}" destId="{2C48D448-E449-46EB-B9EB-01A1490F81A2}" srcOrd="10" destOrd="0" presId="urn:microsoft.com/office/officeart/2005/8/layout/default"/>
    <dgm:cxn modelId="{0C657C1B-A7B7-4726-942E-6308EE1AE082}" type="presParOf" srcId="{1B6FA07A-A348-4882-BBAB-0B1400D9303C}" destId="{2A92DF27-9EE5-4AA6-8B2B-2AA74ECC3FA8}" srcOrd="11" destOrd="0" presId="urn:microsoft.com/office/officeart/2005/8/layout/default"/>
    <dgm:cxn modelId="{FA61FFEB-6DA9-4998-B804-67F8B69723C3}" type="presParOf" srcId="{1B6FA07A-A348-4882-BBAB-0B1400D9303C}" destId="{B901B163-4141-4DFF-97C5-FE65CC0EBADA}" srcOrd="12" destOrd="0" presId="urn:microsoft.com/office/officeart/2005/8/layout/default"/>
    <dgm:cxn modelId="{A8BA23C5-9065-4688-A3E3-62AACCA4609D}" type="presParOf" srcId="{1B6FA07A-A348-4882-BBAB-0B1400D9303C}" destId="{D2465D83-CF10-498C-89DE-E96A2B1AF511}" srcOrd="13" destOrd="0" presId="urn:microsoft.com/office/officeart/2005/8/layout/default"/>
    <dgm:cxn modelId="{5A7D9DBF-B132-4118-9945-890010577BB1}" type="presParOf" srcId="{1B6FA07A-A348-4882-BBAB-0B1400D9303C}" destId="{537F88F2-AE08-4BDC-85D7-EC453405A087}" srcOrd="14" destOrd="0" presId="urn:microsoft.com/office/officeart/2005/8/layout/default"/>
    <dgm:cxn modelId="{0F4D5789-C175-4E0F-A1EB-F64FA42EB03F}" type="presParOf" srcId="{1B6FA07A-A348-4882-BBAB-0B1400D9303C}" destId="{EBB8ED1E-0242-452C-A73E-EDF272CC0E91}" srcOrd="15" destOrd="0" presId="urn:microsoft.com/office/officeart/2005/8/layout/default"/>
    <dgm:cxn modelId="{5DC353B9-03D7-428C-B804-5ABA8F052CA3}" type="presParOf" srcId="{1B6FA07A-A348-4882-BBAB-0B1400D9303C}" destId="{CF3B23E7-51E2-4A49-A77F-24E0A4BF1A4F}"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939FB-9639-455E-8AAA-68ADDF7B3028}">
      <dsp:nvSpPr>
        <dsp:cNvPr id="0" name=""/>
        <dsp:cNvSpPr/>
      </dsp:nvSpPr>
      <dsp:spPr>
        <a:xfrm>
          <a:off x="4626"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STL Data</a:t>
          </a:r>
        </a:p>
      </dsp:txBody>
      <dsp:txXfrm>
        <a:off x="41161" y="619405"/>
        <a:ext cx="1677669" cy="1174332"/>
      </dsp:txXfrm>
    </dsp:sp>
    <dsp:sp modelId="{796AB7A5-ACB5-4EC2-8C9A-07AE062A5B88}">
      <dsp:nvSpPr>
        <dsp:cNvPr id="0" name=""/>
        <dsp:cNvSpPr/>
      </dsp:nvSpPr>
      <dsp:spPr>
        <a:xfrm>
          <a:off x="1930440"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30440" y="1076317"/>
        <a:ext cx="259809" cy="260509"/>
      </dsp:txXfrm>
    </dsp:sp>
    <dsp:sp modelId="{118C2573-48C0-4E40-9429-761A7853F569}">
      <dsp:nvSpPr>
        <dsp:cNvPr id="0" name=""/>
        <dsp:cNvSpPr/>
      </dsp:nvSpPr>
      <dsp:spPr>
        <a:xfrm>
          <a:off x="2455661"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Point Cloud Formation</a:t>
          </a:r>
        </a:p>
      </dsp:txBody>
      <dsp:txXfrm>
        <a:off x="2492196" y="619405"/>
        <a:ext cx="1677669" cy="1174332"/>
      </dsp:txXfrm>
    </dsp:sp>
    <dsp:sp modelId="{CCAD73D1-3F3B-44B5-92FD-FB5C8CC699EE}">
      <dsp:nvSpPr>
        <dsp:cNvPr id="0" name=""/>
        <dsp:cNvSpPr/>
      </dsp:nvSpPr>
      <dsp:spPr>
        <a:xfrm>
          <a:off x="4381475"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381475" y="1076317"/>
        <a:ext cx="259809" cy="260509"/>
      </dsp:txXfrm>
    </dsp:sp>
    <dsp:sp modelId="{12BDA978-51CD-4342-B3DB-50EEA6F20091}">
      <dsp:nvSpPr>
        <dsp:cNvPr id="0" name=""/>
        <dsp:cNvSpPr/>
      </dsp:nvSpPr>
      <dsp:spPr>
        <a:xfrm>
          <a:off x="4906697" y="582870"/>
          <a:ext cx="1781640"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Toolpath Generation</a:t>
          </a:r>
        </a:p>
      </dsp:txBody>
      <dsp:txXfrm>
        <a:off x="4943232" y="619405"/>
        <a:ext cx="1708570" cy="1174332"/>
      </dsp:txXfrm>
    </dsp:sp>
    <dsp:sp modelId="{39E365C3-EF61-48EB-9CAF-3106C0728B0C}">
      <dsp:nvSpPr>
        <dsp:cNvPr id="0" name=""/>
        <dsp:cNvSpPr/>
      </dsp:nvSpPr>
      <dsp:spPr>
        <a:xfrm>
          <a:off x="6863412"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6863412" y="1076317"/>
        <a:ext cx="259809" cy="260509"/>
      </dsp:txXfrm>
    </dsp:sp>
    <dsp:sp modelId="{9523F211-D72D-4F46-AE18-24C03FBBB474}">
      <dsp:nvSpPr>
        <dsp:cNvPr id="0" name=""/>
        <dsp:cNvSpPr/>
      </dsp:nvSpPr>
      <dsp:spPr>
        <a:xfrm>
          <a:off x="7388633"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G-Code</a:t>
          </a:r>
        </a:p>
      </dsp:txBody>
      <dsp:txXfrm>
        <a:off x="7425168" y="619405"/>
        <a:ext cx="1677669" cy="11743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6066-D232-43D7-A109-99513F08741E}">
      <dsp:nvSpPr>
        <dsp:cNvPr id="0" name=""/>
        <dsp:cNvSpPr/>
      </dsp:nvSpPr>
      <dsp:spPr>
        <a:xfrm>
          <a:off x="382448" y="19775"/>
          <a:ext cx="2769705" cy="1669310"/>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STL Loading Method</a:t>
          </a:r>
        </a:p>
      </dsp:txBody>
      <dsp:txXfrm>
        <a:off x="382448" y="19775"/>
        <a:ext cx="2769705" cy="1669310"/>
      </dsp:txXfrm>
    </dsp:sp>
    <dsp:sp modelId="{FEC7EE8C-942D-4682-9FBE-DEBF0ED526F6}">
      <dsp:nvSpPr>
        <dsp:cNvPr id="0" name=""/>
        <dsp:cNvSpPr/>
      </dsp:nvSpPr>
      <dsp:spPr>
        <a:xfrm>
          <a:off x="3187147"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Point Processing and Filtering</a:t>
          </a:r>
        </a:p>
      </dsp:txBody>
      <dsp:txXfrm>
        <a:off x="3187147" y="2998"/>
        <a:ext cx="2769705" cy="1702864"/>
      </dsp:txXfrm>
    </dsp:sp>
    <dsp:sp modelId="{C174CE73-EA12-409F-9DAE-7745398C2341}">
      <dsp:nvSpPr>
        <dsp:cNvPr id="0" name=""/>
        <dsp:cNvSpPr/>
      </dsp:nvSpPr>
      <dsp:spPr>
        <a:xfrm>
          <a:off x="5991846"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Layer Identification</a:t>
          </a:r>
        </a:p>
      </dsp:txBody>
      <dsp:txXfrm>
        <a:off x="5991846" y="2998"/>
        <a:ext cx="2769705" cy="1702864"/>
      </dsp:txXfrm>
    </dsp:sp>
    <dsp:sp modelId="{76B1A383-3A53-47A8-A61F-A6FD28C04CBE}">
      <dsp:nvSpPr>
        <dsp:cNvPr id="0" name=""/>
        <dsp:cNvSpPr/>
      </dsp:nvSpPr>
      <dsp:spPr>
        <a:xfrm>
          <a:off x="382448"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Per-Layer Path Generation</a:t>
          </a:r>
        </a:p>
      </dsp:txBody>
      <dsp:txXfrm>
        <a:off x="382448" y="1740855"/>
        <a:ext cx="2769705" cy="1702864"/>
      </dsp:txXfrm>
    </dsp:sp>
    <dsp:sp modelId="{0366AA8E-7563-4456-8D55-3E328D0219C0}">
      <dsp:nvSpPr>
        <dsp:cNvPr id="0" name=""/>
        <dsp:cNvSpPr/>
      </dsp:nvSpPr>
      <dsp:spPr>
        <a:xfrm>
          <a:off x="3187147"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Output Precision and Rounding</a:t>
          </a:r>
        </a:p>
      </dsp:txBody>
      <dsp:txXfrm>
        <a:off x="3187147" y="1740855"/>
        <a:ext cx="2769705" cy="1702864"/>
      </dsp:txXfrm>
    </dsp:sp>
    <dsp:sp modelId="{2C48D448-E449-46EB-B9EB-01A1490F81A2}">
      <dsp:nvSpPr>
        <dsp:cNvPr id="0" name=""/>
        <dsp:cNvSpPr/>
      </dsp:nvSpPr>
      <dsp:spPr>
        <a:xfrm>
          <a:off x="5991846"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Path Ordering and Connection</a:t>
          </a:r>
        </a:p>
      </dsp:txBody>
      <dsp:txXfrm>
        <a:off x="5991846" y="1740855"/>
        <a:ext cx="2769705" cy="1702864"/>
      </dsp:txXfrm>
    </dsp:sp>
    <dsp:sp modelId="{B901B163-4141-4DFF-97C5-FE65CC0EBADA}">
      <dsp:nvSpPr>
        <dsp:cNvPr id="0" name=""/>
        <dsp:cNvSpPr/>
      </dsp:nvSpPr>
      <dsp:spPr>
        <a:xfrm>
          <a:off x="382448"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Offsets and Adjustments </a:t>
          </a:r>
        </a:p>
      </dsp:txBody>
      <dsp:txXfrm>
        <a:off x="382448" y="3478713"/>
        <a:ext cx="2769705" cy="1702864"/>
      </dsp:txXfrm>
    </dsp:sp>
    <dsp:sp modelId="{537F88F2-AE08-4BDC-85D7-EC453405A087}">
      <dsp:nvSpPr>
        <dsp:cNvPr id="0" name=""/>
        <dsp:cNvSpPr/>
      </dsp:nvSpPr>
      <dsp:spPr>
        <a:xfrm>
          <a:off x="3187147"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G-Code Generation </a:t>
          </a:r>
        </a:p>
      </dsp:txBody>
      <dsp:txXfrm>
        <a:off x="3187147" y="3478713"/>
        <a:ext cx="2769705" cy="1702864"/>
      </dsp:txXfrm>
    </dsp:sp>
    <dsp:sp modelId="{CF3B23E7-51E2-4A49-A77F-24E0A4BF1A4F}">
      <dsp:nvSpPr>
        <dsp:cNvPr id="0" name=""/>
        <dsp:cNvSpPr/>
      </dsp:nvSpPr>
      <dsp:spPr>
        <a:xfrm>
          <a:off x="5991846"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Configurability</a:t>
          </a:r>
        </a:p>
      </dsp:txBody>
      <dsp:txXfrm>
        <a:off x="5991846" y="3478713"/>
        <a:ext cx="2769705" cy="17028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6066-D232-43D7-A109-99513F08741E}">
      <dsp:nvSpPr>
        <dsp:cNvPr id="0" name=""/>
        <dsp:cNvSpPr/>
      </dsp:nvSpPr>
      <dsp:spPr>
        <a:xfrm>
          <a:off x="382448"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STL Loading Method</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Transforms the STL into a mesh extract vertices by reshaping vectors.</a:t>
          </a:r>
        </a:p>
      </dsp:txBody>
      <dsp:txXfrm>
        <a:off x="382448" y="2998"/>
        <a:ext cx="2769705" cy="1702864"/>
      </dsp:txXfrm>
    </dsp:sp>
    <dsp:sp modelId="{FEC7EE8C-942D-4682-9FBE-DEBF0ED526F6}">
      <dsp:nvSpPr>
        <dsp:cNvPr id="0" name=""/>
        <dsp:cNvSpPr/>
      </dsp:nvSpPr>
      <dsp:spPr>
        <a:xfrm>
          <a:off x="3187147"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Point Processing and Filtering</a:t>
          </a:r>
          <a:r>
            <a:rPr lang="en-US" sz="1800" kern="1200"/>
            <a: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Removes duplicate and invalid coordinates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Filters layers with fewer than 5 points.</a:t>
          </a:r>
        </a:p>
      </dsp:txBody>
      <dsp:txXfrm>
        <a:off x="3187147" y="2998"/>
        <a:ext cx="2769705" cy="1702864"/>
      </dsp:txXfrm>
    </dsp:sp>
    <dsp:sp modelId="{C174CE73-EA12-409F-9DAE-7745398C2341}">
      <dsp:nvSpPr>
        <dsp:cNvPr id="0" name=""/>
        <dsp:cNvSpPr/>
      </dsp:nvSpPr>
      <dsp:spPr>
        <a:xfrm>
          <a:off x="5991846"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Layer Identification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Sorts unique Z levels from largest to smallest Z levels.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Reassigns uniform Z levels based on average spacing.</a:t>
          </a:r>
        </a:p>
      </dsp:txBody>
      <dsp:txXfrm>
        <a:off x="5991846" y="2998"/>
        <a:ext cx="2769705" cy="1702864"/>
      </dsp:txXfrm>
    </dsp:sp>
    <dsp:sp modelId="{76B1A383-3A53-47A8-A61F-A6FD28C04CBE}">
      <dsp:nvSpPr>
        <dsp:cNvPr id="0" name=""/>
        <dsp:cNvSpPr/>
      </dsp:nvSpPr>
      <dsp:spPr>
        <a:xfrm>
          <a:off x="382448"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Per-Layer Path Generation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Computes the </a:t>
          </a:r>
          <a:r>
            <a:rPr lang="en-US" sz="1400" kern="1200" err="1"/>
            <a:t>convexhull</a:t>
          </a:r>
          <a:r>
            <a:rPr lang="en-US" sz="1400" kern="1200"/>
            <a:t> for the outer boundary</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Filters close points (min distance)</a:t>
          </a:r>
        </a:p>
      </dsp:txBody>
      <dsp:txXfrm>
        <a:off x="382448" y="1740855"/>
        <a:ext cx="2769705" cy="1702864"/>
      </dsp:txXfrm>
    </dsp:sp>
    <dsp:sp modelId="{0366AA8E-7563-4456-8D55-3E328D0219C0}">
      <dsp:nvSpPr>
        <dsp:cNvPr id="0" name=""/>
        <dsp:cNvSpPr/>
      </dsp:nvSpPr>
      <dsp:spPr>
        <a:xfrm>
          <a:off x="3187147"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Output Precision and Rounding</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Rounds coordinates to 2 decimal places.</a:t>
          </a:r>
        </a:p>
      </dsp:txBody>
      <dsp:txXfrm>
        <a:off x="3187147" y="1740855"/>
        <a:ext cx="2769705" cy="1702864"/>
      </dsp:txXfrm>
    </dsp:sp>
    <dsp:sp modelId="{2C48D448-E449-46EB-B9EB-01A1490F81A2}">
      <dsp:nvSpPr>
        <dsp:cNvPr id="0" name=""/>
        <dsp:cNvSpPr/>
      </dsp:nvSpPr>
      <dsp:spPr>
        <a:xfrm>
          <a:off x="5991846"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Path Ordering and Connection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Sorts points to form a non-overlapping toolpath</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Closes each layer loop</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Connects layers by starting near the previous layer's exit point.</a:t>
          </a:r>
        </a:p>
      </dsp:txBody>
      <dsp:txXfrm>
        <a:off x="5991846" y="1740855"/>
        <a:ext cx="2769705" cy="1702864"/>
      </dsp:txXfrm>
    </dsp:sp>
    <dsp:sp modelId="{B901B163-4141-4DFF-97C5-FE65CC0EBADA}">
      <dsp:nvSpPr>
        <dsp:cNvPr id="0" name=""/>
        <dsp:cNvSpPr/>
      </dsp:nvSpPr>
      <dsp:spPr>
        <a:xfrm>
          <a:off x="382448"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0" kern="1200"/>
            <a:t>Offsets and Adjustments: </a:t>
          </a:r>
          <a:endParaRPr lang="en-US" sz="1800" kern="1200"/>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Applies inward reverse offset by tool diameter using centroid direction</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Adds Z springback 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Adds a global Z drop 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Smooths points post-offset.</a:t>
          </a:r>
        </a:p>
      </dsp:txBody>
      <dsp:txXfrm>
        <a:off x="382448" y="3478713"/>
        <a:ext cx="2769705" cy="1702864"/>
      </dsp:txXfrm>
    </dsp:sp>
    <dsp:sp modelId="{537F88F2-AE08-4BDC-85D7-EC453405A087}">
      <dsp:nvSpPr>
        <dsp:cNvPr id="0" name=""/>
        <dsp:cNvSpPr/>
      </dsp:nvSpPr>
      <dsp:spPr>
        <a:xfrm>
          <a:off x="3187147"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G-Code Generation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Header (G90 absolute, G21 mm, M03 spindle, speed/feed, rapid to centroid, controlled Z drop)</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 The toolpath with G01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Footer (safe Z retract, M30 end)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Saves to 'Gchord.txt'.</a:t>
          </a:r>
        </a:p>
      </dsp:txBody>
      <dsp:txXfrm>
        <a:off x="3187147" y="3478713"/>
        <a:ext cx="2769705" cy="1702864"/>
      </dsp:txXfrm>
    </dsp:sp>
    <dsp:sp modelId="{CF3B23E7-51E2-4A49-A77F-24E0A4BF1A4F}">
      <dsp:nvSpPr>
        <dsp:cNvPr id="0" name=""/>
        <dsp:cNvSpPr/>
      </dsp:nvSpPr>
      <dsp:spPr>
        <a:xfrm>
          <a:off x="5991846"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Configurability</a:t>
          </a:r>
          <a:r>
            <a:rPr lang="en-US" sz="1800" kern="1200"/>
            <a:t>:</a:t>
          </a:r>
        </a:p>
        <a:p>
          <a:pPr marL="114300" lvl="1" indent="-114300" algn="ctr" defTabSz="622300">
            <a:lnSpc>
              <a:spcPct val="90000"/>
            </a:lnSpc>
            <a:spcBef>
              <a:spcPct val="0"/>
            </a:spcBef>
            <a:spcAft>
              <a:spcPct val="15000"/>
            </a:spcAft>
            <a:buFont typeface="Times New Roman" panose="02020603050405020304" pitchFamily="18" charset="0"/>
            <a:buNone/>
          </a:pPr>
          <a:r>
            <a:rPr lang="en-US" sz="1400" kern="1200"/>
            <a:t>Configurable parameters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TOOL_DIAMETER</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LAYER_THICKNESS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 MIN_DISTANCE,</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Z_OFFSET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SAFE_Z_RELATIVE</a:t>
          </a:r>
        </a:p>
      </dsp:txBody>
      <dsp:txXfrm>
        <a:off x="5991846" y="3478713"/>
        <a:ext cx="2769705" cy="170286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3F53F75-C1DA-0512-6C82-F64B6AEB10EE}"/>
              </a:ext>
            </a:extLst>
          </p:cNvPr>
          <p:cNvSpPr>
            <a:spLocks noGrp="1" noChangeArrowheads="1"/>
          </p:cNvSpPr>
          <p:nvPr>
            <p:ph type="hdr" sz="quarter"/>
          </p:nvPr>
        </p:nvSpPr>
        <p:spPr bwMode="auto">
          <a:xfrm>
            <a:off x="0" y="0"/>
            <a:ext cx="2944813"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3" name="Rectangle 3">
            <a:extLst>
              <a:ext uri="{FF2B5EF4-FFF2-40B4-BE49-F238E27FC236}">
                <a16:creationId xmlns:a16="http://schemas.microsoft.com/office/drawing/2014/main" id="{E6BB8024-D372-9976-4B19-2D8852E146B9}"/>
              </a:ext>
            </a:extLst>
          </p:cNvPr>
          <p:cNvSpPr>
            <a:spLocks noGrp="1" noChangeArrowheads="1"/>
          </p:cNvSpPr>
          <p:nvPr>
            <p:ph type="dt" sz="quarter" idx="1"/>
          </p:nvPr>
        </p:nvSpPr>
        <p:spPr bwMode="auto">
          <a:xfrm>
            <a:off x="3852863" y="0"/>
            <a:ext cx="2944812"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4" name="Rectangle 4">
            <a:extLst>
              <a:ext uri="{FF2B5EF4-FFF2-40B4-BE49-F238E27FC236}">
                <a16:creationId xmlns:a16="http://schemas.microsoft.com/office/drawing/2014/main" id="{A1C3BE65-FFAD-209A-6BDD-7A277F692CFD}"/>
              </a:ext>
            </a:extLst>
          </p:cNvPr>
          <p:cNvSpPr>
            <a:spLocks noGrp="1" noChangeArrowheads="1"/>
          </p:cNvSpPr>
          <p:nvPr>
            <p:ph type="ftr" sz="quarter" idx="2"/>
          </p:nvPr>
        </p:nvSpPr>
        <p:spPr bwMode="auto">
          <a:xfrm>
            <a:off x="0" y="9432925"/>
            <a:ext cx="2944813"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5" name="Rectangle 5">
            <a:extLst>
              <a:ext uri="{FF2B5EF4-FFF2-40B4-BE49-F238E27FC236}">
                <a16:creationId xmlns:a16="http://schemas.microsoft.com/office/drawing/2014/main" id="{C24D4990-80C3-608D-8DAC-6F670764E213}"/>
              </a:ext>
            </a:extLst>
          </p:cNvPr>
          <p:cNvSpPr>
            <a:spLocks noGrp="1" noChangeArrowheads="1"/>
          </p:cNvSpPr>
          <p:nvPr>
            <p:ph type="sldNum" sz="quarter" idx="3"/>
          </p:nvPr>
        </p:nvSpPr>
        <p:spPr bwMode="auto">
          <a:xfrm>
            <a:off x="3852863" y="9432925"/>
            <a:ext cx="2944812"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28C1B10-77F8-448B-B9A2-FDFE01719F35}"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DC3044C-ACCD-DC32-BDB3-F037F674950F}"/>
              </a:ext>
            </a:extLst>
          </p:cNvPr>
          <p:cNvSpPr>
            <a:spLocks noGrp="1" noChangeArrowheads="1"/>
          </p:cNvSpPr>
          <p:nvPr>
            <p:ph type="hdr" sz="quarter"/>
          </p:nvPr>
        </p:nvSpPr>
        <p:spPr bwMode="auto">
          <a:xfrm>
            <a:off x="0" y="0"/>
            <a:ext cx="2938463"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3" name="Rectangle 3">
            <a:extLst>
              <a:ext uri="{FF2B5EF4-FFF2-40B4-BE49-F238E27FC236}">
                <a16:creationId xmlns:a16="http://schemas.microsoft.com/office/drawing/2014/main" id="{01852A72-5817-7912-0E6A-3EE26BE79D58}"/>
              </a:ext>
            </a:extLst>
          </p:cNvPr>
          <p:cNvSpPr>
            <a:spLocks noGrp="1" noChangeArrowheads="1"/>
          </p:cNvSpPr>
          <p:nvPr>
            <p:ph type="dt" idx="1"/>
          </p:nvPr>
        </p:nvSpPr>
        <p:spPr bwMode="auto">
          <a:xfrm>
            <a:off x="3833813" y="0"/>
            <a:ext cx="2938462"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2052" name="Rectangle 4">
            <a:extLst>
              <a:ext uri="{FF2B5EF4-FFF2-40B4-BE49-F238E27FC236}">
                <a16:creationId xmlns:a16="http://schemas.microsoft.com/office/drawing/2014/main" id="{D820BA7F-624C-AF88-275E-B8986ABD4F82}"/>
              </a:ext>
            </a:extLst>
          </p:cNvPr>
          <p:cNvSpPr>
            <a:spLocks noGrp="1" noRot="1" noChangeAspect="1" noChangeArrowheads="1" noTextEdit="1"/>
          </p:cNvSpPr>
          <p:nvPr>
            <p:ph type="sldImg" idx="2"/>
          </p:nvPr>
        </p:nvSpPr>
        <p:spPr bwMode="auto">
          <a:xfrm>
            <a:off x="955675" y="784225"/>
            <a:ext cx="4916488" cy="3689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5" name="Rectangle 5">
            <a:extLst>
              <a:ext uri="{FF2B5EF4-FFF2-40B4-BE49-F238E27FC236}">
                <a16:creationId xmlns:a16="http://schemas.microsoft.com/office/drawing/2014/main" id="{74155B95-63B6-E502-630B-F5DAF8A89EE2}"/>
              </a:ext>
            </a:extLst>
          </p:cNvPr>
          <p:cNvSpPr>
            <a:spLocks noGrp="1" noChangeArrowheads="1"/>
          </p:cNvSpPr>
          <p:nvPr>
            <p:ph type="body" sz="quarter" idx="3"/>
          </p:nvPr>
        </p:nvSpPr>
        <p:spPr bwMode="auto">
          <a:xfrm>
            <a:off x="895350" y="4700588"/>
            <a:ext cx="4983163" cy="4476750"/>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6326" name="Rectangle 6">
            <a:extLst>
              <a:ext uri="{FF2B5EF4-FFF2-40B4-BE49-F238E27FC236}">
                <a16:creationId xmlns:a16="http://schemas.microsoft.com/office/drawing/2014/main" id="{E3096649-36E5-7BFE-FAFE-F0ED2FE6451B}"/>
              </a:ext>
            </a:extLst>
          </p:cNvPr>
          <p:cNvSpPr>
            <a:spLocks noGrp="1" noChangeArrowheads="1"/>
          </p:cNvSpPr>
          <p:nvPr>
            <p:ph type="ftr" sz="quarter" idx="4"/>
          </p:nvPr>
        </p:nvSpPr>
        <p:spPr bwMode="auto">
          <a:xfrm>
            <a:off x="0" y="9402763"/>
            <a:ext cx="2938463"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7" name="Rectangle 7">
            <a:extLst>
              <a:ext uri="{FF2B5EF4-FFF2-40B4-BE49-F238E27FC236}">
                <a16:creationId xmlns:a16="http://schemas.microsoft.com/office/drawing/2014/main" id="{A20E5BC9-436C-73B6-2CA4-86732798CA68}"/>
              </a:ext>
            </a:extLst>
          </p:cNvPr>
          <p:cNvSpPr>
            <a:spLocks noGrp="1" noChangeArrowheads="1"/>
          </p:cNvSpPr>
          <p:nvPr>
            <p:ph type="sldNum" sz="quarter" idx="5"/>
          </p:nvPr>
        </p:nvSpPr>
        <p:spPr bwMode="auto">
          <a:xfrm>
            <a:off x="3833813" y="9402763"/>
            <a:ext cx="2938462"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64FDCDA-5C8E-4E20-BEC5-4BA3DAEABBE8}"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82E2B2D-1E16-B7A8-E965-9DC1AB182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0</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FA138C78-6632-6580-74AD-7C4AA1AFA6EB}"/>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53CAD00-980D-EB4B-1EA7-B28EA3F3A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Hello. My name is Karter Wong, and I will be presenting my research topic: the Development of CAM systems for the Incremental Forming of CFRTP from 3D CAD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ー 1">
            <a:extLst>
              <a:ext uri="{FF2B5EF4-FFF2-40B4-BE49-F238E27FC236}">
                <a16:creationId xmlns:a16="http://schemas.microsoft.com/office/drawing/2014/main" id="{4D243014-28A5-8A7E-EFE9-67DB99393F93}"/>
              </a:ext>
            </a:extLst>
          </p:cNvPr>
          <p:cNvSpPr>
            <a:spLocks noGrp="1" noRot="1" noChangeAspect="1" noTextEdit="1"/>
          </p:cNvSpPr>
          <p:nvPr>
            <p:ph type="sldImg"/>
          </p:nvPr>
        </p:nvSpPr>
        <p:spPr>
          <a:ln/>
        </p:spPr>
      </p:sp>
      <p:sp>
        <p:nvSpPr>
          <p:cNvPr id="9219" name="ノート プレースホルダー 2">
            <a:extLst>
              <a:ext uri="{FF2B5EF4-FFF2-40B4-BE49-F238E27FC236}">
                <a16:creationId xmlns:a16="http://schemas.microsoft.com/office/drawing/2014/main" id="{927E7AAD-04EE-EDDC-404E-8F71464D7A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Today, I will briefly review some background information, the previous research on the topic, the progress that I have made during this past year, a brief overview of the Experiment, the result, and finally summarize the findings and improvements that can be made for this research topic</a:t>
            </a:r>
          </a:p>
        </p:txBody>
      </p:sp>
      <p:sp>
        <p:nvSpPr>
          <p:cNvPr id="9220" name="スライド番号プレースホルダー 3">
            <a:extLst>
              <a:ext uri="{FF2B5EF4-FFF2-40B4-BE49-F238E27FC236}">
                <a16:creationId xmlns:a16="http://schemas.microsoft.com/office/drawing/2014/main" id="{C384925D-D166-5D94-E1C7-9D32F140C2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051BA3E1-8B04-44E3-94CD-35294639971C}" type="slidenum">
              <a:rPr lang="en-US" altLang="ja-JP" sz="1200" b="0">
                <a:solidFill>
                  <a:schemeClr val="tx1"/>
                </a:solidFill>
                <a:latin typeface="Times New Roman" panose="02020603050405020304" pitchFamily="18" charset="0"/>
              </a:rPr>
              <a:pPr/>
              <a:t>1</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So, what is Incremental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shell shapes, offering reduced setup and production costs.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It also allows the production of various products in small quantities, where mold creation would be too expensive.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a:t>
            </a:fld>
            <a:endParaRPr lang="en-US" altLang="ja-JP"/>
          </a:p>
        </p:txBody>
      </p:sp>
    </p:spTree>
    <p:extLst>
      <p:ext uri="{BB962C8B-B14F-4D97-AF65-F5344CB8AC3E}">
        <p14:creationId xmlns:p14="http://schemas.microsoft.com/office/powerpoint/2010/main" val="328390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B3F6-8B56-F9AC-80E8-190D8C88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8EEE8-930D-463A-2A74-50E838753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BA1F6-C61E-880D-6E92-9703A67D5544}"/>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An example of Incremental forming in use today is by car manufacturers like Ford, Nissan, and Lexus. These manufacturers use incremental forming to prototype new vehicle designs and add minor customizations to vehicles, as seen on the Lexus LS edge, as shown here.</a:t>
            </a:r>
          </a:p>
        </p:txBody>
      </p:sp>
      <p:sp>
        <p:nvSpPr>
          <p:cNvPr id="4" name="Slide Number Placeholder 3">
            <a:extLst>
              <a:ext uri="{FF2B5EF4-FFF2-40B4-BE49-F238E27FC236}">
                <a16:creationId xmlns:a16="http://schemas.microsoft.com/office/drawing/2014/main" id="{330EC824-0504-FD55-81C0-CCF0F8FC49A8}"/>
              </a:ext>
            </a:extLst>
          </p:cNvPr>
          <p:cNvSpPr>
            <a:spLocks noGrp="1"/>
          </p:cNvSpPr>
          <p:nvPr>
            <p:ph type="sldNum" sz="quarter" idx="5"/>
          </p:nvPr>
        </p:nvSpPr>
        <p:spPr/>
        <p:txBody>
          <a:bodyPr/>
          <a:lstStyle/>
          <a:p>
            <a:fld id="{164FDCDA-5C8E-4E20-BEC5-4BA3DAEABBE8}" type="slidenum">
              <a:rPr lang="en-US" altLang="ja-JP" smtClean="0"/>
              <a:pPr/>
              <a:t>3</a:t>
            </a:fld>
            <a:endParaRPr lang="en-US" altLang="ja-JP"/>
          </a:p>
        </p:txBody>
      </p:sp>
    </p:spTree>
    <p:extLst>
      <p:ext uri="{BB962C8B-B14F-4D97-AF65-F5344CB8AC3E}">
        <p14:creationId xmlns:p14="http://schemas.microsoft.com/office/powerpoint/2010/main" val="539569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My research is based on a previous research project that developed a simple Python-based CAM system that could generate a tool path and conducted experiments to test the tool path.</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CAM system developed during the previous research can be described in four steps: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First, STL data from the 3D CAD data is converted into a point cloud, a collection of points from the triangles given by the STL file.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point cloud's points are grouped into layers defined by the Z coordinate. During this process, the program looks for the points on the outermost part of the figure so that the toolpath is not generated with unnecessary movements.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third step is to construct the toolpath by calculating the distances from the tool's current position to the other points on the layer and moving to the point with the shortest distance. This process is repeated for each layer of the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final step is to convert the X, Y, and Z coordinates into G-code so that a CNC machine can read the generated tool path and manufacture a product.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4</a:t>
            </a:fld>
            <a:endParaRPr lang="en-US" altLang="ja-JP"/>
          </a:p>
        </p:txBody>
      </p:sp>
    </p:spTree>
    <p:extLst>
      <p:ext uri="{BB962C8B-B14F-4D97-AF65-F5344CB8AC3E}">
        <p14:creationId xmlns:p14="http://schemas.microsoft.com/office/powerpoint/2010/main" val="3501955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2526-5D3F-8A6C-8E9D-6AD7E6227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E21BF-F9BB-775C-F960-766AAED6A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C3BEA-2AF0-AB45-4F41-76BF4DE725D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18" charset="0"/>
                <a:ea typeface="ＭＳ Ｐ明朝" charset="-128"/>
                <a:cs typeface="+mn-cs"/>
              </a:rPr>
              <a:t>The CAM system, while effective for simple shapes, had limitations when applied to more complex shapes. These included generating inefficient toolpaths with unnecessary tool movements, long toolpath generation times, and an overall inefficient workflow to go from design to manufacturing. The changes that were made to the CAM system in this research study address these issues.</a:t>
            </a:r>
          </a:p>
        </p:txBody>
      </p:sp>
      <p:sp>
        <p:nvSpPr>
          <p:cNvPr id="4" name="Slide Number Placeholder 3">
            <a:extLst>
              <a:ext uri="{FF2B5EF4-FFF2-40B4-BE49-F238E27FC236}">
                <a16:creationId xmlns:a16="http://schemas.microsoft.com/office/drawing/2014/main" id="{BA5CEACD-3946-D019-A470-DC5747AE477D}"/>
              </a:ext>
            </a:extLst>
          </p:cNvPr>
          <p:cNvSpPr>
            <a:spLocks noGrp="1"/>
          </p:cNvSpPr>
          <p:nvPr>
            <p:ph type="sldNum" sz="quarter" idx="5"/>
          </p:nvPr>
        </p:nvSpPr>
        <p:spPr/>
        <p:txBody>
          <a:bodyPr/>
          <a:lstStyle/>
          <a:p>
            <a:fld id="{164FDCDA-5C8E-4E20-BEC5-4BA3DAEABBE8}" type="slidenum">
              <a:rPr lang="en-US" altLang="ja-JP" smtClean="0"/>
              <a:pPr/>
              <a:t>5</a:t>
            </a:fld>
            <a:endParaRPr lang="en-US" altLang="ja-JP"/>
          </a:p>
        </p:txBody>
      </p:sp>
    </p:spTree>
    <p:extLst>
      <p:ext uri="{BB962C8B-B14F-4D97-AF65-F5344CB8AC3E}">
        <p14:creationId xmlns:p14="http://schemas.microsoft.com/office/powerpoint/2010/main" val="4073014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As shown on the slide, the enhancements to the CAM system can be categorized into nine key areas, visualized in these boxes, which address the issues mentioned.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top six boxes, focus on point management: new sections of code were added to filters and remove duplicate or invalid points that could skew the path; sorted points more efficiently by the Z coordinate; introduced rounding mechanisms to enhance positional accuracy; removing layers with fewer than five points; and optimized the path generation algorithm to minimize unnecessary loops or jumps.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bottom-left box handles CNC-specific criteria: now accounts for a tool's diameter, compensates for material springback, and considers the physical limits of the machining center, such as travel ranges and safety boundaries.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Finally, the last two boxes enhance usability: users can now customize the G-code output based on specific equipment or experimental conditions, and the system automatically adds the initial setup commands and termination sequences, speeding up the experimental process.</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6</a:t>
            </a:fld>
            <a:endParaRPr lang="en-US" altLang="ja-JP"/>
          </a:p>
        </p:txBody>
      </p:sp>
    </p:spTree>
    <p:extLst>
      <p:ext uri="{BB962C8B-B14F-4D97-AF65-F5344CB8AC3E}">
        <p14:creationId xmlns:p14="http://schemas.microsoft.com/office/powerpoint/2010/main" val="24605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To evaluate these changes to the CAM system, a more challenging test shape was used instead of the truncated cone used in the prior research. The new shape is a rectangular prism with chamfered and filleted edges, measuring 30 mm by 30 mm by 9.9 mm thick. These dimensions were chosen to fit within the CNC machine, ensure no sharp 90-degree angles, and introduce sufficient complexity to stress-test the path generation.</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This design combines straight sections with curved transitions, mimicking real-world parts like electronic housing units. </a:t>
            </a: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#add dimensions to the shapes</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7</a:t>
            </a:fld>
            <a:endParaRPr lang="en-US" altLang="ja-JP"/>
          </a:p>
        </p:txBody>
      </p:sp>
    </p:spTree>
    <p:extLst>
      <p:ext uri="{BB962C8B-B14F-4D97-AF65-F5344CB8AC3E}">
        <p14:creationId xmlns:p14="http://schemas.microsoft.com/office/powerpoint/2010/main" val="127933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93BB8-325D-6A22-02F8-B95A1785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75901-889B-5682-CC11-FCF2245A5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282F6-270A-46C3-30C2-EBBF65DF721D}"/>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When generating the toolpath for this test shape, the updated CAM system significantly reduced toolpath generation time from the previous research's 2.5 hours to 2 seconds. The toolpaths of both CAM systems were simulated using </a:t>
            </a:r>
            <a:r>
              <a:rPr kumimoji="1" lang="en-US" sz="1200" kern="1200" dirty="0" err="1">
                <a:solidFill>
                  <a:schemeClr val="tx1"/>
                </a:solidFill>
                <a:effectLst/>
                <a:latin typeface="Times New Roman" pitchFamily="18" charset="0"/>
                <a:ea typeface="ＭＳ Ｐ明朝" charset="-128"/>
                <a:cs typeface="+mn-cs"/>
              </a:rPr>
              <a:t>NCviewer</a:t>
            </a:r>
            <a:r>
              <a:rPr kumimoji="1" lang="en-US" sz="1200" kern="1200" dirty="0">
                <a:solidFill>
                  <a:schemeClr val="tx1"/>
                </a:solidFill>
                <a:effectLst/>
                <a:latin typeface="Times New Roman" pitchFamily="18" charset="0"/>
                <a:ea typeface="ＭＳ Ｐ明朝" charset="-128"/>
                <a:cs typeface="+mn-cs"/>
              </a:rPr>
              <a:t> to check for any toolpath errors.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As you can see from the figures, the previous CAM system adds a lot of unnecessary points to the toolpath, causing the generation time to increase.</a:t>
            </a:r>
          </a:p>
          <a:p>
            <a:endParaRPr kumimoji="1" lang="en-US" sz="1200" kern="1200" dirty="0">
              <a:solidFill>
                <a:schemeClr val="tx1"/>
              </a:solidFill>
              <a:effectLst/>
              <a:latin typeface="Times New Roman" pitchFamily="18" charset="0"/>
              <a:ea typeface="ＭＳ Ｐ明朝" charset="-128"/>
              <a:cs typeface="+mn-cs"/>
            </a:endParaRPr>
          </a:p>
        </p:txBody>
      </p:sp>
      <p:sp>
        <p:nvSpPr>
          <p:cNvPr id="4" name="Slide Number Placeholder 3">
            <a:extLst>
              <a:ext uri="{FF2B5EF4-FFF2-40B4-BE49-F238E27FC236}">
                <a16:creationId xmlns:a16="http://schemas.microsoft.com/office/drawing/2014/main" id="{E85E8B36-D7B8-DA29-3A47-B74071538FC6}"/>
              </a:ext>
            </a:extLst>
          </p:cNvPr>
          <p:cNvSpPr>
            <a:spLocks noGrp="1"/>
          </p:cNvSpPr>
          <p:nvPr>
            <p:ph type="sldNum" sz="quarter" idx="5"/>
          </p:nvPr>
        </p:nvSpPr>
        <p:spPr/>
        <p:txBody>
          <a:bodyPr/>
          <a:lstStyle/>
          <a:p>
            <a:fld id="{164FDCDA-5C8E-4E20-BEC5-4BA3DAEABBE8}" type="slidenum">
              <a:rPr lang="en-US" altLang="ja-JP" smtClean="0"/>
              <a:pPr/>
              <a:t>8</a:t>
            </a:fld>
            <a:endParaRPr lang="en-US" altLang="ja-JP"/>
          </a:p>
        </p:txBody>
      </p:sp>
    </p:spTree>
    <p:extLst>
      <p:ext uri="{BB962C8B-B14F-4D97-AF65-F5344CB8AC3E}">
        <p14:creationId xmlns:p14="http://schemas.microsoft.com/office/powerpoint/2010/main" val="492090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E278-FDE2-7F2F-C968-C88E81B85EAA}"/>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E0319B3-98DC-7951-9030-913A0487E1AE}"/>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C4367C15-550C-6756-63A5-F249587790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With the tool path verified, physical incremental forming trials using an MC430L machining center could begin. The workpiece was a 110 mm by 110 mm by 1 mm sheet of CFRTP, secured over a custom mold measuring 89.92 mm by 89.92 mm by 20 mm. The forming tool used was a 5 mm diameter rod, as shown here. </a:t>
            </a:r>
          </a:p>
        </p:txBody>
      </p:sp>
      <p:sp>
        <p:nvSpPr>
          <p:cNvPr id="13316" name="スライド番号プレースホルダー 3">
            <a:extLst>
              <a:ext uri="{FF2B5EF4-FFF2-40B4-BE49-F238E27FC236}">
                <a16:creationId xmlns:a16="http://schemas.microsoft.com/office/drawing/2014/main" id="{BFB33728-5464-2E61-D106-DB3DD110E5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9</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9371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87380-4FF1-CBD6-C21A-8BF7C5D73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15A86-785C-9559-E547-52A979B8D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75779-EE69-3001-C076-40BC3496A0BE}"/>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For the CFRTP experiments, a T-22 H oil bath system was used to uniformly and precisely heat the silicon oil and CFRTP to  120 and 150 degrees Celsius. The jig, holding the mold, is mounted at the bath's base, with the CFRTP sheet secured to the jig.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This controlled heating is needed for the incremental forming of CFRTP as its formability is better when heated, allowing for deeper forming depths and better shape retention compared to room-temperature processing, which will be explained later. </a:t>
            </a:r>
          </a:p>
        </p:txBody>
      </p:sp>
      <p:sp>
        <p:nvSpPr>
          <p:cNvPr id="4" name="Slide Number Placeholder 3">
            <a:extLst>
              <a:ext uri="{FF2B5EF4-FFF2-40B4-BE49-F238E27FC236}">
                <a16:creationId xmlns:a16="http://schemas.microsoft.com/office/drawing/2014/main" id="{56BE3304-2EE0-C4D4-1ECD-F3B6F20554FD}"/>
              </a:ext>
            </a:extLst>
          </p:cNvPr>
          <p:cNvSpPr>
            <a:spLocks noGrp="1"/>
          </p:cNvSpPr>
          <p:nvPr>
            <p:ph type="sldNum" sz="quarter" idx="5"/>
          </p:nvPr>
        </p:nvSpPr>
        <p:spPr/>
        <p:txBody>
          <a:bodyPr/>
          <a:lstStyle/>
          <a:p>
            <a:fld id="{164FDCDA-5C8E-4E20-BEC5-4BA3DAEABBE8}" type="slidenum">
              <a:rPr lang="en-US" altLang="ja-JP" smtClean="0"/>
              <a:pPr/>
              <a:t>10</a:t>
            </a:fld>
            <a:endParaRPr lang="en-US" altLang="ja-JP"/>
          </a:p>
        </p:txBody>
      </p:sp>
    </p:spTree>
    <p:extLst>
      <p:ext uri="{BB962C8B-B14F-4D97-AF65-F5344CB8AC3E}">
        <p14:creationId xmlns:p14="http://schemas.microsoft.com/office/powerpoint/2010/main" val="2795454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6A19-C645-78EE-5C31-435F108D3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D499-22BB-077C-A9D2-A7E11DF9D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560A2-D317-49A9-EA6D-B165D5ACE20D}"/>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In this study, four types of incremental forming tests were done, using nylon sheets and discontinuous CFRTP as materials, and both with and without the mold. The nylon trials were used to prove toolpath feasibility and won't be detailed in the results, as the focus is on CFRTP performance.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For CFRTP, four tests were performed under varying conditions, as shown on the slide. The two at 120 degrees Celsius had rough surfaces and fracturing because the sheets were removed from the oil bath too early, causing uneven cooling. The 150-degree tests succeeded in achieving near-target depths with smooth finishes.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Due to technical issues with our 3D scanner, a detailed analysis was limited, so only measurements of forming depth were done, as it is the only accurate metric to measure.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#explain parameters </a:t>
            </a:r>
          </a:p>
        </p:txBody>
      </p:sp>
      <p:sp>
        <p:nvSpPr>
          <p:cNvPr id="4" name="Slide Number Placeholder 3">
            <a:extLst>
              <a:ext uri="{FF2B5EF4-FFF2-40B4-BE49-F238E27FC236}">
                <a16:creationId xmlns:a16="http://schemas.microsoft.com/office/drawing/2014/main" id="{E8A1219E-F8A4-19DA-EB9F-1F326590E527}"/>
              </a:ext>
            </a:extLst>
          </p:cNvPr>
          <p:cNvSpPr>
            <a:spLocks noGrp="1"/>
          </p:cNvSpPr>
          <p:nvPr>
            <p:ph type="sldNum" sz="quarter" idx="5"/>
          </p:nvPr>
        </p:nvSpPr>
        <p:spPr/>
        <p:txBody>
          <a:bodyPr/>
          <a:lstStyle/>
          <a:p>
            <a:fld id="{164FDCDA-5C8E-4E20-BEC5-4BA3DAEABBE8}" type="slidenum">
              <a:rPr lang="en-US" altLang="ja-JP" smtClean="0"/>
              <a:pPr/>
              <a:t>11</a:t>
            </a:fld>
            <a:endParaRPr lang="en-US" altLang="ja-JP"/>
          </a:p>
        </p:txBody>
      </p:sp>
    </p:spTree>
    <p:extLst>
      <p:ext uri="{BB962C8B-B14F-4D97-AF65-F5344CB8AC3E}">
        <p14:creationId xmlns:p14="http://schemas.microsoft.com/office/powerpoint/2010/main" val="3521991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D256-CE2F-49F1-5B7B-B92897286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1AD22-61BF-753C-0A69-5D628922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FA3D-4392-013B-0887-3C1B5C1EB64F}"/>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 visual side-by-side comparison of the CFRTP results with and without the mold shows advantages to using a mold: The max depth of a test with a mold was 10.8 mm, exceeding the 9.9 mm target depth, and preserved the chamfered/rounded geometry with higher fidelity. The non-molded test, while successfully formed, showed more distortion and variability, often </a:t>
            </a:r>
            <a:r>
              <a:rPr kumimoji="1" lang="en-US" sz="1200" kern="1200" dirty="0" err="1">
                <a:solidFill>
                  <a:schemeClr val="tx1"/>
                </a:solidFill>
                <a:effectLst/>
                <a:latin typeface="Times New Roman" pitchFamily="18" charset="0"/>
                <a:ea typeface="ＭＳ Ｐ明朝" charset="-128"/>
                <a:cs typeface="+mn-cs"/>
              </a:rPr>
              <a:t>underforming</a:t>
            </a:r>
            <a:r>
              <a:rPr kumimoji="1" lang="en-US" sz="1200" kern="1200" dirty="0">
                <a:solidFill>
                  <a:schemeClr val="tx1"/>
                </a:solidFill>
                <a:effectLst/>
                <a:latin typeface="Times New Roman" pitchFamily="18" charset="0"/>
                <a:ea typeface="ＭＳ Ｐ明朝" charset="-128"/>
                <a:cs typeface="+mn-cs"/>
              </a:rPr>
              <a:t> in curved areas.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results confirm that the upgraded CAM system can reliably generate and execute tool paths for complex CFRTP geometries, highlighting the role of molds in enhancing precision in incremental forming.</a:t>
            </a:r>
          </a:p>
        </p:txBody>
      </p:sp>
      <p:sp>
        <p:nvSpPr>
          <p:cNvPr id="4" name="Slide Number Placeholder 3">
            <a:extLst>
              <a:ext uri="{FF2B5EF4-FFF2-40B4-BE49-F238E27FC236}">
                <a16:creationId xmlns:a16="http://schemas.microsoft.com/office/drawing/2014/main" id="{38E701A5-E9E9-6D91-4C4D-FD0D92303C36}"/>
              </a:ext>
            </a:extLst>
          </p:cNvPr>
          <p:cNvSpPr>
            <a:spLocks noGrp="1"/>
          </p:cNvSpPr>
          <p:nvPr>
            <p:ph type="sldNum" sz="quarter" idx="5"/>
          </p:nvPr>
        </p:nvSpPr>
        <p:spPr/>
        <p:txBody>
          <a:bodyPr/>
          <a:lstStyle/>
          <a:p>
            <a:fld id="{164FDCDA-5C8E-4E20-BEC5-4BA3DAEABBE8}" type="slidenum">
              <a:rPr lang="en-US" altLang="ja-JP" smtClean="0"/>
              <a:pPr/>
              <a:t>12</a:t>
            </a:fld>
            <a:endParaRPr lang="en-US" altLang="ja-JP"/>
          </a:p>
        </p:txBody>
      </p:sp>
    </p:spTree>
    <p:extLst>
      <p:ext uri="{BB962C8B-B14F-4D97-AF65-F5344CB8AC3E}">
        <p14:creationId xmlns:p14="http://schemas.microsoft.com/office/powerpoint/2010/main" val="1233769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A544-9E06-C4D8-B41E-559714AFF7F9}"/>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E0FAC5F0-3AEC-13FA-37ED-A43517BBF2F6}"/>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4DEB027D-2010-D6A4-3CA3-13F772E4F7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In summary, the changes made to the prior CAM system solved several shortcomings, such as delivering precise tool paths for intricate shapes, reducing generation times to near-instantaneous levels, and simplifying the workflow for faster prototyping.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forming depths averaged within a 5% margin of error, with the molds having less error. The 150°C temperature proved optimal, consistent with earlier findings. However, this data set is small, so the data may not be accurate.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 summarize the results instead of the goals</a:t>
            </a:r>
          </a:p>
          <a:p>
            <a:r>
              <a:rPr kumimoji="1" lang="en-US" sz="1200" kern="1200" dirty="0">
                <a:solidFill>
                  <a:schemeClr val="tx1"/>
                </a:solidFill>
                <a:effectLst/>
                <a:latin typeface="Times New Roman" pitchFamily="18" charset="0"/>
                <a:ea typeface="ＭＳ Ｐ明朝" charset="-128"/>
                <a:cs typeface="+mn-cs"/>
              </a:rPr>
              <a:t># Add concluding remarks</a:t>
            </a:r>
          </a:p>
          <a:p>
            <a:r>
              <a:rPr kumimoji="1" lang="en-US" sz="1200" kern="1200" dirty="0">
                <a:solidFill>
                  <a:schemeClr val="tx1"/>
                </a:solidFill>
                <a:effectLst/>
                <a:latin typeface="Times New Roman" pitchFamily="18" charset="0"/>
                <a:ea typeface="ＭＳ Ｐ明朝" charset="-128"/>
                <a:cs typeface="+mn-cs"/>
              </a:rPr>
              <a:t># remove the table</a:t>
            </a:r>
          </a:p>
        </p:txBody>
      </p:sp>
      <p:sp>
        <p:nvSpPr>
          <p:cNvPr id="16388" name="スライド番号プレースホルダ 3">
            <a:extLst>
              <a:ext uri="{FF2B5EF4-FFF2-40B4-BE49-F238E27FC236}">
                <a16:creationId xmlns:a16="http://schemas.microsoft.com/office/drawing/2014/main" id="{A277A0C1-8A08-37A6-365D-8261ECE00F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13</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607357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5C9AA-D105-750A-3710-495F23AB8131}"/>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F44C9E83-03E3-85D6-53B5-A29B7CCAE787}"/>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A2B74FE2-972A-5EF9-943E-163FB91748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That said, there are further improvements that can be made. On the CAM side, additional optimizations could include automated origin detection for the workpiece, accelerating setup by eliminating manual alignment of the jig and material, which currently slows down experiments.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Experimentally, developing a way to cool the oil bath would enable multiple tests per day, as the current cooldown period restricts experiments to one a day. Lastly, getting a 3D scanner would allow comprehensive post-forming analysis, including thickness uniformity and geometric deviation metrics, for deeper insights.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iterations elevate the system from a research tool to an industry-ready solution.</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 add things that I talk about in bullet points in the stuff</a:t>
            </a:r>
          </a:p>
          <a:p>
            <a:r>
              <a:rPr kumimoji="1" lang="en-US" sz="1200" kern="1200" dirty="0">
                <a:solidFill>
                  <a:schemeClr val="tx1"/>
                </a:solidFill>
                <a:effectLst/>
                <a:latin typeface="Times New Roman" pitchFamily="18" charset="0"/>
                <a:ea typeface="ＭＳ Ｐ明朝" charset="-128"/>
                <a:cs typeface="+mn-cs"/>
              </a:rPr>
              <a:t># Future work instead of potential improvement</a:t>
            </a:r>
          </a:p>
          <a:p>
            <a:endParaRPr kumimoji="1" lang="en-US" sz="1200" kern="1200" dirty="0">
              <a:solidFill>
                <a:schemeClr val="tx1"/>
              </a:solidFill>
              <a:effectLst/>
              <a:latin typeface="Times New Roman" pitchFamily="18" charset="0"/>
              <a:ea typeface="ＭＳ Ｐ明朝" charset="-128"/>
              <a:cs typeface="+mn-cs"/>
            </a:endParaRPr>
          </a:p>
        </p:txBody>
      </p:sp>
      <p:sp>
        <p:nvSpPr>
          <p:cNvPr id="16388" name="スライド番号プレースホルダ 3">
            <a:extLst>
              <a:ext uri="{FF2B5EF4-FFF2-40B4-BE49-F238E27FC236}">
                <a16:creationId xmlns:a16="http://schemas.microsoft.com/office/drawing/2014/main" id="{3B9F021E-89DB-D7FF-BD02-9CD7C294AF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14</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384398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F9AF-F12E-A749-9BAE-AE0BB280B989}"/>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E3D15706-BDAD-5CFA-A6C4-C4FE8FC64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15</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2EC6394D-1331-EBFA-7C75-8A0289E944B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DBEB1D49-6A98-37B7-8329-F685383B8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Here are the citations. Thank you for listening. </a:t>
            </a:r>
            <a:r>
              <a:rPr kumimoji="1" lang="en-US" sz="1200" kern="1200">
                <a:solidFill>
                  <a:schemeClr val="tx1"/>
                </a:solidFill>
                <a:effectLst/>
                <a:latin typeface="Times New Roman" pitchFamily="18" charset="0"/>
                <a:ea typeface="ＭＳ Ｐ明朝" charset="-128"/>
                <a:cs typeface="+mn-cs"/>
              </a:rPr>
              <a:t>Do you have any questions?</a:t>
            </a:r>
            <a:endParaRPr kumimoji="1" lang="en-US" sz="1200" kern="1200" dirty="0">
              <a:solidFill>
                <a:schemeClr val="tx1"/>
              </a:solidFill>
              <a:effectLst/>
              <a:latin typeface="Times New Roman" pitchFamily="18" charset="0"/>
              <a:ea typeface="ＭＳ Ｐ明朝" charset="-128"/>
              <a:cs typeface="+mn-cs"/>
            </a:endParaRPr>
          </a:p>
        </p:txBody>
      </p:sp>
    </p:spTree>
    <p:extLst>
      <p:ext uri="{BB962C8B-B14F-4D97-AF65-F5344CB8AC3E}">
        <p14:creationId xmlns:p14="http://schemas.microsoft.com/office/powerpoint/2010/main" val="47918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D0B18-2ED6-07FD-2773-5D6228818474}"/>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234AF060-259A-71E8-05D8-432A96AF3D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16</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05587BA6-FA34-F863-A066-BF667D0A1452}"/>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F762AB9F-A179-5CBC-EEE6-9691B04131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a:solidFill>
                  <a:schemeClr val="tx1"/>
                </a:solidFill>
                <a:effectLst/>
                <a:latin typeface="Times New Roman" pitchFamily="18" charset="0"/>
                <a:ea typeface="ＭＳ Ｐ明朝" charset="-128"/>
                <a:cs typeface="+mn-cs"/>
              </a:rPr>
              <a:t>#Add citations</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Thank you for listening. Do you have any questions?</a:t>
            </a:r>
          </a:p>
        </p:txBody>
      </p:sp>
    </p:spTree>
    <p:extLst>
      <p:ext uri="{BB962C8B-B14F-4D97-AF65-F5344CB8AC3E}">
        <p14:creationId xmlns:p14="http://schemas.microsoft.com/office/powerpoint/2010/main" val="2187630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EB47-5C63-D42B-1F56-77B327DFA255}"/>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4AF42197-B75A-F4C6-0721-383D5FBCA2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17</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6BC49930-628C-DBF4-7D95-87E51B006825}"/>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0B90CDB1-0595-F0BB-F870-4FA4C38F79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Thank y</a:t>
            </a:r>
          </a:p>
        </p:txBody>
      </p:sp>
    </p:spTree>
    <p:extLst>
      <p:ext uri="{BB962C8B-B14F-4D97-AF65-F5344CB8AC3E}">
        <p14:creationId xmlns:p14="http://schemas.microsoft.com/office/powerpoint/2010/main" val="3476036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What are CAD and CAM systems?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CAD and CAM systems are different technologies used for product design and manufacturing.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CAD software creates, modifies, analyzes, and optimizes 2D or 3D digital models of physical objects. Engineers and designers can visualize designs, perform simulations, and generate precise technical drawings. Some examples of CAD software are Creo and Fusion 360.</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CAM systems are software that uses CAD models to control and automate manufacturing processes, such as CNC machining, and 3D printing. The software generates tool paths and instructions for machines to produce parts efficiently and precisely. </a:t>
            </a: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(Computer Numerical Control)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19</a:t>
            </a:fld>
            <a:endParaRPr lang="en-US" altLang="ja-JP"/>
          </a:p>
        </p:txBody>
      </p:sp>
    </p:spTree>
    <p:extLst>
      <p:ext uri="{BB962C8B-B14F-4D97-AF65-F5344CB8AC3E}">
        <p14:creationId xmlns:p14="http://schemas.microsoft.com/office/powerpoint/2010/main" val="2913099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Carbon Fiber Reinforced Thermoplastic (CFRTP) is a composite material that combines carbon fiber with a thermoplastic matrix, offering a high strength-to-weight ratio, durability, and recyclability compared to thermoset composites. It can be easily reshaped when heated, simplifying manufacturing and facilitating repairs, making it an ideal material for various industries where weight reduction, material strength and high upkeep is necessary. In industries like the automotive industry with the Lamborghini Aventador where carbon fiber is used in the frame of the vehicle, the aerospace industry where planes like the Airbus A380 uses CFRTP for various parts like the wings and the vertical tail wing. Trek's Madone bike frames leverage CFRTP for stiffness and reduced weight for sports equipment.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20</a:t>
            </a:fld>
            <a:endParaRPr lang="en-US" altLang="ja-JP"/>
          </a:p>
        </p:txBody>
      </p:sp>
    </p:spTree>
    <p:extLst>
      <p:ext uri="{BB962C8B-B14F-4D97-AF65-F5344CB8AC3E}">
        <p14:creationId xmlns:p14="http://schemas.microsoft.com/office/powerpoint/2010/main" val="1435418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6B3A-DAFB-B61A-856E-FE8F13FEC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AF982-DA44-99CE-5359-4D5444234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BC937-6DEA-3C9D-7687-13706C97184B}"/>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So, what is Incremental forming?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shell shapes, offering reduced setup and production costs.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It also allows the production of various products in small quantities, where mold creation would be too expensive. </a:t>
            </a:r>
          </a:p>
          <a:p>
            <a:endParaRPr kumimoji="1" lang="en-US" sz="1200" kern="1200">
              <a:solidFill>
                <a:schemeClr val="tx1"/>
              </a:solidFill>
              <a:effectLst/>
              <a:latin typeface="Times New Roman" pitchFamily="18" charset="0"/>
              <a:ea typeface="ＭＳ Ｐ明朝" charset="-128"/>
              <a:cs typeface="+mn-cs"/>
            </a:endParaRPr>
          </a:p>
        </p:txBody>
      </p:sp>
      <p:sp>
        <p:nvSpPr>
          <p:cNvPr id="4" name="Slide Number Placeholder 3">
            <a:extLst>
              <a:ext uri="{FF2B5EF4-FFF2-40B4-BE49-F238E27FC236}">
                <a16:creationId xmlns:a16="http://schemas.microsoft.com/office/drawing/2014/main" id="{7790F122-2C8F-8F35-087F-C2E37FE5AF80}"/>
              </a:ext>
            </a:extLst>
          </p:cNvPr>
          <p:cNvSpPr>
            <a:spLocks noGrp="1"/>
          </p:cNvSpPr>
          <p:nvPr>
            <p:ph type="sldNum" sz="quarter" idx="5"/>
          </p:nvPr>
        </p:nvSpPr>
        <p:spPr/>
        <p:txBody>
          <a:bodyPr/>
          <a:lstStyle/>
          <a:p>
            <a:fld id="{164FDCDA-5C8E-4E20-BEC5-4BA3DAEABBE8}" type="slidenum">
              <a:rPr lang="en-US" altLang="ja-JP" smtClean="0"/>
              <a:pPr/>
              <a:t>21</a:t>
            </a:fld>
            <a:endParaRPr lang="en-US" altLang="ja-JP"/>
          </a:p>
        </p:txBody>
      </p:sp>
    </p:spTree>
    <p:extLst>
      <p:ext uri="{BB962C8B-B14F-4D97-AF65-F5344CB8AC3E}">
        <p14:creationId xmlns:p14="http://schemas.microsoft.com/office/powerpoint/2010/main" val="403985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Between now and the next presentation, my goal is to conduct experiments with CRTP in an oil bath with and without the mold. I will also learn how to use the 3D scanner to analyze the results, as right now, it is hard to determine accurately if the test piece was formed to the correct specifications.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After this, I will attempt to improve the formability of the test shape.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experimental equipment will be the same as that used in previous research. The T -22H oil bath and silicon oil will be used to heat the CFRTP for forming.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test piece will be a sheet of CFRTP that is 110 mm × 110 mm thick and 1 mm thick.</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22</a:t>
            </a:fld>
            <a:endParaRPr lang="en-US" altLang="ja-JP"/>
          </a:p>
        </p:txBody>
      </p:sp>
    </p:spTree>
    <p:extLst>
      <p:ext uri="{BB962C8B-B14F-4D97-AF65-F5344CB8AC3E}">
        <p14:creationId xmlns:p14="http://schemas.microsoft.com/office/powerpoint/2010/main" val="2470048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1347318-EDA7-03DA-A7A4-3660588E9983}"/>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272364DD-A87F-2E7C-225D-E74B3CC93C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F1A66F7-DD91-1EE9-A158-4FE667928E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23</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839AB-E297-0C5C-7F4D-0E11A17E5B4C}"/>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45EB18A1-298D-46CE-D721-EF0C0C82E33B}"/>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5B5E64DC-7E51-9696-C02D-A2A1A8C6DE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AB61529-92FD-6A16-1977-583040974B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25</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511399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9CCF-0FB8-7FFC-43C3-7A5A0F8E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BEA78-107F-AD58-A768-91377AB04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9946D-9469-2BEF-8B5C-E9943B34A83E}"/>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As mentioned before, The updated CAM system significantly reduced toolpath generation time for a complex test shape from 2.5 hours to 2 seconds. The tests demonstrated that the toolpath of the enhanced CAM system worked. The tests with a mold achieved better results, consistently forming depths ranging from 8 to 10 mm and retaining the test shape better than in the tests without the mold. The system excels in handling complex geometries and streamlining manufacturing, but further research is needed to optimize CFRTP forming and enhance analysis methods.</a:t>
            </a:r>
          </a:p>
        </p:txBody>
      </p:sp>
      <p:sp>
        <p:nvSpPr>
          <p:cNvPr id="4" name="Slide Number Placeholder 3">
            <a:extLst>
              <a:ext uri="{FF2B5EF4-FFF2-40B4-BE49-F238E27FC236}">
                <a16:creationId xmlns:a16="http://schemas.microsoft.com/office/drawing/2014/main" id="{DA734577-7BBB-4A15-C791-5C877B5DFBA7}"/>
              </a:ext>
            </a:extLst>
          </p:cNvPr>
          <p:cNvSpPr>
            <a:spLocks noGrp="1"/>
          </p:cNvSpPr>
          <p:nvPr>
            <p:ph type="sldNum" sz="quarter" idx="5"/>
          </p:nvPr>
        </p:nvSpPr>
        <p:spPr/>
        <p:txBody>
          <a:bodyPr/>
          <a:lstStyle/>
          <a:p>
            <a:fld id="{164FDCDA-5C8E-4E20-BEC5-4BA3DAEABBE8}" type="slidenum">
              <a:rPr lang="en-US" altLang="ja-JP" smtClean="0"/>
              <a:pPr/>
              <a:t>26</a:t>
            </a:fld>
            <a:endParaRPr lang="en-US" altLang="ja-JP"/>
          </a:p>
        </p:txBody>
      </p:sp>
    </p:spTree>
    <p:extLst>
      <p:ext uri="{BB962C8B-B14F-4D97-AF65-F5344CB8AC3E}">
        <p14:creationId xmlns:p14="http://schemas.microsoft.com/office/powerpoint/2010/main" val="1786511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9A9A2-AFD8-77AB-A3A5-F43F3F4E9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A9B80-9C1E-5BC4-E43D-4C822050D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BE425-9659-7324-5E6D-37240804BC52}"/>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As mentioned before, The updated CAM system significantly reduced toolpath generation time for a complex test shape from 2.5 hours to 2 seconds. The tests demonstrated that the toolpath of the enhanced CAM system worked. The tests with a mold achieved better results, consistently forming depths ranging from 8 to 10 mm and retaining the test shape better than in the tests without the mold. The system excels in handling complex geometries and streamlining manufacturing, but further research is needed to optimize CFRTP forming and enhance analysis methods.</a:t>
            </a:r>
          </a:p>
        </p:txBody>
      </p:sp>
      <p:sp>
        <p:nvSpPr>
          <p:cNvPr id="4" name="Slide Number Placeholder 3">
            <a:extLst>
              <a:ext uri="{FF2B5EF4-FFF2-40B4-BE49-F238E27FC236}">
                <a16:creationId xmlns:a16="http://schemas.microsoft.com/office/drawing/2014/main" id="{C2E7ABC2-B9DF-2DD1-F1B1-04B42D09C269}"/>
              </a:ext>
            </a:extLst>
          </p:cNvPr>
          <p:cNvSpPr>
            <a:spLocks noGrp="1"/>
          </p:cNvSpPr>
          <p:nvPr>
            <p:ph type="sldNum" sz="quarter" idx="5"/>
          </p:nvPr>
        </p:nvSpPr>
        <p:spPr/>
        <p:txBody>
          <a:bodyPr/>
          <a:lstStyle/>
          <a:p>
            <a:fld id="{164FDCDA-5C8E-4E20-BEC5-4BA3DAEABBE8}" type="slidenum">
              <a:rPr lang="en-US" altLang="ja-JP" smtClean="0"/>
              <a:pPr/>
              <a:t>27</a:t>
            </a:fld>
            <a:endParaRPr lang="en-US" altLang="ja-JP"/>
          </a:p>
        </p:txBody>
      </p:sp>
    </p:spTree>
    <p:extLst>
      <p:ext uri="{BB962C8B-B14F-4D97-AF65-F5344CB8AC3E}">
        <p14:creationId xmlns:p14="http://schemas.microsoft.com/office/powerpoint/2010/main" val="807967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28</a:t>
            </a:fld>
            <a:endParaRPr lang="en-US" altLang="ja-JP"/>
          </a:p>
        </p:txBody>
      </p:sp>
    </p:spTree>
    <p:extLst>
      <p:ext uri="{BB962C8B-B14F-4D97-AF65-F5344CB8AC3E}">
        <p14:creationId xmlns:p14="http://schemas.microsoft.com/office/powerpoint/2010/main" val="1868935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76E9-9F72-D7F3-B201-02E1566DE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0068-73DD-C390-3516-BFFC3024C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0C8F5-1C1A-D11B-8F52-2826950DBC56}"/>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The experimental conditions used for the oil testing will be based on the previous research's experimental conditions for the experiment that had the best results, as shown in the table on the right. The feed rate, spindle rotation, pitch, and temperature will be the same, while the other conditions will differ as the test shape is different. </a:t>
            </a:r>
          </a:p>
        </p:txBody>
      </p:sp>
      <p:sp>
        <p:nvSpPr>
          <p:cNvPr id="4" name="Slide Number Placeholder 3">
            <a:extLst>
              <a:ext uri="{FF2B5EF4-FFF2-40B4-BE49-F238E27FC236}">
                <a16:creationId xmlns:a16="http://schemas.microsoft.com/office/drawing/2014/main" id="{547002EB-7664-7DD8-EC55-C6D2CF48761B}"/>
              </a:ext>
            </a:extLst>
          </p:cNvPr>
          <p:cNvSpPr>
            <a:spLocks noGrp="1"/>
          </p:cNvSpPr>
          <p:nvPr>
            <p:ph type="sldNum" sz="quarter" idx="5"/>
          </p:nvPr>
        </p:nvSpPr>
        <p:spPr/>
        <p:txBody>
          <a:bodyPr/>
          <a:lstStyle/>
          <a:p>
            <a:fld id="{164FDCDA-5C8E-4E20-BEC5-4BA3DAEABBE8}" type="slidenum">
              <a:rPr lang="en-US" altLang="ja-JP" smtClean="0"/>
              <a:pPr/>
              <a:t>29</a:t>
            </a:fld>
            <a:endParaRPr lang="en-US" altLang="ja-JP"/>
          </a:p>
        </p:txBody>
      </p:sp>
    </p:spTree>
    <p:extLst>
      <p:ext uri="{BB962C8B-B14F-4D97-AF65-F5344CB8AC3E}">
        <p14:creationId xmlns:p14="http://schemas.microsoft.com/office/powerpoint/2010/main" val="3272932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C4D95-4656-1CA2-43F4-9BC3081DD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A08DF-99B3-4B24-05E0-A6B6B54F9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DB6CA0-E66F-8CF7-543C-B76B77CCE55C}"/>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The changes to the previous CAM system that were made can be seen on the screen with these nine boxes. Address the issues that the previous CAM system had with sorting or filtering points, adjustments for use in CNC machines, and streamlining the process of design to manufacturing.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top 6 boxes on the slide deal with the sorting and filtering of points, removing duplicate and invalid points, sorting the points into layers, rounding points to increase the accuracy of the toolpath generated, removing layers with fewer than five points, and generating a tool path without inefficiencies.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bottom left box deals with the adjustments to the tool path so that it can be used in a CNC machine. These adjustments consider the tool's diameter, the spring back of a material, and the machining center's physical constraints.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final two boxes streamline the design to manufacturing process by allowing the user to adjust the code depending on experimental equipment and conditions, and automatically adding the initial setup commands and termination sequence that every toolpath needs.</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#Hide the slide</a:t>
            </a:r>
          </a:p>
          <a:p>
            <a:r>
              <a:rPr kumimoji="1" lang="en-US" sz="1200" kern="1200">
                <a:solidFill>
                  <a:schemeClr val="tx1"/>
                </a:solidFill>
                <a:effectLst/>
                <a:latin typeface="Times New Roman" pitchFamily="18" charset="0"/>
                <a:ea typeface="ＭＳ Ｐ明朝" charset="-128"/>
                <a:cs typeface="+mn-cs"/>
              </a:rPr>
              <a:t># remove the </a:t>
            </a:r>
          </a:p>
          <a:p>
            <a:r>
              <a:rPr kumimoji="1" lang="en-US" sz="1200" kern="1200">
                <a:solidFill>
                  <a:schemeClr val="tx1"/>
                </a:solidFill>
                <a:effectLst/>
                <a:latin typeface="Times New Roman" pitchFamily="18" charset="0"/>
                <a:ea typeface="ＭＳ Ｐ明朝" charset="-128"/>
                <a:cs typeface="+mn-cs"/>
              </a:rPr>
              <a:t>#bullet points more effective</a:t>
            </a:r>
          </a:p>
          <a:p>
            <a:r>
              <a:rPr kumimoji="1" lang="en-US" sz="1200" kern="1200">
                <a:solidFill>
                  <a:schemeClr val="tx1"/>
                </a:solidFill>
                <a:effectLst/>
                <a:latin typeface="Times New Roman" pitchFamily="18" charset="0"/>
                <a:ea typeface="ＭＳ Ｐ明朝" charset="-128"/>
                <a:cs typeface="+mn-cs"/>
              </a:rPr>
              <a:t>#Change to one or two slides explain what I did </a:t>
            </a:r>
          </a:p>
        </p:txBody>
      </p:sp>
      <p:sp>
        <p:nvSpPr>
          <p:cNvPr id="4" name="Slide Number Placeholder 3">
            <a:extLst>
              <a:ext uri="{FF2B5EF4-FFF2-40B4-BE49-F238E27FC236}">
                <a16:creationId xmlns:a16="http://schemas.microsoft.com/office/drawing/2014/main" id="{CF77F5B6-C4DE-9CF2-0004-3A5A4D99CFDF}"/>
              </a:ext>
            </a:extLst>
          </p:cNvPr>
          <p:cNvSpPr>
            <a:spLocks noGrp="1"/>
          </p:cNvSpPr>
          <p:nvPr>
            <p:ph type="sldNum" sz="quarter" idx="5"/>
          </p:nvPr>
        </p:nvSpPr>
        <p:spPr/>
        <p:txBody>
          <a:bodyPr/>
          <a:lstStyle/>
          <a:p>
            <a:fld id="{164FDCDA-5C8E-4E20-BEC5-4BA3DAEABBE8}" type="slidenum">
              <a:rPr lang="en-US" altLang="ja-JP" smtClean="0"/>
              <a:pPr/>
              <a:t>30</a:t>
            </a:fld>
            <a:endParaRPr lang="en-US" altLang="ja-JP"/>
          </a:p>
        </p:txBody>
      </p:sp>
    </p:spTree>
    <p:extLst>
      <p:ext uri="{BB962C8B-B14F-4D97-AF65-F5344CB8AC3E}">
        <p14:creationId xmlns:p14="http://schemas.microsoft.com/office/powerpoint/2010/main" val="1994922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533A6-2759-C1A0-9B4D-38E70049E30F}"/>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ACB7245D-57DB-5478-8E57-AB27CC4EDB24}"/>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2469CC90-EE08-B30B-1C31-A8FE698EF5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a:solidFill>
                  <a:schemeClr val="tx1"/>
                </a:solidFill>
                <a:effectLst/>
                <a:latin typeface="Times New Roman" pitchFamily="18" charset="0"/>
                <a:ea typeface="ＭＳ Ｐ明朝" charset="-128"/>
                <a:cs typeface="+mn-cs"/>
              </a:rPr>
              <a:t>This study successfully improved the previous research's CAM system, addressed several limitations the prior CAM system had, and solved three issues: generating precise, error-free toolpaths for complex geometries, reducing toolpath generation time for complex geometries, and streamlining the design-to-manufacturing process. </a:t>
            </a:r>
          </a:p>
          <a:p>
            <a:endParaRPr kumimoji="1" lang="en-US" sz="1200" kern="1200">
              <a:solidFill>
                <a:schemeClr val="tx1"/>
              </a:solidFill>
              <a:effectLst/>
              <a:latin typeface="Times New Roman" pitchFamily="18" charset="0"/>
              <a:ea typeface="ＭＳ Ｐ明朝" charset="-128"/>
              <a:cs typeface="+mn-cs"/>
            </a:endParaRPr>
          </a:p>
          <a:p>
            <a:r>
              <a:rPr lang="en-US"/>
              <a:t>The updated CAM system achieves near-100% time reduction, enabling rapid prototyping. Forming depths are within ~5% error of target on average, with molds improving consistency (lower error without over-forming). </a:t>
            </a:r>
          </a:p>
          <a:p>
            <a:endParaRPr lang="en-US"/>
          </a:p>
          <a:p>
            <a:r>
              <a:rPr lang="en-US"/>
              <a:t>Temperature at 150°C is critical, aligning with the previous researches temperature. </a:t>
            </a:r>
          </a:p>
          <a:p>
            <a:endParaRPr lang="en-US"/>
          </a:p>
          <a:p>
            <a:r>
              <a:rPr lang="en-US"/>
              <a:t>Small sample sizes (e.g., n=2 for CFRTP depths) prevent advanced stats like t-tests or ANOVA. No variance data for nylon tests or thickness measurements. Future work could quantify point reduction in CAM (e.g., pre/post-filtering counts) and add more replicates for depths (target n≥10 per condition) to compute reliable standard deviations. Integrate sensor data (e.g., force in Newtons) for correlation analysis (e.g., depth vs. temperature: linear regression slope from previous data ~0.1 mm/°C increase above 50°C).</a:t>
            </a:r>
            <a:endParaRPr kumimoji="1" lang="en-US" sz="1200" kern="1200">
              <a:solidFill>
                <a:schemeClr val="tx1"/>
              </a:solidFill>
              <a:effectLst/>
              <a:latin typeface="Times New Roman" pitchFamily="18" charset="0"/>
              <a:ea typeface="ＭＳ Ｐ明朝" charset="-128"/>
              <a:cs typeface="+mn-cs"/>
            </a:endParaRPr>
          </a:p>
        </p:txBody>
      </p:sp>
      <p:sp>
        <p:nvSpPr>
          <p:cNvPr id="16388" name="スライド番号プレースホルダ 3">
            <a:extLst>
              <a:ext uri="{FF2B5EF4-FFF2-40B4-BE49-F238E27FC236}">
                <a16:creationId xmlns:a16="http://schemas.microsoft.com/office/drawing/2014/main" id="{6D933BD1-4689-A6CD-CEEC-C455C06C99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31</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85821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CA439828-FEC1-DB8F-BF5D-AE3DD4BF8EC6}"/>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C445BA2-7927-1D9D-5EDA-F7DDEB50DC5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0560E98-DB61-CCEA-B3D0-7DEE748FBC04}"/>
              </a:ext>
            </a:extLst>
          </p:cNvPr>
          <p:cNvSpPr>
            <a:spLocks noGrp="1" noChangeArrowheads="1"/>
          </p:cNvSpPr>
          <p:nvPr>
            <p:ph type="sldNum" sz="quarter" idx="12"/>
          </p:nvPr>
        </p:nvSpPr>
        <p:spPr>
          <a:ln/>
        </p:spPr>
        <p:txBody>
          <a:bodyPr/>
          <a:lstStyle>
            <a:lvl1pPr>
              <a:defRPr/>
            </a:lvl1pPr>
          </a:lstStyle>
          <a:p>
            <a:r>
              <a:rPr lang="en-US" altLang="ja-JP"/>
              <a:t>No.</a:t>
            </a:r>
            <a:fld id="{C234E099-0AB4-450A-BF20-F5388E2789CD}" type="slidenum">
              <a:rPr lang="en-US" altLang="ja-JP"/>
              <a:pPr/>
              <a:t>‹#›</a:t>
            </a:fld>
            <a:endParaRPr lang="en-US" altLang="ja-JP"/>
          </a:p>
        </p:txBody>
      </p:sp>
    </p:spTree>
    <p:extLst>
      <p:ext uri="{BB962C8B-B14F-4D97-AF65-F5344CB8AC3E}">
        <p14:creationId xmlns:p14="http://schemas.microsoft.com/office/powerpoint/2010/main" val="3415164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2517CDC-B0BF-EA32-11CE-81E7390B467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C5DDEC57-DF00-BAFC-AE48-FE0FC211B86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F074E127-3ACF-3BAE-3B9D-1C10B1BB5B63}"/>
              </a:ext>
            </a:extLst>
          </p:cNvPr>
          <p:cNvSpPr>
            <a:spLocks noGrp="1" noChangeArrowheads="1"/>
          </p:cNvSpPr>
          <p:nvPr>
            <p:ph type="sldNum" sz="quarter" idx="12"/>
          </p:nvPr>
        </p:nvSpPr>
        <p:spPr>
          <a:ln/>
        </p:spPr>
        <p:txBody>
          <a:bodyPr/>
          <a:lstStyle>
            <a:lvl1pPr>
              <a:defRPr/>
            </a:lvl1pPr>
          </a:lstStyle>
          <a:p>
            <a:r>
              <a:rPr lang="en-US" altLang="ja-JP"/>
              <a:t>No.</a:t>
            </a:r>
            <a:fld id="{5C1FA935-C3F5-4DDE-9F4C-C9BD4960D2A8}" type="slidenum">
              <a:rPr lang="en-US" altLang="ja-JP"/>
              <a:pPr/>
              <a:t>‹#›</a:t>
            </a:fld>
            <a:endParaRPr lang="en-US" altLang="ja-JP"/>
          </a:p>
        </p:txBody>
      </p:sp>
    </p:spTree>
    <p:extLst>
      <p:ext uri="{BB962C8B-B14F-4D97-AF65-F5344CB8AC3E}">
        <p14:creationId xmlns:p14="http://schemas.microsoft.com/office/powerpoint/2010/main" val="215189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D64ABED1-AD63-3326-C1B6-401BD102E34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08D9ADC-D2A2-21E7-B65F-1C14FD138A2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6BC327E4-71F1-ADE1-4778-AEB67B4DECF8}"/>
              </a:ext>
            </a:extLst>
          </p:cNvPr>
          <p:cNvSpPr>
            <a:spLocks noGrp="1" noChangeArrowheads="1"/>
          </p:cNvSpPr>
          <p:nvPr>
            <p:ph type="sldNum" sz="quarter" idx="12"/>
          </p:nvPr>
        </p:nvSpPr>
        <p:spPr>
          <a:ln/>
        </p:spPr>
        <p:txBody>
          <a:bodyPr/>
          <a:lstStyle>
            <a:lvl1pPr>
              <a:defRPr/>
            </a:lvl1pPr>
          </a:lstStyle>
          <a:p>
            <a:r>
              <a:rPr lang="en-US" altLang="ja-JP"/>
              <a:t>No.</a:t>
            </a:r>
            <a:fld id="{2BED7F2E-8CDF-4546-8FE4-E96D4D70E0A2}" type="slidenum">
              <a:rPr lang="en-US" altLang="ja-JP"/>
              <a:pPr/>
              <a:t>‹#›</a:t>
            </a:fld>
            <a:endParaRPr lang="en-US" altLang="ja-JP"/>
          </a:p>
        </p:txBody>
      </p:sp>
    </p:spTree>
    <p:extLst>
      <p:ext uri="{BB962C8B-B14F-4D97-AF65-F5344CB8AC3E}">
        <p14:creationId xmlns:p14="http://schemas.microsoft.com/office/powerpoint/2010/main" val="838844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636E4818-9261-F9A4-58FD-26A968994A1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88D7C35-0049-B037-5BE0-C474BF5FE5F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27B3EF4A-AAFA-1B09-AFB9-E6B1C3755D26}"/>
              </a:ext>
            </a:extLst>
          </p:cNvPr>
          <p:cNvSpPr>
            <a:spLocks noGrp="1" noChangeArrowheads="1"/>
          </p:cNvSpPr>
          <p:nvPr>
            <p:ph type="sldNum" sz="quarter" idx="12"/>
          </p:nvPr>
        </p:nvSpPr>
        <p:spPr>
          <a:ln/>
        </p:spPr>
        <p:txBody>
          <a:bodyPr/>
          <a:lstStyle>
            <a:lvl1pPr>
              <a:defRPr/>
            </a:lvl1pPr>
          </a:lstStyle>
          <a:p>
            <a:r>
              <a:rPr lang="en-US" altLang="ja-JP"/>
              <a:t>No.</a:t>
            </a:r>
            <a:fld id="{B6E47E99-21BC-423E-A334-1D83724BAAD2}" type="slidenum">
              <a:rPr lang="en-US" altLang="ja-JP"/>
              <a:pPr/>
              <a:t>‹#›</a:t>
            </a:fld>
            <a:endParaRPr lang="en-US" altLang="ja-JP"/>
          </a:p>
        </p:txBody>
      </p:sp>
    </p:spTree>
    <p:extLst>
      <p:ext uri="{BB962C8B-B14F-4D97-AF65-F5344CB8AC3E}">
        <p14:creationId xmlns:p14="http://schemas.microsoft.com/office/powerpoint/2010/main" val="160516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32B7C4FB-DBC0-E85C-6B1E-05447BA47F8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B75D162F-8466-52C2-2A42-00A629480A7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764B8D93-9546-B295-1040-2270F90B3101}"/>
              </a:ext>
            </a:extLst>
          </p:cNvPr>
          <p:cNvSpPr>
            <a:spLocks noGrp="1" noChangeArrowheads="1"/>
          </p:cNvSpPr>
          <p:nvPr>
            <p:ph type="sldNum" sz="quarter" idx="12"/>
          </p:nvPr>
        </p:nvSpPr>
        <p:spPr>
          <a:ln/>
        </p:spPr>
        <p:txBody>
          <a:bodyPr/>
          <a:lstStyle>
            <a:lvl1pPr>
              <a:defRPr/>
            </a:lvl1pPr>
          </a:lstStyle>
          <a:p>
            <a:r>
              <a:rPr lang="en-US" altLang="ja-JP"/>
              <a:t>No.</a:t>
            </a:r>
            <a:fld id="{F838018D-4D2A-4F32-A906-7A867FDB62ED}" type="slidenum">
              <a:rPr lang="en-US" altLang="ja-JP"/>
              <a:pPr/>
              <a:t>‹#›</a:t>
            </a:fld>
            <a:endParaRPr lang="en-US" altLang="ja-JP"/>
          </a:p>
        </p:txBody>
      </p:sp>
    </p:spTree>
    <p:extLst>
      <p:ext uri="{BB962C8B-B14F-4D97-AF65-F5344CB8AC3E}">
        <p14:creationId xmlns:p14="http://schemas.microsoft.com/office/powerpoint/2010/main" val="161706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F7FE116E-00A1-3C00-352B-6F8B6BAC303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EE11FFCC-CC5A-16A5-D10C-E5FD33BC7C55}"/>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F9AD60C9-B096-BAC8-F831-CF38BCED6611}"/>
              </a:ext>
            </a:extLst>
          </p:cNvPr>
          <p:cNvSpPr>
            <a:spLocks noGrp="1" noChangeArrowheads="1"/>
          </p:cNvSpPr>
          <p:nvPr>
            <p:ph type="sldNum" sz="quarter" idx="12"/>
          </p:nvPr>
        </p:nvSpPr>
        <p:spPr>
          <a:ln/>
        </p:spPr>
        <p:txBody>
          <a:bodyPr/>
          <a:lstStyle>
            <a:lvl1pPr>
              <a:defRPr/>
            </a:lvl1pPr>
          </a:lstStyle>
          <a:p>
            <a:r>
              <a:rPr lang="en-US" altLang="ja-JP"/>
              <a:t>No.</a:t>
            </a:r>
            <a:fld id="{72F3C475-34C3-4F14-BD11-B93CF9B7AA4D}" type="slidenum">
              <a:rPr lang="en-US" altLang="ja-JP"/>
              <a:pPr/>
              <a:t>‹#›</a:t>
            </a:fld>
            <a:endParaRPr lang="en-US" altLang="ja-JP"/>
          </a:p>
        </p:txBody>
      </p:sp>
    </p:spTree>
    <p:extLst>
      <p:ext uri="{BB962C8B-B14F-4D97-AF65-F5344CB8AC3E}">
        <p14:creationId xmlns:p14="http://schemas.microsoft.com/office/powerpoint/2010/main" val="312166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CF3EA1-F9B0-9095-D9FB-6A7FAD529A0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D0416357-7694-70D1-CCFF-4FFEEB4B619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A600F669-22E1-C040-E288-91D5F15A8201}"/>
              </a:ext>
            </a:extLst>
          </p:cNvPr>
          <p:cNvSpPr>
            <a:spLocks noGrp="1" noChangeArrowheads="1"/>
          </p:cNvSpPr>
          <p:nvPr>
            <p:ph type="sldNum" sz="quarter" idx="12"/>
          </p:nvPr>
        </p:nvSpPr>
        <p:spPr>
          <a:ln/>
        </p:spPr>
        <p:txBody>
          <a:bodyPr/>
          <a:lstStyle>
            <a:lvl1pPr>
              <a:defRPr/>
            </a:lvl1pPr>
          </a:lstStyle>
          <a:p>
            <a:r>
              <a:rPr lang="en-US" altLang="ja-JP"/>
              <a:t>No.</a:t>
            </a:r>
            <a:fld id="{721ED71F-7F3A-4A9C-A5EC-5516A79DC590}" type="slidenum">
              <a:rPr lang="en-US" altLang="ja-JP"/>
              <a:pPr/>
              <a:t>‹#›</a:t>
            </a:fld>
            <a:endParaRPr lang="en-US" altLang="ja-JP"/>
          </a:p>
        </p:txBody>
      </p:sp>
    </p:spTree>
    <p:extLst>
      <p:ext uri="{BB962C8B-B14F-4D97-AF65-F5344CB8AC3E}">
        <p14:creationId xmlns:p14="http://schemas.microsoft.com/office/powerpoint/2010/main" val="51551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F326F20B-4E43-5EC2-29C9-2BA66CFF42B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A3B130D8-AB0F-1052-0915-E76FB7ADF39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3BF0CF05-0529-97B7-BB21-6F188350EFBA}"/>
              </a:ext>
            </a:extLst>
          </p:cNvPr>
          <p:cNvSpPr>
            <a:spLocks noGrp="1" noChangeArrowheads="1"/>
          </p:cNvSpPr>
          <p:nvPr>
            <p:ph type="sldNum" sz="quarter" idx="12"/>
          </p:nvPr>
        </p:nvSpPr>
        <p:spPr>
          <a:ln/>
        </p:spPr>
        <p:txBody>
          <a:bodyPr/>
          <a:lstStyle>
            <a:lvl1pPr>
              <a:defRPr/>
            </a:lvl1pPr>
          </a:lstStyle>
          <a:p>
            <a:r>
              <a:rPr lang="en-US" altLang="ja-JP"/>
              <a:t>No.</a:t>
            </a:r>
            <a:fld id="{78BBCC93-411C-4960-9903-0D85BF460A1D}" type="slidenum">
              <a:rPr lang="en-US" altLang="ja-JP"/>
              <a:pPr/>
              <a:t>‹#›</a:t>
            </a:fld>
            <a:endParaRPr lang="en-US" altLang="ja-JP"/>
          </a:p>
        </p:txBody>
      </p:sp>
    </p:spTree>
    <p:extLst>
      <p:ext uri="{BB962C8B-B14F-4D97-AF65-F5344CB8AC3E}">
        <p14:creationId xmlns:p14="http://schemas.microsoft.com/office/powerpoint/2010/main" val="247252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4723E8EE-0067-2C05-F668-660A04774B67}"/>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178C1DEC-D50C-9BED-E56A-F05A6D4FE9C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DE5F3C81-D971-AAA4-1177-11086DD211D1}"/>
              </a:ext>
            </a:extLst>
          </p:cNvPr>
          <p:cNvSpPr>
            <a:spLocks noGrp="1" noChangeArrowheads="1"/>
          </p:cNvSpPr>
          <p:nvPr>
            <p:ph type="sldNum" sz="quarter" idx="12"/>
          </p:nvPr>
        </p:nvSpPr>
        <p:spPr>
          <a:ln/>
        </p:spPr>
        <p:txBody>
          <a:bodyPr/>
          <a:lstStyle>
            <a:lvl1pPr>
              <a:defRPr/>
            </a:lvl1pPr>
          </a:lstStyle>
          <a:p>
            <a:r>
              <a:rPr lang="en-US" altLang="ja-JP"/>
              <a:t>No.</a:t>
            </a:r>
            <a:fld id="{4998BFCA-0B2A-4D3A-AE72-57C462D69A69}" type="slidenum">
              <a:rPr lang="en-US" altLang="ja-JP"/>
              <a:pPr/>
              <a:t>‹#›</a:t>
            </a:fld>
            <a:endParaRPr lang="en-US" altLang="ja-JP"/>
          </a:p>
        </p:txBody>
      </p:sp>
    </p:spTree>
    <p:extLst>
      <p:ext uri="{BB962C8B-B14F-4D97-AF65-F5344CB8AC3E}">
        <p14:creationId xmlns:p14="http://schemas.microsoft.com/office/powerpoint/2010/main" val="1265463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03113D3-AF69-3D4D-C23B-D3F5AAD5C47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967ABB-70C7-A4E7-ADFE-FC89EDE0824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726D63DD-651B-C59F-A573-0FE7AE340E92}"/>
              </a:ext>
            </a:extLst>
          </p:cNvPr>
          <p:cNvSpPr>
            <a:spLocks noGrp="1" noChangeArrowheads="1"/>
          </p:cNvSpPr>
          <p:nvPr>
            <p:ph type="sldNum" sz="quarter" idx="12"/>
          </p:nvPr>
        </p:nvSpPr>
        <p:spPr>
          <a:ln/>
        </p:spPr>
        <p:txBody>
          <a:bodyPr/>
          <a:lstStyle>
            <a:lvl1pPr>
              <a:defRPr/>
            </a:lvl1pPr>
          </a:lstStyle>
          <a:p>
            <a:r>
              <a:rPr lang="en-US" altLang="ja-JP"/>
              <a:t>No.</a:t>
            </a:r>
            <a:fld id="{661C0C93-C27B-47B4-ACD1-5C5B57329E48}" type="slidenum">
              <a:rPr lang="en-US" altLang="ja-JP"/>
              <a:pPr/>
              <a:t>‹#›</a:t>
            </a:fld>
            <a:endParaRPr lang="en-US" altLang="ja-JP"/>
          </a:p>
        </p:txBody>
      </p:sp>
    </p:spTree>
    <p:extLst>
      <p:ext uri="{BB962C8B-B14F-4D97-AF65-F5344CB8AC3E}">
        <p14:creationId xmlns:p14="http://schemas.microsoft.com/office/powerpoint/2010/main" val="3745904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819900" y="76200"/>
            <a:ext cx="2095500" cy="60198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33400" y="76200"/>
            <a:ext cx="6134100" cy="60198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21CEDA5E-12C4-8923-C27F-F318965B8CD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9F916B7-1EBB-9833-B093-CFC7CE8AD6F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ED542B0-22FE-5E6B-CE37-98207E948F13}"/>
              </a:ext>
            </a:extLst>
          </p:cNvPr>
          <p:cNvSpPr>
            <a:spLocks noGrp="1" noChangeArrowheads="1"/>
          </p:cNvSpPr>
          <p:nvPr>
            <p:ph type="sldNum" sz="quarter" idx="12"/>
          </p:nvPr>
        </p:nvSpPr>
        <p:spPr>
          <a:ln/>
        </p:spPr>
        <p:txBody>
          <a:bodyPr/>
          <a:lstStyle>
            <a:lvl1pPr>
              <a:defRPr/>
            </a:lvl1pPr>
          </a:lstStyle>
          <a:p>
            <a:r>
              <a:rPr lang="en-US" altLang="ja-JP"/>
              <a:t>No.</a:t>
            </a:r>
            <a:fld id="{6F3F576B-8B7C-428E-816B-FB9924D4D13E}" type="slidenum">
              <a:rPr lang="en-US" altLang="ja-JP"/>
              <a:pPr/>
              <a:t>‹#›</a:t>
            </a:fld>
            <a:endParaRPr lang="en-US" altLang="ja-JP"/>
          </a:p>
        </p:txBody>
      </p:sp>
    </p:spTree>
    <p:extLst>
      <p:ext uri="{BB962C8B-B14F-4D97-AF65-F5344CB8AC3E}">
        <p14:creationId xmlns:p14="http://schemas.microsoft.com/office/powerpoint/2010/main" val="317115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slide枠">
            <a:extLst>
              <a:ext uri="{FF2B5EF4-FFF2-40B4-BE49-F238E27FC236}">
                <a16:creationId xmlns:a16="http://schemas.microsoft.com/office/drawing/2014/main" id="{8193C91A-08EF-3D09-FE07-D26BA7E8CD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363" y="134938"/>
            <a:ext cx="8677275" cy="658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689B19C3-4BB0-54AA-BC68-B86867A87219}"/>
              </a:ext>
            </a:extLst>
          </p:cNvPr>
          <p:cNvSpPr>
            <a:spLocks noGrp="1" noChangeArrowheads="1"/>
          </p:cNvSpPr>
          <p:nvPr>
            <p:ph type="title"/>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
            <a:extLst>
              <a:ext uri="{FF2B5EF4-FFF2-40B4-BE49-F238E27FC236}">
                <a16:creationId xmlns:a16="http://schemas.microsoft.com/office/drawing/2014/main" id="{4EFC3D10-475D-5B50-BDC1-E1A2D7FB144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 name="Rectangle 4">
            <a:extLst>
              <a:ext uri="{FF2B5EF4-FFF2-40B4-BE49-F238E27FC236}">
                <a16:creationId xmlns:a16="http://schemas.microsoft.com/office/drawing/2014/main" id="{0B7A7F49-D441-8EA1-A76B-E0F9DF41DC5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ea typeface="+mn-ea"/>
              </a:defRPr>
            </a:lvl1pPr>
          </a:lstStyle>
          <a:p>
            <a:pPr>
              <a:defRPr/>
            </a:pPr>
            <a:endParaRPr lang="en-US" altLang="ja-JP"/>
          </a:p>
        </p:txBody>
      </p:sp>
      <p:sp>
        <p:nvSpPr>
          <p:cNvPr id="1029" name="Rectangle 5">
            <a:extLst>
              <a:ext uri="{FF2B5EF4-FFF2-40B4-BE49-F238E27FC236}">
                <a16:creationId xmlns:a16="http://schemas.microsoft.com/office/drawing/2014/main" id="{39C0041A-F90D-C92A-29A6-72CA76F70D0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ea typeface="+mn-ea"/>
              </a:defRPr>
            </a:lvl1pPr>
          </a:lstStyle>
          <a:p>
            <a:pPr>
              <a:defRPr/>
            </a:pPr>
            <a:endParaRPr lang="en-US" altLang="ja-JP"/>
          </a:p>
        </p:txBody>
      </p:sp>
      <p:sp>
        <p:nvSpPr>
          <p:cNvPr id="1030" name="Rectangle 6">
            <a:extLst>
              <a:ext uri="{FF2B5EF4-FFF2-40B4-BE49-F238E27FC236}">
                <a16:creationId xmlns:a16="http://schemas.microsoft.com/office/drawing/2014/main" id="{3C551E17-7904-21F8-D79D-6518F0D02EF0}"/>
              </a:ext>
            </a:extLst>
          </p:cNvPr>
          <p:cNvSpPr>
            <a:spLocks noGrp="1" noChangeArrowheads="1"/>
          </p:cNvSpPr>
          <p:nvPr>
            <p:ph type="sldNum" sz="quarter" idx="4"/>
          </p:nvPr>
        </p:nvSpPr>
        <p:spPr bwMode="auto">
          <a:xfrm>
            <a:off x="7010400" y="152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anose="02020603050405020304" pitchFamily="18" charset="0"/>
              </a:defRPr>
            </a:lvl1pPr>
          </a:lstStyle>
          <a:p>
            <a:r>
              <a:rPr lang="en-US" altLang="ja-JP"/>
              <a:t>No.</a:t>
            </a:r>
            <a:fld id="{FC41ACF0-AC3B-477D-9B95-465ECFF9A039}" type="slidenum">
              <a:rPr lang="en-US" altLang="ja-JP"/>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www.sciencedirect.com/topics/engineering/incremental-forming" TargetMode="External"/><Relationship Id="rId5" Type="http://schemas.openxmlformats.org/officeDocument/2006/relationships/hyperlink" Target="https://pmc.ncbi.nlm.nih.gov/articles/PMC11642863/" TargetMode="External"/><Relationship Id="rId4" Type="http://schemas.openxmlformats.org/officeDocument/2006/relationships/hyperlink" Target="https://www.sciencedirect.com/science/article/pii/S187887502030001X"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www.axel-gl.com/en/asone/d/61-3235-8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31.jpe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4">
            <a:extLst>
              <a:ext uri="{FF2B5EF4-FFF2-40B4-BE49-F238E27FC236}">
                <a16:creationId xmlns:a16="http://schemas.microsoft.com/office/drawing/2014/main" id="{5DBD9CB9-BD98-8FE8-F1FC-2CB17A8D7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1CC227A7-F3E8-6F8F-0D53-311E27A95BB9}"/>
              </a:ext>
            </a:extLst>
          </p:cNvPr>
          <p:cNvSpPr txBox="1">
            <a:spLocks noChangeArrowheads="1"/>
          </p:cNvSpPr>
          <p:nvPr/>
        </p:nvSpPr>
        <p:spPr bwMode="auto">
          <a:xfrm>
            <a:off x="179388" y="1916113"/>
            <a:ext cx="86042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sz="3600">
                <a:latin typeface="+mj-lt"/>
              </a:rPr>
              <a:t>Development of CAM systems for the Incremental Forming of CFRTP from 3D CAD data</a:t>
            </a:r>
            <a:endParaRPr lang="en-US" altLang="ja-JP" sz="3600">
              <a:latin typeface="+mj-lt"/>
              <a:ea typeface="ＭＳ ゴシック" panose="020B0609070205080204" pitchFamily="49" charset="-128"/>
            </a:endParaRPr>
          </a:p>
        </p:txBody>
      </p:sp>
      <p:sp>
        <p:nvSpPr>
          <p:cNvPr id="2054" name="Text Box 14">
            <a:extLst>
              <a:ext uri="{FF2B5EF4-FFF2-40B4-BE49-F238E27FC236}">
                <a16:creationId xmlns:a16="http://schemas.microsoft.com/office/drawing/2014/main" id="{ACE641F1-5D1F-3706-FD84-E3B8318385EA}"/>
              </a:ext>
            </a:extLst>
          </p:cNvPr>
          <p:cNvSpPr txBox="1">
            <a:spLocks noChangeArrowheads="1"/>
          </p:cNvSpPr>
          <p:nvPr/>
        </p:nvSpPr>
        <p:spPr bwMode="auto">
          <a:xfrm>
            <a:off x="1907704" y="4076700"/>
            <a:ext cx="6948959" cy="1846659"/>
          </a:xfrm>
          <a:prstGeom prst="rect">
            <a:avLst/>
          </a:prstGeom>
          <a:noFill/>
          <a:ln w="9525">
            <a:noFill/>
            <a:miter lim="800000"/>
            <a:headEnd/>
            <a:tailEnd/>
          </a:ln>
        </p:spPr>
        <p:txBody>
          <a:bodyPr wrap="square" lIns="0" tIns="0" rIns="0" bIns="0">
            <a:spAutoFit/>
          </a:bodyPr>
          <a:lstStyle/>
          <a:p>
            <a:pPr algn="r" eaLnBrk="1" hangingPunct="1">
              <a:spcBef>
                <a:spcPct val="50000"/>
              </a:spcBef>
              <a:defRPr/>
            </a:pPr>
            <a:r>
              <a:rPr lang="en-US" altLang="ja-JP" sz="2400">
                <a:solidFill>
                  <a:schemeClr val="tx1"/>
                </a:solidFill>
                <a:latin typeface="Arial (Headings)"/>
                <a:ea typeface="+mj-ea"/>
              </a:rPr>
              <a:t>Sophia University, Faculty of Science and Technology, Green Engineering Program</a:t>
            </a:r>
          </a:p>
          <a:p>
            <a:pPr algn="r" eaLnBrk="1" hangingPunct="1">
              <a:spcBef>
                <a:spcPct val="50000"/>
              </a:spcBef>
              <a:defRPr/>
            </a:pPr>
            <a:r>
              <a:rPr lang="en-US" altLang="ja-JP" sz="2400">
                <a:solidFill>
                  <a:schemeClr val="tx1"/>
                </a:solidFill>
                <a:latin typeface="Arial (Headings)"/>
                <a:ea typeface="+mj-ea"/>
              </a:rPr>
              <a:t>Precision Engineering Laboratory</a:t>
            </a:r>
          </a:p>
          <a:p>
            <a:pPr algn="r" eaLnBrk="1" hangingPunct="1">
              <a:spcBef>
                <a:spcPct val="50000"/>
              </a:spcBef>
              <a:defRPr/>
            </a:pPr>
            <a:r>
              <a:rPr lang="en-US" altLang="ja-JP" sz="2400">
                <a:solidFill>
                  <a:schemeClr val="tx1"/>
                </a:solidFill>
                <a:latin typeface="Arial (Headings)"/>
                <a:ea typeface="+mj-ea"/>
              </a:rPr>
              <a:t>A2177802 Karter Wong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スライド番号プレースホルダ 1">
            <a:extLst>
              <a:ext uri="{FF2B5EF4-FFF2-40B4-BE49-F238E27FC236}">
                <a16:creationId xmlns:a16="http://schemas.microsoft.com/office/drawing/2014/main" id="{7C6EE3EA-58E0-DBC2-1C35-F84C4EA6B2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8BC5FD9-1B79-4935-8FE2-A81457FD8468}" type="slidenum">
              <a:rPr lang="en-US" altLang="ja-JP" sz="1400"/>
              <a:t>1</a:t>
            </a:fld>
            <a:endParaRPr lang="en-US" altLang="ja-JP" sz="1400"/>
          </a:p>
        </p:txBody>
      </p:sp>
      <p:sp>
        <p:nvSpPr>
          <p:cNvPr id="8202" name="タイトル 12">
            <a:extLst>
              <a:ext uri="{FF2B5EF4-FFF2-40B4-BE49-F238E27FC236}">
                <a16:creationId xmlns:a16="http://schemas.microsoft.com/office/drawing/2014/main" id="{BFB981AB-7ECB-A2AE-8B75-F4D10BE0001A}"/>
              </a:ext>
            </a:extLst>
          </p:cNvPr>
          <p:cNvSpPr>
            <a:spLocks noGrp="1"/>
          </p:cNvSpPr>
          <p:nvPr>
            <p:ph type="title" idx="4294967295"/>
          </p:nvPr>
        </p:nvSpPr>
        <p:spPr/>
        <p:txBody>
          <a:bodyPr/>
          <a:lstStyle/>
          <a:p>
            <a:r>
              <a:rPr lang="en-US" altLang="ja-JP" sz="2800" b="1">
                <a:solidFill>
                  <a:schemeClr val="tx1"/>
                </a:solidFill>
              </a:rPr>
              <a:t>Presentation</a:t>
            </a:r>
            <a:r>
              <a:rPr lang="en-US" altLang="ja-JP" b="1">
                <a:solidFill>
                  <a:schemeClr val="tx1"/>
                </a:solidFill>
              </a:rPr>
              <a:t> </a:t>
            </a:r>
            <a:r>
              <a:rPr lang="en-US" altLang="ja-JP" sz="2800" b="1">
                <a:solidFill>
                  <a:schemeClr val="tx1"/>
                </a:solidFill>
              </a:rPr>
              <a:t>content</a:t>
            </a:r>
            <a:endParaRPr lang="ja-JP" altLang="en-US" sz="2800" b="1">
              <a:solidFill>
                <a:schemeClr val="tx1"/>
              </a:solidFill>
            </a:endParaRPr>
          </a:p>
        </p:txBody>
      </p:sp>
      <p:sp>
        <p:nvSpPr>
          <p:cNvPr id="22" name="TextBox 21">
            <a:extLst>
              <a:ext uri="{FF2B5EF4-FFF2-40B4-BE49-F238E27FC236}">
                <a16:creationId xmlns:a16="http://schemas.microsoft.com/office/drawing/2014/main" id="{778E2D99-7598-5612-5184-CB7A0F8E6A03}"/>
              </a:ext>
            </a:extLst>
          </p:cNvPr>
          <p:cNvSpPr txBox="1"/>
          <p:nvPr/>
        </p:nvSpPr>
        <p:spPr>
          <a:xfrm>
            <a:off x="323528" y="764704"/>
            <a:ext cx="8496944" cy="5256584"/>
          </a:xfrm>
          <a:prstGeom prst="rect">
            <a:avLst/>
          </a:prstGeom>
          <a:noFill/>
        </p:spPr>
        <p:txBody>
          <a:bodyPr wrap="square" rtlCol="0">
            <a:spAutoFit/>
          </a:bodyPr>
          <a:lstStyle/>
          <a:p>
            <a:endParaRPr lang="en-US"/>
          </a:p>
        </p:txBody>
      </p:sp>
      <p:sp>
        <p:nvSpPr>
          <p:cNvPr id="23" name="TextBox 22">
            <a:extLst>
              <a:ext uri="{FF2B5EF4-FFF2-40B4-BE49-F238E27FC236}">
                <a16:creationId xmlns:a16="http://schemas.microsoft.com/office/drawing/2014/main" id="{4CCBC938-FE93-89F6-3192-7194E4DEAB77}"/>
              </a:ext>
            </a:extLst>
          </p:cNvPr>
          <p:cNvSpPr txBox="1"/>
          <p:nvPr/>
        </p:nvSpPr>
        <p:spPr>
          <a:xfrm>
            <a:off x="428464" y="2305615"/>
            <a:ext cx="8287072" cy="2246769"/>
          </a:xfrm>
          <a:prstGeom prst="rect">
            <a:avLst/>
          </a:prstGeom>
          <a:noFill/>
        </p:spPr>
        <p:txBody>
          <a:bodyPr wrap="square" rtlCol="0">
            <a:spAutoFit/>
          </a:bodyPr>
          <a:lstStyle/>
          <a:p>
            <a:pPr marL="514350" indent="-514350">
              <a:buFont typeface="+mj-lt"/>
              <a:buAutoNum type="arabicPeriod"/>
            </a:pPr>
            <a:r>
              <a:rPr lang="en-US">
                <a:solidFill>
                  <a:schemeClr val="tx1"/>
                </a:solidFill>
              </a:rPr>
              <a:t>Background Information</a:t>
            </a:r>
          </a:p>
          <a:p>
            <a:pPr marL="514350" indent="-514350">
              <a:buFont typeface="+mj-lt"/>
              <a:buAutoNum type="arabicPeriod"/>
            </a:pPr>
            <a:r>
              <a:rPr lang="en-US">
                <a:solidFill>
                  <a:schemeClr val="tx1"/>
                </a:solidFill>
              </a:rPr>
              <a:t>Previous Research</a:t>
            </a:r>
          </a:p>
          <a:p>
            <a:pPr marL="514350" indent="-514350">
              <a:buFont typeface="+mj-lt"/>
              <a:buAutoNum type="arabicPeriod"/>
            </a:pPr>
            <a:r>
              <a:rPr lang="en-US" altLang="ja-JP">
                <a:solidFill>
                  <a:schemeClr val="tx1"/>
                </a:solidFill>
              </a:rPr>
              <a:t>Research Goals</a:t>
            </a:r>
          </a:p>
          <a:p>
            <a:pPr marL="514350" indent="-514350">
              <a:buFont typeface="+mj-lt"/>
              <a:buAutoNum type="arabicPeriod"/>
            </a:pPr>
            <a:r>
              <a:rPr lang="en-US" altLang="ja-JP">
                <a:solidFill>
                  <a:schemeClr val="tx1"/>
                </a:solidFill>
              </a:rPr>
              <a:t>Experiment Overview</a:t>
            </a:r>
          </a:p>
          <a:p>
            <a:pPr marL="514350" indent="-514350">
              <a:buFont typeface="+mj-lt"/>
              <a:buAutoNum type="arabicPeriod"/>
            </a:pPr>
            <a:r>
              <a:rPr lang="en-US" altLang="ja-JP">
                <a:solidFill>
                  <a:schemeClr val="tx1"/>
                </a:solidFill>
              </a:rPr>
              <a:t>Conclusion and Next Steps</a:t>
            </a:r>
            <a:endParaRPr 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D4D4-6774-6EBB-1031-E911B342465D}"/>
            </a:ext>
          </a:extLst>
        </p:cNvPr>
        <p:cNvGrpSpPr/>
        <p:nvPr/>
      </p:nvGrpSpPr>
      <p:grpSpPr>
        <a:xfrm>
          <a:off x="0" y="0"/>
          <a:ext cx="0" cy="0"/>
          <a:chOff x="0" y="0"/>
          <a:chExt cx="0" cy="0"/>
        </a:xfrm>
      </p:grpSpPr>
      <p:sp>
        <p:nvSpPr>
          <p:cNvPr id="6" name="タイトル 14">
            <a:extLst>
              <a:ext uri="{FF2B5EF4-FFF2-40B4-BE49-F238E27FC236}">
                <a16:creationId xmlns:a16="http://schemas.microsoft.com/office/drawing/2014/main" id="{161839BB-48EF-53A1-EF8B-35A6428115E6}"/>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pPr>
              <a:spcAft>
                <a:spcPts val="600"/>
              </a:spcAft>
            </a:pPr>
            <a:r>
              <a:rPr kumimoji="1" lang="ja-JP" altLang="en-US" b="1" kern="0">
                <a:solidFill>
                  <a:schemeClr val="tx1"/>
                </a:solidFill>
                <a:latin typeface="+mj-lt"/>
                <a:ea typeface="+mj-ea"/>
                <a:cs typeface="+mj-cs"/>
              </a:rPr>
              <a:t>Background Information </a:t>
            </a:r>
            <a:r>
              <a:rPr kumimoji="1" lang="ja-JP" altLang="en-US">
                <a:solidFill>
                  <a:schemeClr val="tx1"/>
                </a:solidFill>
                <a:latin typeface="+mj-lt"/>
                <a:ea typeface="+mj-ea"/>
                <a:cs typeface="+mj-cs"/>
              </a:rPr>
              <a:t>Incremental Forming</a:t>
            </a:r>
          </a:p>
        </p:txBody>
      </p:sp>
      <p:sp>
        <p:nvSpPr>
          <p:cNvPr id="9" name="コンテンツ プレースホルダー 2">
            <a:extLst>
              <a:ext uri="{FF2B5EF4-FFF2-40B4-BE49-F238E27FC236}">
                <a16:creationId xmlns:a16="http://schemas.microsoft.com/office/drawing/2014/main" id="{971CEC5E-F001-DE03-AEC1-B105F99A6005}"/>
              </a:ext>
            </a:extLst>
          </p:cNvPr>
          <p:cNvSpPr>
            <a:spLocks noGrp="1"/>
          </p:cNvSpPr>
          <p:nvPr/>
        </p:nvSpPr>
        <p:spPr bwMode="auto">
          <a:xfrm>
            <a:off x="533400" y="1495778"/>
            <a:ext cx="3810000" cy="41148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201211" indent="-201211" algn="l" defTabSz="685783" rtl="0" eaLnBrk="1" latinLnBrk="0" hangingPunct="1">
              <a:lnSpc>
                <a:spcPct val="125000"/>
              </a:lnSpc>
              <a:spcBef>
                <a:spcPts val="900"/>
              </a:spcBef>
              <a:spcAft>
                <a:spcPts val="0"/>
              </a:spcAft>
              <a:buClr>
                <a:schemeClr val="tx2"/>
              </a:buClr>
              <a:buFont typeface="Wingdings" pitchFamily="2" charset="2"/>
              <a:buChar char="l"/>
              <a:defRPr kumimoji="1" sz="1600" kern="1200" baseline="0">
                <a:solidFill>
                  <a:schemeClr val="tx1"/>
                </a:solidFill>
                <a:latin typeface="+mj-ea"/>
                <a:ea typeface="+mj-ea"/>
                <a:cs typeface="+mn-cs"/>
              </a:defRPr>
            </a:lvl1pPr>
            <a:lvl2pPr marL="402421" indent="-201211"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2pPr>
            <a:lvl3pPr marL="602441" indent="-200020"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3pPr>
            <a:lvl4pPr marL="809605" indent="-207164" algn="l" defTabSz="685783" rtl="0" eaLnBrk="1" latinLnBrk="0" hangingPunct="1">
              <a:lnSpc>
                <a:spcPct val="125000"/>
              </a:lnSpc>
              <a:spcBef>
                <a:spcPts val="450"/>
              </a:spcBef>
              <a:spcAft>
                <a:spcPts val="0"/>
              </a:spcAft>
              <a:buClr>
                <a:schemeClr val="tx2"/>
              </a:buClr>
              <a:buSzPct val="75000"/>
              <a:buFont typeface="Arial" pitchFamily="34" charset="0"/>
              <a:buChar char="–"/>
              <a:defRPr kumimoji="1" sz="1600" kern="1200" baseline="0">
                <a:solidFill>
                  <a:schemeClr val="tx1"/>
                </a:solidFill>
                <a:latin typeface="+mj-ea"/>
                <a:ea typeface="+mj-ea"/>
                <a:cs typeface="+mn-cs"/>
              </a:defRPr>
            </a:lvl4pPr>
            <a:lvl5pPr marL="1543012" indent="-171446" algn="l" defTabSz="685783" rtl="0" eaLnBrk="1" latinLnBrk="0" hangingPunct="1">
              <a:lnSpc>
                <a:spcPct val="125000"/>
              </a:lnSpc>
              <a:spcBef>
                <a:spcPts val="450"/>
              </a:spcBef>
              <a:spcAft>
                <a:spcPts val="450"/>
              </a:spcAft>
              <a:buFont typeface="Arial" pitchFamily="34" charset="0"/>
              <a:buChar char="»"/>
              <a:defRPr kumimoji="1" sz="800" kern="1200" baseline="0">
                <a:solidFill>
                  <a:schemeClr val="tx1"/>
                </a:solidFill>
                <a:latin typeface="+mj-ea"/>
                <a:ea typeface="+mj-ea"/>
                <a:cs typeface="+mn-cs"/>
              </a:defRPr>
            </a:lvl5pPr>
            <a:lvl6pPr marL="1885903"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eaLnBrk="0" hangingPunct="0">
              <a:lnSpc>
                <a:spcPct val="115000"/>
              </a:lnSpc>
              <a:spcBef>
                <a:spcPct val="20000"/>
              </a:spcBef>
              <a:spcAft>
                <a:spcPct val="0"/>
              </a:spcAft>
              <a:buNone/>
            </a:pPr>
            <a:r>
              <a:rPr lang="en-US" altLang="ja-JP" sz="2000">
                <a:latin typeface="+mn-lt"/>
                <a:ea typeface="+mn-ea"/>
              </a:rPr>
              <a:t>Incremental forming: </a:t>
            </a:r>
            <a:r>
              <a:rPr lang="en-US" altLang="ja-JP" sz="2000" b="0">
                <a:latin typeface="+mn-lt"/>
                <a:ea typeface="+mn-ea"/>
              </a:rPr>
              <a:t>A flexible forming process that can shape sheets of various materials using plastic deformation of the sheet with a tool into the desired shape.</a:t>
            </a:r>
          </a:p>
          <a:p>
            <a:pPr marL="0" indent="0" eaLnBrk="0" hangingPunct="0">
              <a:lnSpc>
                <a:spcPct val="115000"/>
              </a:lnSpc>
              <a:spcBef>
                <a:spcPct val="20000"/>
              </a:spcBef>
              <a:spcAft>
                <a:spcPct val="0"/>
              </a:spcAft>
              <a:buNone/>
            </a:pPr>
            <a:r>
              <a:rPr lang="en-US" altLang="ja-JP" sz="2000">
                <a:latin typeface="+mn-lt"/>
                <a:ea typeface="+mn-ea"/>
              </a:rPr>
              <a:t>Characteristics: </a:t>
            </a:r>
            <a:r>
              <a:rPr lang="en-US" altLang="ja-JP" sz="2000" b="0">
                <a:latin typeface="+mn-lt"/>
                <a:ea typeface="+mn-ea"/>
              </a:rPr>
              <a:t>High design flexibility, No need for molds, Specialized for thin shell shapes, Suitable for small-volume, diversified production</a:t>
            </a:r>
          </a:p>
        </p:txBody>
      </p:sp>
      <p:pic>
        <p:nvPicPr>
          <p:cNvPr id="3" name="Picture 2" descr="Diagram of a diagram of a clamp and a diagram of a clamp&#10;&#10;AI-generated content may be incorrect.">
            <a:extLst>
              <a:ext uri="{FF2B5EF4-FFF2-40B4-BE49-F238E27FC236}">
                <a16:creationId xmlns:a16="http://schemas.microsoft.com/office/drawing/2014/main" id="{2CBE0EDB-F783-39AA-68B8-6C06FBADC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495800" y="1627966"/>
            <a:ext cx="3810000" cy="3850424"/>
          </a:xfrm>
          <a:prstGeom prst="rect">
            <a:avLst/>
          </a:prstGeom>
          <a:noFill/>
          <a:ln>
            <a:noFill/>
          </a:ln>
        </p:spPr>
      </p:pic>
      <p:sp>
        <p:nvSpPr>
          <p:cNvPr id="2" name="スライド番号プレースホルダ 1">
            <a:extLst>
              <a:ext uri="{FF2B5EF4-FFF2-40B4-BE49-F238E27FC236}">
                <a16:creationId xmlns:a16="http://schemas.microsoft.com/office/drawing/2014/main" id="{86E928D2-8315-BB88-958A-9EA0420FAC1A}"/>
              </a:ext>
            </a:extLst>
          </p:cNvPr>
          <p:cNvSpPr>
            <a:spLocks noGrp="1"/>
          </p:cNvSpPr>
          <p:nvPr>
            <p:ph type="sldNum" sz="quarter" idx="12"/>
          </p:nvPr>
        </p:nvSpPr>
        <p:spPr>
          <a:xfrm>
            <a:off x="7010400" y="152400"/>
            <a:ext cx="19050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spcAft>
                <a:spcPts val="600"/>
              </a:spcAft>
              <a:buFontTx/>
              <a:buNone/>
            </a:pPr>
            <a:r>
              <a:rPr kumimoji="1" lang="en-US" altLang="ja-JP" sz="1400" b="0" kern="1200">
                <a:latin typeface="Times New Roman" panose="02020603050405020304" pitchFamily="18" charset="0"/>
                <a:ea typeface="ＭＳ Ｐゴシック" panose="020B0600070205080204" pitchFamily="50" charset="-128"/>
                <a:cs typeface="+mn-cs"/>
              </a:rPr>
              <a:t>No.</a:t>
            </a:r>
            <a:fld id="{74899461-A80B-40EA-98A7-EC472553AB2B}" type="slidenum">
              <a:rPr kumimoji="1" lang="en-US" altLang="ja-JP" sz="1400" b="0" kern="1200">
                <a:latin typeface="Times New Roman" panose="02020603050405020304" pitchFamily="18" charset="0"/>
                <a:ea typeface="ＭＳ Ｐゴシック" panose="020B0600070205080204" pitchFamily="50" charset="-128"/>
                <a:cs typeface="+mn-cs"/>
              </a:rPr>
              <a:pPr>
                <a:spcBef>
                  <a:spcPct val="0"/>
                </a:spcBef>
                <a:spcAft>
                  <a:spcPts val="600"/>
                </a:spcAft>
                <a:buFontTx/>
                <a:buNone/>
              </a:pPr>
              <a:t>2</a:t>
            </a:fld>
            <a:endParaRPr kumimoji="1" lang="en-US" altLang="ja-JP" sz="1400" b="0" kern="1200">
              <a:latin typeface="Times New Roman" panose="02020603050405020304" pitchFamily="18" charset="0"/>
              <a:ea typeface="ＭＳ Ｐゴシック" panose="020B0600070205080204" pitchFamily="50" charset="-128"/>
              <a:cs typeface="+mn-cs"/>
            </a:endParaRPr>
          </a:p>
        </p:txBody>
      </p:sp>
      <p:sp>
        <p:nvSpPr>
          <p:cNvPr id="4" name="コンテンツ プレースホルダー 2">
            <a:extLst>
              <a:ext uri="{FF2B5EF4-FFF2-40B4-BE49-F238E27FC236}">
                <a16:creationId xmlns:a16="http://schemas.microsoft.com/office/drawing/2014/main" id="{64BD06EE-F126-AF30-5A79-3BD74AD70F91}"/>
              </a:ext>
            </a:extLst>
          </p:cNvPr>
          <p:cNvSpPr>
            <a:spLocks noGrp="1"/>
          </p:cNvSpPr>
          <p:nvPr/>
        </p:nvSpPr>
        <p:spPr bwMode="auto">
          <a:xfrm>
            <a:off x="4600575" y="5610578"/>
            <a:ext cx="3810000" cy="457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201211" indent="-201211" algn="l" defTabSz="685783" rtl="0" eaLnBrk="1" latinLnBrk="0" hangingPunct="1">
              <a:lnSpc>
                <a:spcPct val="125000"/>
              </a:lnSpc>
              <a:spcBef>
                <a:spcPts val="900"/>
              </a:spcBef>
              <a:spcAft>
                <a:spcPts val="0"/>
              </a:spcAft>
              <a:buClr>
                <a:schemeClr val="tx2"/>
              </a:buClr>
              <a:buFont typeface="Wingdings" pitchFamily="2" charset="2"/>
              <a:buChar char="l"/>
              <a:defRPr kumimoji="1" sz="1600" kern="1200" baseline="0">
                <a:solidFill>
                  <a:schemeClr val="tx1"/>
                </a:solidFill>
                <a:latin typeface="+mj-ea"/>
                <a:ea typeface="+mj-ea"/>
                <a:cs typeface="+mn-cs"/>
              </a:defRPr>
            </a:lvl1pPr>
            <a:lvl2pPr marL="402421" indent="-201211"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2pPr>
            <a:lvl3pPr marL="602441" indent="-200020"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3pPr>
            <a:lvl4pPr marL="809605" indent="-207164" algn="l" defTabSz="685783" rtl="0" eaLnBrk="1" latinLnBrk="0" hangingPunct="1">
              <a:lnSpc>
                <a:spcPct val="125000"/>
              </a:lnSpc>
              <a:spcBef>
                <a:spcPts val="450"/>
              </a:spcBef>
              <a:spcAft>
                <a:spcPts val="0"/>
              </a:spcAft>
              <a:buClr>
                <a:schemeClr val="tx2"/>
              </a:buClr>
              <a:buSzPct val="75000"/>
              <a:buFont typeface="Arial" pitchFamily="34" charset="0"/>
              <a:buChar char="–"/>
              <a:defRPr kumimoji="1" sz="1600" kern="1200" baseline="0">
                <a:solidFill>
                  <a:schemeClr val="tx1"/>
                </a:solidFill>
                <a:latin typeface="+mj-ea"/>
                <a:ea typeface="+mj-ea"/>
                <a:cs typeface="+mn-cs"/>
              </a:defRPr>
            </a:lvl4pPr>
            <a:lvl5pPr marL="1543012" indent="-171446" algn="l" defTabSz="685783" rtl="0" eaLnBrk="1" latinLnBrk="0" hangingPunct="1">
              <a:lnSpc>
                <a:spcPct val="125000"/>
              </a:lnSpc>
              <a:spcBef>
                <a:spcPts val="450"/>
              </a:spcBef>
              <a:spcAft>
                <a:spcPts val="450"/>
              </a:spcAft>
              <a:buFont typeface="Arial" pitchFamily="34" charset="0"/>
              <a:buChar char="»"/>
              <a:defRPr kumimoji="1" sz="800" kern="1200" baseline="0">
                <a:solidFill>
                  <a:schemeClr val="tx1"/>
                </a:solidFill>
                <a:latin typeface="+mj-ea"/>
                <a:ea typeface="+mj-ea"/>
                <a:cs typeface="+mn-cs"/>
              </a:defRPr>
            </a:lvl5pPr>
            <a:lvl6pPr marL="1885903"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eaLnBrk="0" hangingPunct="0">
              <a:lnSpc>
                <a:spcPct val="115000"/>
              </a:lnSpc>
              <a:spcBef>
                <a:spcPct val="20000"/>
              </a:spcBef>
              <a:spcAft>
                <a:spcPct val="0"/>
              </a:spcAft>
              <a:buNone/>
            </a:pPr>
            <a:endParaRPr lang="en-US" altLang="ja-JP" sz="2000" b="0">
              <a:latin typeface="+mn-lt"/>
              <a:ea typeface="+mn-ea"/>
            </a:endParaRPr>
          </a:p>
        </p:txBody>
      </p:sp>
      <p:sp>
        <p:nvSpPr>
          <p:cNvPr id="7" name="TextBox 6">
            <a:extLst>
              <a:ext uri="{FF2B5EF4-FFF2-40B4-BE49-F238E27FC236}">
                <a16:creationId xmlns:a16="http://schemas.microsoft.com/office/drawing/2014/main" id="{B26F67CC-9DB3-8270-F61C-FAF85650803C}"/>
              </a:ext>
            </a:extLst>
          </p:cNvPr>
          <p:cNvSpPr txBox="1"/>
          <p:nvPr/>
        </p:nvSpPr>
        <p:spPr>
          <a:xfrm>
            <a:off x="4219575" y="5546790"/>
            <a:ext cx="4572000" cy="584775"/>
          </a:xfrm>
          <a:prstGeom prst="rect">
            <a:avLst/>
          </a:prstGeom>
          <a:noFill/>
        </p:spPr>
        <p:txBody>
          <a:bodyPr wrap="square">
            <a:spAutoFit/>
          </a:bodyPr>
          <a:lstStyle/>
          <a:p>
            <a:pPr algn="ctr"/>
            <a:r>
              <a:rPr lang="en-US" sz="1600" b="0">
                <a:solidFill>
                  <a:schemeClr val="tx1"/>
                </a:solidFill>
                <a:effectLst/>
                <a:latin typeface="Times New Roman" panose="02020603050405020304" pitchFamily="18" charset="0"/>
                <a:ea typeface="Yu Mincho" panose="02020400000000000000" pitchFamily="18" charset="-128"/>
              </a:rPr>
              <a:t>Principle of Single Point Incremental forming [Iseki et al., 1989].</a:t>
            </a:r>
            <a:endParaRPr lang="en-US" sz="1600" b="0">
              <a:solidFill>
                <a:schemeClr val="tx1"/>
              </a:solidFill>
            </a:endParaRPr>
          </a:p>
        </p:txBody>
      </p:sp>
    </p:spTree>
    <p:extLst>
      <p:ext uri="{BB962C8B-B14F-4D97-AF65-F5344CB8AC3E}">
        <p14:creationId xmlns:p14="http://schemas.microsoft.com/office/powerpoint/2010/main" val="140047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48E1-860A-9599-D37C-BCB1C6585D57}"/>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00D77160-451F-48D8-EDA1-92C4E1C039E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299A34D-4BF1-4D95-93E8-6EBD7D30D968}" type="slidenum">
              <a:rPr lang="en-US" altLang="ja-JP" sz="1400" smtClean="0"/>
              <a:t>3</a:t>
            </a:fld>
            <a:endParaRPr lang="en-US" altLang="ja-JP" sz="1400"/>
          </a:p>
        </p:txBody>
      </p:sp>
      <p:sp>
        <p:nvSpPr>
          <p:cNvPr id="4" name="タイトル 14">
            <a:extLst>
              <a:ext uri="{FF2B5EF4-FFF2-40B4-BE49-F238E27FC236}">
                <a16:creationId xmlns:a16="http://schemas.microsoft.com/office/drawing/2014/main" id="{17C1BF62-63DB-D834-28F0-A7D86F0B1B01}"/>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sz="2000">
                <a:solidFill>
                  <a:schemeClr val="tx1"/>
                </a:solidFill>
              </a:rPr>
              <a:t>Incremental Forming</a:t>
            </a:r>
          </a:p>
        </p:txBody>
      </p:sp>
      <p:grpSp>
        <p:nvGrpSpPr>
          <p:cNvPr id="6" name="Group 5">
            <a:extLst>
              <a:ext uri="{FF2B5EF4-FFF2-40B4-BE49-F238E27FC236}">
                <a16:creationId xmlns:a16="http://schemas.microsoft.com/office/drawing/2014/main" id="{8003F6E3-510E-0ABD-5651-1F1726B4617E}"/>
              </a:ext>
            </a:extLst>
          </p:cNvPr>
          <p:cNvGrpSpPr/>
          <p:nvPr/>
        </p:nvGrpSpPr>
        <p:grpSpPr>
          <a:xfrm>
            <a:off x="-1728376" y="1613839"/>
            <a:ext cx="7570866" cy="4394011"/>
            <a:chOff x="-1306345" y="1671639"/>
            <a:chExt cx="7570866" cy="4394011"/>
          </a:xfrm>
        </p:grpSpPr>
        <p:grpSp>
          <p:nvGrpSpPr>
            <p:cNvPr id="5" name="Group 4">
              <a:extLst>
                <a:ext uri="{FF2B5EF4-FFF2-40B4-BE49-F238E27FC236}">
                  <a16:creationId xmlns:a16="http://schemas.microsoft.com/office/drawing/2014/main" id="{EEB58090-EDC9-E59F-722A-4C557342972B}"/>
                </a:ext>
              </a:extLst>
            </p:cNvPr>
            <p:cNvGrpSpPr/>
            <p:nvPr/>
          </p:nvGrpSpPr>
          <p:grpSpPr>
            <a:xfrm>
              <a:off x="655807" y="1671639"/>
              <a:ext cx="3646562" cy="3876892"/>
              <a:chOff x="655807" y="1671639"/>
              <a:chExt cx="3646562" cy="3876892"/>
            </a:xfrm>
          </p:grpSpPr>
          <p:pic>
            <p:nvPicPr>
              <p:cNvPr id="8" name="Picture 7" descr="A white sports car on a road&#10;&#10;AI-generated content may be incorrect.">
                <a:extLst>
                  <a:ext uri="{FF2B5EF4-FFF2-40B4-BE49-F238E27FC236}">
                    <a16:creationId xmlns:a16="http://schemas.microsoft.com/office/drawing/2014/main" id="{46A8759A-11B7-40C0-B7C2-AD195F21CD4D}"/>
                  </a:ext>
                </a:extLst>
              </p:cNvPr>
              <p:cNvPicPr>
                <a:picLocks noChangeAspect="1"/>
              </p:cNvPicPr>
              <p:nvPr/>
            </p:nvPicPr>
            <p:blipFill>
              <a:blip r:embed="rId3">
                <a:extLst>
                  <a:ext uri="{28A0092B-C50C-407E-A947-70E740481C1C}">
                    <a14:useLocalDpi xmlns:a14="http://schemas.microsoft.com/office/drawing/2010/main" val="0"/>
                  </a:ext>
                </a:extLst>
              </a:blip>
              <a:srcRect l="44899" t="47331" r="29231" b="13377"/>
              <a:stretch>
                <a:fillRect/>
              </a:stretch>
            </p:blipFill>
            <p:spPr>
              <a:xfrm>
                <a:off x="655807" y="1671639"/>
                <a:ext cx="3646562" cy="3876892"/>
              </a:xfrm>
              <a:prstGeom prst="rect">
                <a:avLst/>
              </a:prstGeom>
            </p:spPr>
          </p:pic>
          <p:sp>
            <p:nvSpPr>
              <p:cNvPr id="9" name="Oval 8">
                <a:extLst>
                  <a:ext uri="{FF2B5EF4-FFF2-40B4-BE49-F238E27FC236}">
                    <a16:creationId xmlns:a16="http://schemas.microsoft.com/office/drawing/2014/main" id="{15BD4E23-5345-2031-F2F4-8DD5D07DFC8D}"/>
                  </a:ext>
                </a:extLst>
              </p:cNvPr>
              <p:cNvSpPr/>
              <p:nvPr/>
            </p:nvSpPr>
            <p:spPr bwMode="auto">
              <a:xfrm>
                <a:off x="2051538" y="2956947"/>
                <a:ext cx="1451275" cy="1289124"/>
              </a:xfrm>
              <a:prstGeom prst="ellipse">
                <a:avLst/>
              </a:prstGeom>
              <a:noFill/>
              <a:ln w="9525" cap="flat" cmpd="sng" algn="ctr">
                <a:solidFill>
                  <a:srgbClr val="FF0000"/>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grpSp>
        <p:sp>
          <p:nvSpPr>
            <p:cNvPr id="3" name="TextBox 2">
              <a:extLst>
                <a:ext uri="{FF2B5EF4-FFF2-40B4-BE49-F238E27FC236}">
                  <a16:creationId xmlns:a16="http://schemas.microsoft.com/office/drawing/2014/main" id="{23DAE6F8-8C06-8B05-F522-8566F69D1617}"/>
                </a:ext>
              </a:extLst>
            </p:cNvPr>
            <p:cNvSpPr txBox="1"/>
            <p:nvPr/>
          </p:nvSpPr>
          <p:spPr>
            <a:xfrm>
              <a:off x="-1306345" y="5542430"/>
              <a:ext cx="7570866" cy="523220"/>
            </a:xfrm>
            <a:prstGeom prst="rect">
              <a:avLst/>
            </a:prstGeom>
            <a:noFill/>
          </p:spPr>
          <p:txBody>
            <a:bodyPr wrap="square" rtlCol="0">
              <a:spAutoFit/>
            </a:bodyPr>
            <a:lstStyle/>
            <a:p>
              <a:pPr algn="ctr"/>
              <a:r>
                <a:rPr lang="en-US">
                  <a:solidFill>
                    <a:schemeClr val="tx1"/>
                  </a:solidFill>
                </a:rPr>
                <a:t>Lexus LC Edge </a:t>
              </a:r>
            </a:p>
          </p:txBody>
        </p:sp>
      </p:grpSp>
      <p:grpSp>
        <p:nvGrpSpPr>
          <p:cNvPr id="15" name="Group 14">
            <a:extLst>
              <a:ext uri="{FF2B5EF4-FFF2-40B4-BE49-F238E27FC236}">
                <a16:creationId xmlns:a16="http://schemas.microsoft.com/office/drawing/2014/main" id="{055E48F3-891B-54BA-EEEE-6FC96ECAF185}"/>
              </a:ext>
            </a:extLst>
          </p:cNvPr>
          <p:cNvGrpSpPr/>
          <p:nvPr/>
        </p:nvGrpSpPr>
        <p:grpSpPr>
          <a:xfrm>
            <a:off x="2216010" y="1613839"/>
            <a:ext cx="8697825" cy="4951562"/>
            <a:chOff x="3072126" y="2220272"/>
            <a:chExt cx="7570866" cy="3838724"/>
          </a:xfrm>
        </p:grpSpPr>
        <p:pic>
          <p:nvPicPr>
            <p:cNvPr id="11" name="Picture 10">
              <a:extLst>
                <a:ext uri="{FF2B5EF4-FFF2-40B4-BE49-F238E27FC236}">
                  <a16:creationId xmlns:a16="http://schemas.microsoft.com/office/drawing/2014/main" id="{D6AAD1B6-7D2C-5300-36B6-16D46811A697}"/>
                </a:ext>
              </a:extLst>
            </p:cNvPr>
            <p:cNvPicPr>
              <a:picLocks noChangeAspect="1"/>
            </p:cNvPicPr>
            <p:nvPr/>
          </p:nvPicPr>
          <p:blipFill>
            <a:blip r:embed="rId4">
              <a:extLst>
                <a:ext uri="{28A0092B-C50C-407E-A947-70E740481C1C}">
                  <a14:useLocalDpi xmlns:a14="http://schemas.microsoft.com/office/drawing/2010/main" val="0"/>
                </a:ext>
              </a:extLst>
            </a:blip>
            <a:srcRect r="19724"/>
            <a:stretch>
              <a:fillRect/>
            </a:stretch>
          </p:blipFill>
          <p:spPr>
            <a:xfrm>
              <a:off x="4795694" y="2220272"/>
              <a:ext cx="4123730" cy="2889504"/>
            </a:xfrm>
            <a:prstGeom prst="rect">
              <a:avLst/>
            </a:prstGeom>
          </p:spPr>
        </p:pic>
        <p:sp>
          <p:nvSpPr>
            <p:cNvPr id="14" name="TextBox 13">
              <a:extLst>
                <a:ext uri="{FF2B5EF4-FFF2-40B4-BE49-F238E27FC236}">
                  <a16:creationId xmlns:a16="http://schemas.microsoft.com/office/drawing/2014/main" id="{4F9DD91C-B276-6BBF-BB3D-8A83034B85CF}"/>
                </a:ext>
              </a:extLst>
            </p:cNvPr>
            <p:cNvSpPr txBox="1"/>
            <p:nvPr/>
          </p:nvSpPr>
          <p:spPr>
            <a:xfrm>
              <a:off x="3072126" y="5104889"/>
              <a:ext cx="7570866" cy="954107"/>
            </a:xfrm>
            <a:prstGeom prst="rect">
              <a:avLst/>
            </a:prstGeom>
            <a:noFill/>
          </p:spPr>
          <p:txBody>
            <a:bodyPr wrap="square" rtlCol="0">
              <a:spAutoFit/>
            </a:bodyPr>
            <a:lstStyle/>
            <a:p>
              <a:pPr algn="ctr"/>
              <a:r>
                <a:rPr lang="en-US">
                  <a:solidFill>
                    <a:schemeClr val="tx1"/>
                  </a:solidFill>
                </a:rPr>
                <a:t>Nissan’s Incremental</a:t>
              </a:r>
            </a:p>
            <a:p>
              <a:pPr algn="ctr"/>
              <a:r>
                <a:rPr lang="en-US">
                  <a:solidFill>
                    <a:schemeClr val="tx1"/>
                  </a:solidFill>
                </a:rPr>
                <a:t>Forming Showcase</a:t>
              </a:r>
            </a:p>
          </p:txBody>
        </p:sp>
      </p:grpSp>
    </p:spTree>
    <p:extLst>
      <p:ext uri="{BB962C8B-B14F-4D97-AF65-F5344CB8AC3E}">
        <p14:creationId xmlns:p14="http://schemas.microsoft.com/office/powerpoint/2010/main" val="33176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D4FA-F23B-C657-2297-4836C1614F3F}"/>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A8BAFAE9-5DF2-9DA8-76D5-FC3837AEB92C}"/>
              </a:ext>
            </a:extLst>
          </p:cNvPr>
          <p:cNvSpPr>
            <a:spLocks noGrp="1"/>
          </p:cNvSpPr>
          <p:nvPr>
            <p:ph type="title" idx="4294967295"/>
          </p:nvPr>
        </p:nvSpPr>
        <p:spPr/>
        <p:txBody>
          <a:bodyPr/>
          <a:lstStyle/>
          <a:p>
            <a:r>
              <a:rPr lang="en-US" altLang="ja-JP" sz="2800" b="1">
                <a:solidFill>
                  <a:schemeClr val="tx1"/>
                </a:solidFill>
              </a:rPr>
              <a:t>Previous Research</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E26E204C-E71C-863D-D347-4A7EDE00B1C8}"/>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D6F8A3FC-A979-4EF7-9F45-ABDED894307F}" type="slidenum">
              <a:rPr lang="en-US" altLang="ja-JP" sz="1400" smtClean="0"/>
              <a:t>4</a:t>
            </a:fld>
            <a:endParaRPr lang="en-US" altLang="ja-JP" sz="1400"/>
          </a:p>
        </p:txBody>
      </p:sp>
      <p:graphicFrame>
        <p:nvGraphicFramePr>
          <p:cNvPr id="10" name="Diagram 9">
            <a:extLst>
              <a:ext uri="{FF2B5EF4-FFF2-40B4-BE49-F238E27FC236}">
                <a16:creationId xmlns:a16="http://schemas.microsoft.com/office/drawing/2014/main" id="{B476849C-E4A0-3220-2CBB-3547448CE619}"/>
              </a:ext>
            </a:extLst>
          </p:cNvPr>
          <p:cNvGraphicFramePr/>
          <p:nvPr>
            <p:extLst>
              <p:ext uri="{D42A27DB-BD31-4B8C-83A1-F6EECF244321}">
                <p14:modId xmlns:p14="http://schemas.microsoft.com/office/powerpoint/2010/main" val="3279749634"/>
              </p:ext>
            </p:extLst>
          </p:nvPr>
        </p:nvGraphicFramePr>
        <p:xfrm>
          <a:off x="0" y="381000"/>
          <a:ext cx="9144000" cy="2413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D05CDFD2-34BF-1C9B-A9E5-BEF323439499}"/>
              </a:ext>
            </a:extLst>
          </p:cNvPr>
          <p:cNvPicPr>
            <a:picLocks noChangeAspect="1"/>
          </p:cNvPicPr>
          <p:nvPr/>
        </p:nvPicPr>
        <p:blipFill>
          <a:blip r:embed="rId8"/>
          <a:stretch>
            <a:fillRect/>
          </a:stretch>
        </p:blipFill>
        <p:spPr>
          <a:xfrm>
            <a:off x="4724400" y="3022744"/>
            <a:ext cx="4037839" cy="2981136"/>
          </a:xfrm>
          <a:prstGeom prst="rect">
            <a:avLst/>
          </a:prstGeom>
        </p:spPr>
      </p:pic>
      <p:pic>
        <p:nvPicPr>
          <p:cNvPr id="5" name="Picture 4">
            <a:extLst>
              <a:ext uri="{FF2B5EF4-FFF2-40B4-BE49-F238E27FC236}">
                <a16:creationId xmlns:a16="http://schemas.microsoft.com/office/drawing/2014/main" id="{C0115E2A-ADFD-7AEF-A791-DDFA181D9858}"/>
              </a:ext>
            </a:extLst>
          </p:cNvPr>
          <p:cNvPicPr>
            <a:picLocks noChangeAspect="1"/>
          </p:cNvPicPr>
          <p:nvPr/>
        </p:nvPicPr>
        <p:blipFill>
          <a:blip r:embed="rId9"/>
          <a:stretch>
            <a:fillRect/>
          </a:stretch>
        </p:blipFill>
        <p:spPr>
          <a:xfrm flipH="1" flipV="1">
            <a:off x="179512" y="3022744"/>
            <a:ext cx="3936715" cy="2981136"/>
          </a:xfrm>
          <a:prstGeom prst="rect">
            <a:avLst/>
          </a:prstGeom>
        </p:spPr>
      </p:pic>
      <p:sp>
        <p:nvSpPr>
          <p:cNvPr id="8" name="Arrow: Down 7">
            <a:extLst>
              <a:ext uri="{FF2B5EF4-FFF2-40B4-BE49-F238E27FC236}">
                <a16:creationId xmlns:a16="http://schemas.microsoft.com/office/drawing/2014/main" id="{60A3C896-F55F-F1C7-38D1-7B4C9DD69303}"/>
              </a:ext>
            </a:extLst>
          </p:cNvPr>
          <p:cNvSpPr/>
          <p:nvPr/>
        </p:nvSpPr>
        <p:spPr bwMode="auto">
          <a:xfrm rot="1779020">
            <a:off x="2959583" y="2169876"/>
            <a:ext cx="289871" cy="835893"/>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9" name="Arrow: Down 8">
            <a:extLst>
              <a:ext uri="{FF2B5EF4-FFF2-40B4-BE49-F238E27FC236}">
                <a16:creationId xmlns:a16="http://schemas.microsoft.com/office/drawing/2014/main" id="{14F7C2F3-3F0C-EA9D-5614-B9B44A115AB8}"/>
              </a:ext>
            </a:extLst>
          </p:cNvPr>
          <p:cNvSpPr/>
          <p:nvPr/>
        </p:nvSpPr>
        <p:spPr bwMode="auto">
          <a:xfrm rot="19820980" flipH="1">
            <a:off x="6107710" y="2171776"/>
            <a:ext cx="289871" cy="833859"/>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297726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8F783-AEC1-5D1A-7893-52D37E42F3AB}"/>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D297FD24-5EA2-2AE7-F30D-4DB5281E9349}"/>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299A34D-4BF1-4D95-93E8-6EBD7D30D968}" type="slidenum">
              <a:rPr lang="en-US" altLang="ja-JP" sz="1400" smtClean="0"/>
              <a:t>5</a:t>
            </a:fld>
            <a:endParaRPr lang="en-US" altLang="ja-JP" sz="1400"/>
          </a:p>
        </p:txBody>
      </p:sp>
      <p:sp>
        <p:nvSpPr>
          <p:cNvPr id="4" name="タイトル 14">
            <a:extLst>
              <a:ext uri="{FF2B5EF4-FFF2-40B4-BE49-F238E27FC236}">
                <a16:creationId xmlns:a16="http://schemas.microsoft.com/office/drawing/2014/main" id="{321F4AF1-E430-3B85-4245-678C9737B139}"/>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Research Goals</a:t>
            </a:r>
            <a:endParaRPr lang="en-US" sz="2000">
              <a:solidFill>
                <a:schemeClr val="tx1"/>
              </a:solidFill>
            </a:endParaRPr>
          </a:p>
        </p:txBody>
      </p:sp>
      <p:sp>
        <p:nvSpPr>
          <p:cNvPr id="10" name="TextBox 9">
            <a:extLst>
              <a:ext uri="{FF2B5EF4-FFF2-40B4-BE49-F238E27FC236}">
                <a16:creationId xmlns:a16="http://schemas.microsoft.com/office/drawing/2014/main" id="{B82FE2A2-5E6C-8EF8-9677-A49A23982FAE}"/>
              </a:ext>
            </a:extLst>
          </p:cNvPr>
          <p:cNvSpPr txBox="1"/>
          <p:nvPr/>
        </p:nvSpPr>
        <p:spPr>
          <a:xfrm>
            <a:off x="580292" y="1874728"/>
            <a:ext cx="7983415" cy="3539430"/>
          </a:xfrm>
          <a:prstGeom prst="rect">
            <a:avLst/>
          </a:prstGeom>
          <a:noFill/>
        </p:spPr>
        <p:txBody>
          <a:bodyPr wrap="square" rtlCol="0">
            <a:spAutoFit/>
          </a:bodyPr>
          <a:lstStyle/>
          <a:p>
            <a:r>
              <a:rPr lang="en-US" dirty="0">
                <a:solidFill>
                  <a:schemeClr val="tx1"/>
                </a:solidFill>
                <a:latin typeface="+mj-lt"/>
              </a:rPr>
              <a:t>Research Goals:</a:t>
            </a:r>
          </a:p>
          <a:p>
            <a:pPr marL="457200" indent="-457200">
              <a:buFont typeface="Arial" panose="020B0604020202020204" pitchFamily="34" charset="0"/>
              <a:buChar char="•"/>
            </a:pPr>
            <a:r>
              <a:rPr lang="en-US" dirty="0">
                <a:solidFill>
                  <a:schemeClr val="tx1"/>
                </a:solidFill>
                <a:latin typeface="+mj-lt"/>
                <a:ea typeface="ＭＳ Ｐ明朝" charset="-128"/>
              </a:rPr>
              <a:t>Error-free toolpaths for complex geometries </a:t>
            </a:r>
          </a:p>
          <a:p>
            <a:pPr marL="457200" indent="-457200">
              <a:buFont typeface="Arial" panose="020B0604020202020204" pitchFamily="34" charset="0"/>
              <a:buChar char="•"/>
            </a:pPr>
            <a:r>
              <a:rPr lang="en-US" dirty="0">
                <a:solidFill>
                  <a:schemeClr val="tx1"/>
                </a:solidFill>
                <a:ea typeface="ＭＳ Ｐ明朝" charset="-128"/>
              </a:rPr>
              <a:t>Reducing generation time for complex geometries</a:t>
            </a:r>
            <a:endParaRPr lang="en-US" dirty="0">
              <a:solidFill>
                <a:schemeClr val="tx1"/>
              </a:solidFill>
              <a:latin typeface="+mj-lt"/>
              <a:ea typeface="ＭＳ Ｐ明朝" charset="-128"/>
            </a:endParaRPr>
          </a:p>
          <a:p>
            <a:pPr marL="457200" indent="-457200">
              <a:buFont typeface="Arial" panose="020B0604020202020204" pitchFamily="34" charset="0"/>
              <a:buChar char="•"/>
            </a:pPr>
            <a:r>
              <a:rPr lang="en-US" dirty="0">
                <a:solidFill>
                  <a:schemeClr val="tx1"/>
                </a:solidFill>
                <a:ea typeface="ＭＳ Ｐ明朝" charset="-128"/>
              </a:rPr>
              <a:t>Streamlining the design-to-manufacturing process</a:t>
            </a:r>
            <a:endParaRPr lang="en-US" dirty="0">
              <a:solidFill>
                <a:schemeClr val="tx1"/>
              </a:solidFill>
            </a:endParaRPr>
          </a:p>
          <a:p>
            <a:pPr marL="457200" indent="-457200">
              <a:buFont typeface="Arial" panose="020B0604020202020204" pitchFamily="34" charset="0"/>
              <a:buChar char="•"/>
            </a:pPr>
            <a:endParaRPr lang="en-US" dirty="0">
              <a:solidFill>
                <a:schemeClr val="tx1"/>
              </a:solidFill>
              <a:latin typeface="+mj-lt"/>
              <a:ea typeface="ＭＳ Ｐ明朝" charset="-128"/>
            </a:endParaRPr>
          </a:p>
        </p:txBody>
      </p:sp>
    </p:spTree>
    <p:extLst>
      <p:ext uri="{BB962C8B-B14F-4D97-AF65-F5344CB8AC3E}">
        <p14:creationId xmlns:p14="http://schemas.microsoft.com/office/powerpoint/2010/main" val="165356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6199C8-1128-33F3-87A7-325CEE4BA2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2238202-937A-4D25-A39E-EEA70CF45FE6}" type="slidenum">
              <a:rPr lang="en-US" altLang="ja-JP" sz="1400" smtClean="0"/>
              <a:t>6</a:t>
            </a:fld>
            <a:endParaRPr lang="en-US" altLang="ja-JP" sz="1400"/>
          </a:p>
        </p:txBody>
      </p:sp>
      <p:sp>
        <p:nvSpPr>
          <p:cNvPr id="4" name="タイトル 4">
            <a:extLst>
              <a:ext uri="{FF2B5EF4-FFF2-40B4-BE49-F238E27FC236}">
                <a16:creationId xmlns:a16="http://schemas.microsoft.com/office/drawing/2014/main" id="{3980B27C-31FE-5FF0-F9E8-13822A83080A}"/>
              </a:ext>
            </a:extLst>
          </p:cNvPr>
          <p:cNvSpPr txBox="1">
            <a:spLocks/>
          </p:cNvSpPr>
          <p:nvPr/>
        </p:nvSpPr>
        <p:spPr bwMode="auto">
          <a:xfrm>
            <a:off x="533400" y="76200"/>
            <a:ext cx="71349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sz="2800">
                <a:solidFill>
                  <a:schemeClr val="tx1"/>
                </a:solidFill>
              </a:rPr>
              <a:t>CAM System Changes </a:t>
            </a:r>
            <a:r>
              <a:rPr lang="en-US" sz="2000">
                <a:solidFill>
                  <a:schemeClr val="tx1"/>
                </a:solidFill>
              </a:rPr>
              <a:t>CAM System Overview</a:t>
            </a:r>
          </a:p>
        </p:txBody>
      </p:sp>
      <p:graphicFrame>
        <p:nvGraphicFramePr>
          <p:cNvPr id="33" name="Diagram 32">
            <a:extLst>
              <a:ext uri="{FF2B5EF4-FFF2-40B4-BE49-F238E27FC236}">
                <a16:creationId xmlns:a16="http://schemas.microsoft.com/office/drawing/2014/main" id="{C57B20DF-B0FE-D8EA-4C1A-14B999B5C353}"/>
              </a:ext>
            </a:extLst>
          </p:cNvPr>
          <p:cNvGraphicFramePr/>
          <p:nvPr>
            <p:extLst>
              <p:ext uri="{D42A27DB-BD31-4B8C-83A1-F6EECF244321}">
                <p14:modId xmlns:p14="http://schemas.microsoft.com/office/powerpoint/2010/main" val="2243542180"/>
              </p:ext>
            </p:extLst>
          </p:nvPr>
        </p:nvGraphicFramePr>
        <p:xfrm>
          <a:off x="0" y="908720"/>
          <a:ext cx="9144000"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3">
                                            <p:graphicEl>
                                              <a:dgm id="{10876066-D232-43D7-A109-99513F08741E}"/>
                                            </p:graphicEl>
                                          </p:spTgt>
                                        </p:tgtEl>
                                        <p:attrNameLst>
                                          <p:attrName>style.color</p:attrName>
                                        </p:attrNameLst>
                                      </p:cBhvr>
                                      <p:to>
                                        <a:srgbClr val="C00000"/>
                                      </p:to>
                                    </p:animClr>
                                    <p:animClr clrSpc="rgb" dir="cw">
                                      <p:cBhvr>
                                        <p:cTn id="7" dur="500" fill="hold"/>
                                        <p:tgtEl>
                                          <p:spTgt spid="33">
                                            <p:graphicEl>
                                              <a:dgm id="{10876066-D232-43D7-A109-99513F08741E}"/>
                                            </p:graphicEl>
                                          </p:spTgt>
                                        </p:tgtEl>
                                        <p:attrNameLst>
                                          <p:attrName>fillcolor</p:attrName>
                                        </p:attrNameLst>
                                      </p:cBhvr>
                                      <p:to>
                                        <a:srgbClr val="C00000"/>
                                      </p:to>
                                    </p:animClr>
                                    <p:set>
                                      <p:cBhvr>
                                        <p:cTn id="8" dur="500" fill="hold"/>
                                        <p:tgtEl>
                                          <p:spTgt spid="33">
                                            <p:graphicEl>
                                              <a:dgm id="{10876066-D232-43D7-A109-99513F08741E}"/>
                                            </p:graphicEl>
                                          </p:spTgt>
                                        </p:tgtEl>
                                        <p:attrNameLst>
                                          <p:attrName>fill.type</p:attrName>
                                        </p:attrNameLst>
                                      </p:cBhvr>
                                      <p:to>
                                        <p:strVal val="solid"/>
                                      </p:to>
                                    </p:set>
                                    <p:set>
                                      <p:cBhvr>
                                        <p:cTn id="9" dur="500" fill="hold"/>
                                        <p:tgtEl>
                                          <p:spTgt spid="33">
                                            <p:graphicEl>
                                              <a:dgm id="{10876066-D232-43D7-A109-99513F08741E}"/>
                                            </p:graphicEl>
                                          </p:spTgt>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33">
                                            <p:graphicEl>
                                              <a:dgm id="{FEC7EE8C-942D-4682-9FBE-DEBF0ED526F6}"/>
                                            </p:graphicEl>
                                          </p:spTgt>
                                        </p:tgtEl>
                                        <p:attrNameLst>
                                          <p:attrName>style.color</p:attrName>
                                        </p:attrNameLst>
                                      </p:cBhvr>
                                      <p:to>
                                        <a:srgbClr val="C00000"/>
                                      </p:to>
                                    </p:animClr>
                                    <p:animClr clrSpc="rgb" dir="cw">
                                      <p:cBhvr>
                                        <p:cTn id="12" dur="500" fill="hold"/>
                                        <p:tgtEl>
                                          <p:spTgt spid="33">
                                            <p:graphicEl>
                                              <a:dgm id="{FEC7EE8C-942D-4682-9FBE-DEBF0ED526F6}"/>
                                            </p:graphicEl>
                                          </p:spTgt>
                                        </p:tgtEl>
                                        <p:attrNameLst>
                                          <p:attrName>fillcolor</p:attrName>
                                        </p:attrNameLst>
                                      </p:cBhvr>
                                      <p:to>
                                        <a:srgbClr val="C00000"/>
                                      </p:to>
                                    </p:animClr>
                                    <p:set>
                                      <p:cBhvr>
                                        <p:cTn id="13" dur="500" fill="hold"/>
                                        <p:tgtEl>
                                          <p:spTgt spid="33">
                                            <p:graphicEl>
                                              <a:dgm id="{FEC7EE8C-942D-4682-9FBE-DEBF0ED526F6}"/>
                                            </p:graphicEl>
                                          </p:spTgt>
                                        </p:tgtEl>
                                        <p:attrNameLst>
                                          <p:attrName>fill.type</p:attrName>
                                        </p:attrNameLst>
                                      </p:cBhvr>
                                      <p:to>
                                        <p:strVal val="solid"/>
                                      </p:to>
                                    </p:set>
                                    <p:set>
                                      <p:cBhvr>
                                        <p:cTn id="14" dur="500" fill="hold"/>
                                        <p:tgtEl>
                                          <p:spTgt spid="33">
                                            <p:graphicEl>
                                              <a:dgm id="{FEC7EE8C-942D-4682-9FBE-DEBF0ED526F6}"/>
                                            </p:graphicEl>
                                          </p:spTgt>
                                        </p:tgtEl>
                                        <p:attrNameLst>
                                          <p:attrName>fill.on</p:attrName>
                                        </p:attrNameLst>
                                      </p:cBhvr>
                                      <p:to>
                                        <p:strVal val="true"/>
                                      </p:to>
                                    </p:set>
                                  </p:childTnLst>
                                </p:cTn>
                              </p:par>
                              <p:par>
                                <p:cTn id="15" presetID="19" presetClass="emph" presetSubtype="0" fill="hold" grpId="0" nodeType="withEffect">
                                  <p:stCondLst>
                                    <p:cond delay="0"/>
                                  </p:stCondLst>
                                  <p:childTnLst>
                                    <p:animClr clrSpc="rgb" dir="cw">
                                      <p:cBhvr override="childStyle">
                                        <p:cTn id="16" dur="500" fill="hold"/>
                                        <p:tgtEl>
                                          <p:spTgt spid="33">
                                            <p:graphicEl>
                                              <a:dgm id="{C174CE73-EA12-409F-9DAE-7745398C2341}"/>
                                            </p:graphicEl>
                                          </p:spTgt>
                                        </p:tgtEl>
                                        <p:attrNameLst>
                                          <p:attrName>style.color</p:attrName>
                                        </p:attrNameLst>
                                      </p:cBhvr>
                                      <p:to>
                                        <a:srgbClr val="C00000"/>
                                      </p:to>
                                    </p:animClr>
                                    <p:animClr clrSpc="rgb" dir="cw">
                                      <p:cBhvr>
                                        <p:cTn id="17" dur="500" fill="hold"/>
                                        <p:tgtEl>
                                          <p:spTgt spid="33">
                                            <p:graphicEl>
                                              <a:dgm id="{C174CE73-EA12-409F-9DAE-7745398C2341}"/>
                                            </p:graphicEl>
                                          </p:spTgt>
                                        </p:tgtEl>
                                        <p:attrNameLst>
                                          <p:attrName>fillcolor</p:attrName>
                                        </p:attrNameLst>
                                      </p:cBhvr>
                                      <p:to>
                                        <a:srgbClr val="C00000"/>
                                      </p:to>
                                    </p:animClr>
                                    <p:set>
                                      <p:cBhvr>
                                        <p:cTn id="18" dur="500" fill="hold"/>
                                        <p:tgtEl>
                                          <p:spTgt spid="33">
                                            <p:graphicEl>
                                              <a:dgm id="{C174CE73-EA12-409F-9DAE-7745398C2341}"/>
                                            </p:graphicEl>
                                          </p:spTgt>
                                        </p:tgtEl>
                                        <p:attrNameLst>
                                          <p:attrName>fill.type</p:attrName>
                                        </p:attrNameLst>
                                      </p:cBhvr>
                                      <p:to>
                                        <p:strVal val="solid"/>
                                      </p:to>
                                    </p:set>
                                    <p:set>
                                      <p:cBhvr>
                                        <p:cTn id="19" dur="500" fill="hold"/>
                                        <p:tgtEl>
                                          <p:spTgt spid="33">
                                            <p:graphicEl>
                                              <a:dgm id="{C174CE73-EA12-409F-9DAE-7745398C2341}"/>
                                            </p:graphicEl>
                                          </p:spTgt>
                                        </p:tgtEl>
                                        <p:attrNameLst>
                                          <p:attrName>fill.on</p:attrName>
                                        </p:attrNameLst>
                                      </p:cBhvr>
                                      <p:to>
                                        <p:strVal val="true"/>
                                      </p:to>
                                    </p:set>
                                  </p:childTnLst>
                                </p:cTn>
                              </p:par>
                              <p:par>
                                <p:cTn id="20" presetID="19" presetClass="emph" presetSubtype="0" fill="hold" grpId="0" nodeType="withEffect">
                                  <p:stCondLst>
                                    <p:cond delay="0"/>
                                  </p:stCondLst>
                                  <p:childTnLst>
                                    <p:animClr clrSpc="rgb" dir="cw">
                                      <p:cBhvr override="childStyle">
                                        <p:cTn id="21" dur="500" fill="hold"/>
                                        <p:tgtEl>
                                          <p:spTgt spid="33">
                                            <p:graphicEl>
                                              <a:dgm id="{76B1A383-3A53-47A8-A61F-A6FD28C04CBE}"/>
                                            </p:graphicEl>
                                          </p:spTgt>
                                        </p:tgtEl>
                                        <p:attrNameLst>
                                          <p:attrName>style.color</p:attrName>
                                        </p:attrNameLst>
                                      </p:cBhvr>
                                      <p:to>
                                        <a:srgbClr val="C00000"/>
                                      </p:to>
                                    </p:animClr>
                                    <p:animClr clrSpc="rgb" dir="cw">
                                      <p:cBhvr>
                                        <p:cTn id="22" dur="500" fill="hold"/>
                                        <p:tgtEl>
                                          <p:spTgt spid="33">
                                            <p:graphicEl>
                                              <a:dgm id="{76B1A383-3A53-47A8-A61F-A6FD28C04CBE}"/>
                                            </p:graphicEl>
                                          </p:spTgt>
                                        </p:tgtEl>
                                        <p:attrNameLst>
                                          <p:attrName>fillcolor</p:attrName>
                                        </p:attrNameLst>
                                      </p:cBhvr>
                                      <p:to>
                                        <a:srgbClr val="C00000"/>
                                      </p:to>
                                    </p:animClr>
                                    <p:set>
                                      <p:cBhvr>
                                        <p:cTn id="23" dur="500" fill="hold"/>
                                        <p:tgtEl>
                                          <p:spTgt spid="33">
                                            <p:graphicEl>
                                              <a:dgm id="{76B1A383-3A53-47A8-A61F-A6FD28C04CBE}"/>
                                            </p:graphicEl>
                                          </p:spTgt>
                                        </p:tgtEl>
                                        <p:attrNameLst>
                                          <p:attrName>fill.type</p:attrName>
                                        </p:attrNameLst>
                                      </p:cBhvr>
                                      <p:to>
                                        <p:strVal val="solid"/>
                                      </p:to>
                                    </p:set>
                                    <p:set>
                                      <p:cBhvr>
                                        <p:cTn id="24" dur="500" fill="hold"/>
                                        <p:tgtEl>
                                          <p:spTgt spid="33">
                                            <p:graphicEl>
                                              <a:dgm id="{76B1A383-3A53-47A8-A61F-A6FD28C04CBE}"/>
                                            </p:graphicEl>
                                          </p:spTgt>
                                        </p:tgtEl>
                                        <p:attrNameLst>
                                          <p:attrName>fill.on</p:attrName>
                                        </p:attrNameLst>
                                      </p:cBhvr>
                                      <p:to>
                                        <p:strVal val="true"/>
                                      </p:to>
                                    </p:set>
                                  </p:childTnLst>
                                </p:cTn>
                              </p:par>
                              <p:par>
                                <p:cTn id="25" presetID="19" presetClass="emph" presetSubtype="0" fill="hold" grpId="0" nodeType="withEffect">
                                  <p:stCondLst>
                                    <p:cond delay="0"/>
                                  </p:stCondLst>
                                  <p:childTnLst>
                                    <p:animClr clrSpc="rgb" dir="cw">
                                      <p:cBhvr override="childStyle">
                                        <p:cTn id="26" dur="500" fill="hold"/>
                                        <p:tgtEl>
                                          <p:spTgt spid="33">
                                            <p:graphicEl>
                                              <a:dgm id="{0366AA8E-7563-4456-8D55-3E328D0219C0}"/>
                                            </p:graphicEl>
                                          </p:spTgt>
                                        </p:tgtEl>
                                        <p:attrNameLst>
                                          <p:attrName>style.color</p:attrName>
                                        </p:attrNameLst>
                                      </p:cBhvr>
                                      <p:to>
                                        <a:srgbClr val="C00000"/>
                                      </p:to>
                                    </p:animClr>
                                    <p:animClr clrSpc="rgb" dir="cw">
                                      <p:cBhvr>
                                        <p:cTn id="27" dur="500" fill="hold"/>
                                        <p:tgtEl>
                                          <p:spTgt spid="33">
                                            <p:graphicEl>
                                              <a:dgm id="{0366AA8E-7563-4456-8D55-3E328D0219C0}"/>
                                            </p:graphicEl>
                                          </p:spTgt>
                                        </p:tgtEl>
                                        <p:attrNameLst>
                                          <p:attrName>fillcolor</p:attrName>
                                        </p:attrNameLst>
                                      </p:cBhvr>
                                      <p:to>
                                        <a:srgbClr val="C00000"/>
                                      </p:to>
                                    </p:animClr>
                                    <p:set>
                                      <p:cBhvr>
                                        <p:cTn id="28" dur="500" fill="hold"/>
                                        <p:tgtEl>
                                          <p:spTgt spid="33">
                                            <p:graphicEl>
                                              <a:dgm id="{0366AA8E-7563-4456-8D55-3E328D0219C0}"/>
                                            </p:graphicEl>
                                          </p:spTgt>
                                        </p:tgtEl>
                                        <p:attrNameLst>
                                          <p:attrName>fill.type</p:attrName>
                                        </p:attrNameLst>
                                      </p:cBhvr>
                                      <p:to>
                                        <p:strVal val="solid"/>
                                      </p:to>
                                    </p:set>
                                    <p:set>
                                      <p:cBhvr>
                                        <p:cTn id="29" dur="500" fill="hold"/>
                                        <p:tgtEl>
                                          <p:spTgt spid="33">
                                            <p:graphicEl>
                                              <a:dgm id="{0366AA8E-7563-4456-8D55-3E328D0219C0}"/>
                                            </p:graphicEl>
                                          </p:spTgt>
                                        </p:tgtEl>
                                        <p:attrNameLst>
                                          <p:attrName>fill.on</p:attrName>
                                        </p:attrNameLst>
                                      </p:cBhvr>
                                      <p:to>
                                        <p:strVal val="true"/>
                                      </p:to>
                                    </p:set>
                                  </p:childTnLst>
                                </p:cTn>
                              </p:par>
                              <p:par>
                                <p:cTn id="30" presetID="19" presetClass="emph" presetSubtype="0" fill="hold" grpId="0" nodeType="withEffect">
                                  <p:stCondLst>
                                    <p:cond delay="0"/>
                                  </p:stCondLst>
                                  <p:childTnLst>
                                    <p:animClr clrSpc="rgb" dir="cw">
                                      <p:cBhvr override="childStyle">
                                        <p:cTn id="31" dur="500" fill="hold"/>
                                        <p:tgtEl>
                                          <p:spTgt spid="33">
                                            <p:graphicEl>
                                              <a:dgm id="{2C48D448-E449-46EB-B9EB-01A1490F81A2}"/>
                                            </p:graphicEl>
                                          </p:spTgt>
                                        </p:tgtEl>
                                        <p:attrNameLst>
                                          <p:attrName>style.color</p:attrName>
                                        </p:attrNameLst>
                                      </p:cBhvr>
                                      <p:to>
                                        <a:srgbClr val="C00000"/>
                                      </p:to>
                                    </p:animClr>
                                    <p:animClr clrSpc="rgb" dir="cw">
                                      <p:cBhvr>
                                        <p:cTn id="32" dur="500" fill="hold"/>
                                        <p:tgtEl>
                                          <p:spTgt spid="33">
                                            <p:graphicEl>
                                              <a:dgm id="{2C48D448-E449-46EB-B9EB-01A1490F81A2}"/>
                                            </p:graphicEl>
                                          </p:spTgt>
                                        </p:tgtEl>
                                        <p:attrNameLst>
                                          <p:attrName>fillcolor</p:attrName>
                                        </p:attrNameLst>
                                      </p:cBhvr>
                                      <p:to>
                                        <a:srgbClr val="C00000"/>
                                      </p:to>
                                    </p:animClr>
                                    <p:set>
                                      <p:cBhvr>
                                        <p:cTn id="33" dur="500" fill="hold"/>
                                        <p:tgtEl>
                                          <p:spTgt spid="33">
                                            <p:graphicEl>
                                              <a:dgm id="{2C48D448-E449-46EB-B9EB-01A1490F81A2}"/>
                                            </p:graphicEl>
                                          </p:spTgt>
                                        </p:tgtEl>
                                        <p:attrNameLst>
                                          <p:attrName>fill.type</p:attrName>
                                        </p:attrNameLst>
                                      </p:cBhvr>
                                      <p:to>
                                        <p:strVal val="solid"/>
                                      </p:to>
                                    </p:set>
                                    <p:set>
                                      <p:cBhvr>
                                        <p:cTn id="34" dur="500" fill="hold"/>
                                        <p:tgtEl>
                                          <p:spTgt spid="33">
                                            <p:graphicEl>
                                              <a:dgm id="{2C48D448-E449-46EB-B9EB-01A1490F81A2}"/>
                                            </p:graphicEl>
                                          </p:spTgt>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9" presetClass="emph" presetSubtype="0" fill="hold" grpId="0" nodeType="clickEffect">
                                  <p:stCondLst>
                                    <p:cond delay="0"/>
                                  </p:stCondLst>
                                  <p:childTnLst>
                                    <p:animClr clrSpc="rgb" dir="cw">
                                      <p:cBhvr override="childStyle">
                                        <p:cTn id="38" dur="500" fill="hold"/>
                                        <p:tgtEl>
                                          <p:spTgt spid="33">
                                            <p:graphicEl>
                                              <a:dgm id="{B901B163-4141-4DFF-97C5-FE65CC0EBADA}"/>
                                            </p:graphicEl>
                                          </p:spTgt>
                                        </p:tgtEl>
                                        <p:attrNameLst>
                                          <p:attrName>style.color</p:attrName>
                                        </p:attrNameLst>
                                      </p:cBhvr>
                                      <p:to>
                                        <a:srgbClr val="7030A0"/>
                                      </p:to>
                                    </p:animClr>
                                    <p:animClr clrSpc="rgb" dir="cw">
                                      <p:cBhvr>
                                        <p:cTn id="39" dur="500" fill="hold"/>
                                        <p:tgtEl>
                                          <p:spTgt spid="33">
                                            <p:graphicEl>
                                              <a:dgm id="{B901B163-4141-4DFF-97C5-FE65CC0EBADA}"/>
                                            </p:graphicEl>
                                          </p:spTgt>
                                        </p:tgtEl>
                                        <p:attrNameLst>
                                          <p:attrName>fillcolor</p:attrName>
                                        </p:attrNameLst>
                                      </p:cBhvr>
                                      <p:to>
                                        <a:srgbClr val="7030A0"/>
                                      </p:to>
                                    </p:animClr>
                                    <p:set>
                                      <p:cBhvr>
                                        <p:cTn id="40" dur="500" fill="hold"/>
                                        <p:tgtEl>
                                          <p:spTgt spid="33">
                                            <p:graphicEl>
                                              <a:dgm id="{B901B163-4141-4DFF-97C5-FE65CC0EBADA}"/>
                                            </p:graphicEl>
                                          </p:spTgt>
                                        </p:tgtEl>
                                        <p:attrNameLst>
                                          <p:attrName>fill.type</p:attrName>
                                        </p:attrNameLst>
                                      </p:cBhvr>
                                      <p:to>
                                        <p:strVal val="solid"/>
                                      </p:to>
                                    </p:set>
                                    <p:set>
                                      <p:cBhvr>
                                        <p:cTn id="41" dur="500" fill="hold"/>
                                        <p:tgtEl>
                                          <p:spTgt spid="33">
                                            <p:graphicEl>
                                              <a:dgm id="{B901B163-4141-4DFF-97C5-FE65CC0EBADA}"/>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3" grpId="0" uiExpand="1">
        <p:bldSub>
          <a:bldDgm/>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1">
            <a:extLst>
              <a:ext uri="{FF2B5EF4-FFF2-40B4-BE49-F238E27FC236}">
                <a16:creationId xmlns:a16="http://schemas.microsoft.com/office/drawing/2014/main" id="{9C92B7AA-60EA-5D84-C27C-2209030816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FE9681C0-4DE5-4FCD-B85F-3E199FF0DB34}" type="slidenum">
              <a:rPr lang="en-US" altLang="ja-JP" sz="1400" smtClean="0"/>
              <a:t>7</a:t>
            </a:fld>
            <a:endParaRPr lang="en-US" altLang="ja-JP" sz="1400"/>
          </a:p>
        </p:txBody>
      </p:sp>
      <p:sp>
        <p:nvSpPr>
          <p:cNvPr id="2" name="タイトル 4">
            <a:extLst>
              <a:ext uri="{FF2B5EF4-FFF2-40B4-BE49-F238E27FC236}">
                <a16:creationId xmlns:a16="http://schemas.microsoft.com/office/drawing/2014/main" id="{2F39D4E6-B9AD-D08C-4B34-4D765D75E6CD}"/>
              </a:ext>
            </a:extLst>
          </p:cNvPr>
          <p:cNvSpPr>
            <a:spLocks noGrp="1"/>
          </p:cNvSpPr>
          <p:nvPr>
            <p:ph type="title" idx="4294967295"/>
          </p:nvPr>
        </p:nvSpPr>
        <p:spPr>
          <a:xfrm>
            <a:off x="533400" y="76200"/>
            <a:ext cx="7278960" cy="457200"/>
          </a:xfrm>
        </p:spPr>
        <p:txBody>
          <a:bodyPr/>
          <a:lstStyle/>
          <a:p>
            <a:r>
              <a:rPr lang="en-US" altLang="ja-JP" sz="2800" b="1">
                <a:solidFill>
                  <a:schemeClr val="tx1"/>
                </a:solidFill>
              </a:rPr>
              <a:t>Test Shape Change</a:t>
            </a:r>
            <a:endParaRPr lang="ja-JP" altLang="en-US" sz="2800" b="1">
              <a:solidFill>
                <a:schemeClr val="tx1"/>
              </a:solidFill>
            </a:endParaRPr>
          </a:p>
        </p:txBody>
      </p:sp>
      <p:sp>
        <p:nvSpPr>
          <p:cNvPr id="3" name="TextBox 2">
            <a:extLst>
              <a:ext uri="{FF2B5EF4-FFF2-40B4-BE49-F238E27FC236}">
                <a16:creationId xmlns:a16="http://schemas.microsoft.com/office/drawing/2014/main" id="{AE079F54-83D7-542D-0D32-9A05E5ABC411}"/>
              </a:ext>
            </a:extLst>
          </p:cNvPr>
          <p:cNvSpPr txBox="1"/>
          <p:nvPr/>
        </p:nvSpPr>
        <p:spPr>
          <a:xfrm>
            <a:off x="2916185" y="4969245"/>
            <a:ext cx="7704856" cy="523220"/>
          </a:xfrm>
          <a:prstGeom prst="rect">
            <a:avLst/>
          </a:prstGeom>
          <a:noFill/>
        </p:spPr>
        <p:txBody>
          <a:bodyPr wrap="square" rtlCol="0">
            <a:spAutoFit/>
          </a:bodyPr>
          <a:lstStyle/>
          <a:p>
            <a:pPr algn="ctr"/>
            <a:r>
              <a:rPr lang="en-US">
                <a:solidFill>
                  <a:schemeClr val="tx1"/>
                </a:solidFill>
              </a:rPr>
              <a:t>Current Test Shape</a:t>
            </a:r>
          </a:p>
        </p:txBody>
      </p:sp>
      <p:pic>
        <p:nvPicPr>
          <p:cNvPr id="6" name="Picture 5">
            <a:extLst>
              <a:ext uri="{FF2B5EF4-FFF2-40B4-BE49-F238E27FC236}">
                <a16:creationId xmlns:a16="http://schemas.microsoft.com/office/drawing/2014/main" id="{60D12FB6-6885-8349-3487-F05CFEA7A8CA}"/>
              </a:ext>
            </a:extLst>
          </p:cNvPr>
          <p:cNvPicPr>
            <a:picLocks noChangeAspect="1"/>
          </p:cNvPicPr>
          <p:nvPr/>
        </p:nvPicPr>
        <p:blipFill>
          <a:blip r:embed="rId3"/>
          <a:srcRect t="6107"/>
          <a:stretch>
            <a:fillRect/>
          </a:stretch>
        </p:blipFill>
        <p:spPr>
          <a:xfrm>
            <a:off x="4860035" y="1919216"/>
            <a:ext cx="3817156" cy="2453981"/>
          </a:xfrm>
          <a:prstGeom prst="rect">
            <a:avLst/>
          </a:prstGeom>
        </p:spPr>
      </p:pic>
      <p:sp>
        <p:nvSpPr>
          <p:cNvPr id="7" name="TextBox 6">
            <a:extLst>
              <a:ext uri="{FF2B5EF4-FFF2-40B4-BE49-F238E27FC236}">
                <a16:creationId xmlns:a16="http://schemas.microsoft.com/office/drawing/2014/main" id="{AD648E0F-F7BA-FC29-3DA1-F0DB173A56F1}"/>
              </a:ext>
            </a:extLst>
          </p:cNvPr>
          <p:cNvSpPr txBox="1"/>
          <p:nvPr/>
        </p:nvSpPr>
        <p:spPr>
          <a:xfrm>
            <a:off x="-1306599" y="4969245"/>
            <a:ext cx="7704856" cy="954107"/>
          </a:xfrm>
          <a:prstGeom prst="rect">
            <a:avLst/>
          </a:prstGeom>
          <a:noFill/>
        </p:spPr>
        <p:txBody>
          <a:bodyPr wrap="square" rtlCol="0">
            <a:spAutoFit/>
          </a:bodyPr>
          <a:lstStyle/>
          <a:p>
            <a:pPr algn="ctr"/>
            <a:r>
              <a:rPr lang="en-US">
                <a:solidFill>
                  <a:schemeClr val="tx1"/>
                </a:solidFill>
              </a:rPr>
              <a:t>Previous Research’s</a:t>
            </a:r>
          </a:p>
          <a:p>
            <a:pPr algn="ctr"/>
            <a:r>
              <a:rPr lang="en-US">
                <a:solidFill>
                  <a:schemeClr val="tx1"/>
                </a:solidFill>
              </a:rPr>
              <a:t> Test Shape</a:t>
            </a:r>
          </a:p>
        </p:txBody>
      </p:sp>
      <p:pic>
        <p:nvPicPr>
          <p:cNvPr id="10" name="Picture 9">
            <a:extLst>
              <a:ext uri="{FF2B5EF4-FFF2-40B4-BE49-F238E27FC236}">
                <a16:creationId xmlns:a16="http://schemas.microsoft.com/office/drawing/2014/main" id="{0AE8F5C8-7922-A1F6-8F02-A7C04FCE02AF}"/>
              </a:ext>
            </a:extLst>
          </p:cNvPr>
          <p:cNvPicPr>
            <a:picLocks noChangeAspect="1"/>
          </p:cNvPicPr>
          <p:nvPr/>
        </p:nvPicPr>
        <p:blipFill>
          <a:blip r:embed="rId4"/>
          <a:stretch>
            <a:fillRect/>
          </a:stretch>
        </p:blipFill>
        <p:spPr>
          <a:xfrm>
            <a:off x="807694" y="1554298"/>
            <a:ext cx="3476271" cy="2818899"/>
          </a:xfrm>
          <a:prstGeom prst="rect">
            <a:avLst/>
          </a:prstGeom>
        </p:spPr>
      </p:pic>
      <p:cxnSp>
        <p:nvCxnSpPr>
          <p:cNvPr id="5" name="Straight Arrow Connector 4">
            <a:extLst>
              <a:ext uri="{FF2B5EF4-FFF2-40B4-BE49-F238E27FC236}">
                <a16:creationId xmlns:a16="http://schemas.microsoft.com/office/drawing/2014/main" id="{317D51AB-A435-F182-0DA1-2B66E4A86167}"/>
              </a:ext>
            </a:extLst>
          </p:cNvPr>
          <p:cNvCxnSpPr/>
          <p:nvPr/>
        </p:nvCxnSpPr>
        <p:spPr bwMode="auto">
          <a:xfrm flipH="1">
            <a:off x="7010400" y="3429000"/>
            <a:ext cx="1291389" cy="8382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8" name="Straight Arrow Connector 7">
            <a:extLst>
              <a:ext uri="{FF2B5EF4-FFF2-40B4-BE49-F238E27FC236}">
                <a16:creationId xmlns:a16="http://schemas.microsoft.com/office/drawing/2014/main" id="{3F5E6C8C-C899-51B1-2A85-A8FC04F98870}"/>
              </a:ext>
            </a:extLst>
          </p:cNvPr>
          <p:cNvCxnSpPr>
            <a:cxnSpLocks/>
          </p:cNvCxnSpPr>
          <p:nvPr/>
        </p:nvCxnSpPr>
        <p:spPr bwMode="auto">
          <a:xfrm>
            <a:off x="5048891" y="3314418"/>
            <a:ext cx="1772653" cy="1058779"/>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12" name="TextBox 11">
            <a:extLst>
              <a:ext uri="{FF2B5EF4-FFF2-40B4-BE49-F238E27FC236}">
                <a16:creationId xmlns:a16="http://schemas.microsoft.com/office/drawing/2014/main" id="{AC9DAE7E-12C7-FF6D-902A-6025300347A4}"/>
              </a:ext>
            </a:extLst>
          </p:cNvPr>
          <p:cNvSpPr txBox="1"/>
          <p:nvPr/>
        </p:nvSpPr>
        <p:spPr>
          <a:xfrm rot="1842820">
            <a:off x="4925443" y="3712995"/>
            <a:ext cx="1447268" cy="523220"/>
          </a:xfrm>
          <a:prstGeom prst="rect">
            <a:avLst/>
          </a:prstGeom>
          <a:noFill/>
        </p:spPr>
        <p:txBody>
          <a:bodyPr wrap="square" rtlCol="0">
            <a:spAutoFit/>
          </a:bodyPr>
          <a:lstStyle/>
          <a:p>
            <a:pPr algn="ctr"/>
            <a:r>
              <a:rPr lang="en-US" dirty="0">
                <a:solidFill>
                  <a:schemeClr val="tx1"/>
                </a:solidFill>
              </a:rPr>
              <a:t>30 mm</a:t>
            </a:r>
          </a:p>
        </p:txBody>
      </p:sp>
      <p:sp>
        <p:nvSpPr>
          <p:cNvPr id="13" name="TextBox 12">
            <a:extLst>
              <a:ext uri="{FF2B5EF4-FFF2-40B4-BE49-F238E27FC236}">
                <a16:creationId xmlns:a16="http://schemas.microsoft.com/office/drawing/2014/main" id="{7CB4D025-6D0B-A8AE-2C81-EAC2909EDB4F}"/>
              </a:ext>
            </a:extLst>
          </p:cNvPr>
          <p:cNvSpPr txBox="1"/>
          <p:nvPr/>
        </p:nvSpPr>
        <p:spPr>
          <a:xfrm rot="19672815">
            <a:off x="7088726" y="3799404"/>
            <a:ext cx="1447268" cy="523220"/>
          </a:xfrm>
          <a:prstGeom prst="rect">
            <a:avLst/>
          </a:prstGeom>
          <a:noFill/>
        </p:spPr>
        <p:txBody>
          <a:bodyPr wrap="square" rtlCol="0">
            <a:spAutoFit/>
          </a:bodyPr>
          <a:lstStyle/>
          <a:p>
            <a:pPr algn="ctr"/>
            <a:r>
              <a:rPr lang="en-US" dirty="0">
                <a:solidFill>
                  <a:schemeClr val="tx1"/>
                </a:solidFill>
              </a:rPr>
              <a:t>30 mm</a:t>
            </a:r>
          </a:p>
        </p:txBody>
      </p:sp>
      <p:cxnSp>
        <p:nvCxnSpPr>
          <p:cNvPr id="14" name="Straight Arrow Connector 13">
            <a:extLst>
              <a:ext uri="{FF2B5EF4-FFF2-40B4-BE49-F238E27FC236}">
                <a16:creationId xmlns:a16="http://schemas.microsoft.com/office/drawing/2014/main" id="{1B5F4F2E-BFBE-C705-C689-F110B1DF3E23}"/>
              </a:ext>
            </a:extLst>
          </p:cNvPr>
          <p:cNvCxnSpPr>
            <a:cxnSpLocks/>
          </p:cNvCxnSpPr>
          <p:nvPr/>
        </p:nvCxnSpPr>
        <p:spPr bwMode="auto">
          <a:xfrm>
            <a:off x="8301789" y="2103888"/>
            <a:ext cx="0" cy="1325112"/>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16" name="TextBox 15">
            <a:extLst>
              <a:ext uri="{FF2B5EF4-FFF2-40B4-BE49-F238E27FC236}">
                <a16:creationId xmlns:a16="http://schemas.microsoft.com/office/drawing/2014/main" id="{6F21E5D9-759A-9686-8572-7125A390505E}"/>
              </a:ext>
            </a:extLst>
          </p:cNvPr>
          <p:cNvSpPr txBox="1"/>
          <p:nvPr/>
        </p:nvSpPr>
        <p:spPr>
          <a:xfrm rot="16200000">
            <a:off x="7758120" y="2489713"/>
            <a:ext cx="1447268" cy="523220"/>
          </a:xfrm>
          <a:prstGeom prst="rect">
            <a:avLst/>
          </a:prstGeom>
          <a:noFill/>
        </p:spPr>
        <p:txBody>
          <a:bodyPr wrap="square" rtlCol="0">
            <a:spAutoFit/>
          </a:bodyPr>
          <a:lstStyle/>
          <a:p>
            <a:pPr algn="ctr"/>
            <a:r>
              <a:rPr lang="en-US">
                <a:solidFill>
                  <a:schemeClr val="tx1"/>
                </a:solidFill>
              </a:rPr>
              <a:t>9.9 </a:t>
            </a:r>
            <a:r>
              <a:rPr lang="en-US" dirty="0">
                <a:solidFill>
                  <a:schemeClr val="tx1"/>
                </a:solidFill>
              </a:rPr>
              <a:t>mm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ED119-B6F1-5C04-50A9-056AA2BFCFD0}"/>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0B5BFFB1-AD98-8A9F-BEB1-2C0B36B042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1CFBFC1-2A4F-4900-A881-44C7AA1B8FF7}" type="slidenum">
              <a:rPr lang="en-US" altLang="ja-JP" sz="1400"/>
              <a:t>8</a:t>
            </a:fld>
            <a:endParaRPr lang="en-US" altLang="ja-JP" sz="1400"/>
          </a:p>
        </p:txBody>
      </p:sp>
      <p:sp>
        <p:nvSpPr>
          <p:cNvPr id="17413" name="タイトル 11">
            <a:extLst>
              <a:ext uri="{FF2B5EF4-FFF2-40B4-BE49-F238E27FC236}">
                <a16:creationId xmlns:a16="http://schemas.microsoft.com/office/drawing/2014/main" id="{3CC80F9B-8930-3586-3C7E-7BF79D0363CB}"/>
              </a:ext>
            </a:extLst>
          </p:cNvPr>
          <p:cNvSpPr>
            <a:spLocks noGrp="1"/>
          </p:cNvSpPr>
          <p:nvPr>
            <p:ph type="title" idx="4294967295"/>
          </p:nvPr>
        </p:nvSpPr>
        <p:spPr/>
        <p:txBody>
          <a:bodyPr/>
          <a:lstStyle/>
          <a:p>
            <a:r>
              <a:rPr lang="en-US" altLang="ja-JP" sz="2800" b="1">
                <a:solidFill>
                  <a:schemeClr val="tx1"/>
                </a:solidFill>
              </a:rPr>
              <a:t>Experimental Results </a:t>
            </a:r>
            <a:r>
              <a:rPr lang="en-US" altLang="ja-JP" sz="2000" b="1">
                <a:solidFill>
                  <a:schemeClr val="tx1"/>
                </a:solidFill>
              </a:rPr>
              <a:t>CAM System Tests</a:t>
            </a:r>
            <a:endParaRPr lang="ja-JP" altLang="en-US" sz="2000" b="1">
              <a:solidFill>
                <a:schemeClr val="tx1"/>
              </a:solidFill>
            </a:endParaRPr>
          </a:p>
        </p:txBody>
      </p:sp>
      <p:grpSp>
        <p:nvGrpSpPr>
          <p:cNvPr id="5" name="Group 4">
            <a:extLst>
              <a:ext uri="{FF2B5EF4-FFF2-40B4-BE49-F238E27FC236}">
                <a16:creationId xmlns:a16="http://schemas.microsoft.com/office/drawing/2014/main" id="{B33D0F30-590B-C430-42C9-FD2D5CE936FB}"/>
              </a:ext>
            </a:extLst>
          </p:cNvPr>
          <p:cNvGrpSpPr/>
          <p:nvPr/>
        </p:nvGrpSpPr>
        <p:grpSpPr>
          <a:xfrm>
            <a:off x="4973381" y="1056620"/>
            <a:ext cx="4074037" cy="3337108"/>
            <a:chOff x="5183286" y="2148052"/>
            <a:chExt cx="4074037" cy="3337108"/>
          </a:xfrm>
        </p:grpSpPr>
        <p:pic>
          <p:nvPicPr>
            <p:cNvPr id="2" name="Picture 1">
              <a:extLst>
                <a:ext uri="{FF2B5EF4-FFF2-40B4-BE49-F238E27FC236}">
                  <a16:creationId xmlns:a16="http://schemas.microsoft.com/office/drawing/2014/main" id="{D78A3BA8-CB74-870F-C163-54A1F0BCEF76}"/>
                </a:ext>
              </a:extLst>
            </p:cNvPr>
            <p:cNvPicPr>
              <a:picLocks noChangeAspect="1"/>
            </p:cNvPicPr>
            <p:nvPr/>
          </p:nvPicPr>
          <p:blipFill>
            <a:blip r:embed="rId3"/>
            <a:srcRect t="35705"/>
            <a:stretch>
              <a:fillRect/>
            </a:stretch>
          </p:blipFill>
          <p:spPr>
            <a:xfrm>
              <a:off x="5830011" y="2148052"/>
              <a:ext cx="2780589" cy="2813888"/>
            </a:xfrm>
            <a:prstGeom prst="rect">
              <a:avLst/>
            </a:prstGeom>
          </p:spPr>
        </p:pic>
        <p:sp>
          <p:nvSpPr>
            <p:cNvPr id="4" name="TextBox 3">
              <a:extLst>
                <a:ext uri="{FF2B5EF4-FFF2-40B4-BE49-F238E27FC236}">
                  <a16:creationId xmlns:a16="http://schemas.microsoft.com/office/drawing/2014/main" id="{308B8985-C56D-C6B1-3D76-E7A30161AE75}"/>
                </a:ext>
              </a:extLst>
            </p:cNvPr>
            <p:cNvSpPr txBox="1"/>
            <p:nvPr/>
          </p:nvSpPr>
          <p:spPr>
            <a:xfrm>
              <a:off x="5183286" y="4961940"/>
              <a:ext cx="4074037" cy="523220"/>
            </a:xfrm>
            <a:prstGeom prst="rect">
              <a:avLst/>
            </a:prstGeom>
            <a:noFill/>
          </p:spPr>
          <p:txBody>
            <a:bodyPr wrap="square" rtlCol="0">
              <a:spAutoFit/>
            </a:bodyPr>
            <a:lstStyle/>
            <a:p>
              <a:pPr algn="ctr"/>
              <a:r>
                <a:rPr lang="en-US" dirty="0">
                  <a:solidFill>
                    <a:schemeClr val="tx1"/>
                  </a:solidFill>
                </a:rPr>
                <a:t>Updated CAM System</a:t>
              </a:r>
            </a:p>
          </p:txBody>
        </p:sp>
      </p:grpSp>
      <p:grpSp>
        <p:nvGrpSpPr>
          <p:cNvPr id="3" name="Group 2">
            <a:extLst>
              <a:ext uri="{FF2B5EF4-FFF2-40B4-BE49-F238E27FC236}">
                <a16:creationId xmlns:a16="http://schemas.microsoft.com/office/drawing/2014/main" id="{DFE53430-DC1B-BAEC-97BC-E35B35182998}"/>
              </a:ext>
            </a:extLst>
          </p:cNvPr>
          <p:cNvGrpSpPr/>
          <p:nvPr/>
        </p:nvGrpSpPr>
        <p:grpSpPr>
          <a:xfrm>
            <a:off x="331912" y="1056620"/>
            <a:ext cx="4392488" cy="3840754"/>
            <a:chOff x="541817" y="2075293"/>
            <a:chExt cx="4392488" cy="3840754"/>
          </a:xfrm>
        </p:grpSpPr>
        <p:sp>
          <p:nvSpPr>
            <p:cNvPr id="8" name="TextBox 7">
              <a:extLst>
                <a:ext uri="{FF2B5EF4-FFF2-40B4-BE49-F238E27FC236}">
                  <a16:creationId xmlns:a16="http://schemas.microsoft.com/office/drawing/2014/main" id="{CC0E6758-DF2A-451C-3948-FCA9E7BD6100}"/>
                </a:ext>
              </a:extLst>
            </p:cNvPr>
            <p:cNvSpPr txBox="1"/>
            <p:nvPr/>
          </p:nvSpPr>
          <p:spPr>
            <a:xfrm>
              <a:off x="922391" y="4961940"/>
              <a:ext cx="3614505" cy="954107"/>
            </a:xfrm>
            <a:prstGeom prst="rect">
              <a:avLst/>
            </a:prstGeom>
            <a:noFill/>
          </p:spPr>
          <p:txBody>
            <a:bodyPr wrap="square" rtlCol="0">
              <a:spAutoFit/>
            </a:bodyPr>
            <a:lstStyle/>
            <a:p>
              <a:pPr algn="ctr"/>
              <a:r>
                <a:rPr lang="en-US" dirty="0">
                  <a:solidFill>
                    <a:schemeClr val="tx1"/>
                  </a:solidFill>
                </a:rPr>
                <a:t>Previous Research </a:t>
              </a:r>
            </a:p>
            <a:p>
              <a:pPr algn="ctr"/>
              <a:r>
                <a:rPr lang="en-US" dirty="0">
                  <a:solidFill>
                    <a:schemeClr val="tx1"/>
                  </a:solidFill>
                </a:rPr>
                <a:t>CAM System</a:t>
              </a:r>
            </a:p>
          </p:txBody>
        </p:sp>
        <p:pic>
          <p:nvPicPr>
            <p:cNvPr id="9" name="Picture 8">
              <a:extLst>
                <a:ext uri="{FF2B5EF4-FFF2-40B4-BE49-F238E27FC236}">
                  <a16:creationId xmlns:a16="http://schemas.microsoft.com/office/drawing/2014/main" id="{05005BB9-796A-0292-2488-67C90F2C7D37}"/>
                </a:ext>
              </a:extLst>
            </p:cNvPr>
            <p:cNvPicPr>
              <a:picLocks noChangeAspect="1"/>
            </p:cNvPicPr>
            <p:nvPr/>
          </p:nvPicPr>
          <p:blipFill>
            <a:blip r:embed="rId4"/>
            <a:stretch>
              <a:fillRect/>
            </a:stretch>
          </p:blipFill>
          <p:spPr>
            <a:xfrm>
              <a:off x="541817" y="2075293"/>
              <a:ext cx="4392488" cy="2813888"/>
            </a:xfrm>
            <a:prstGeom prst="rect">
              <a:avLst/>
            </a:prstGeom>
          </p:spPr>
        </p:pic>
      </p:grpSp>
      <p:sp>
        <p:nvSpPr>
          <p:cNvPr id="6" name="TextBox 5">
            <a:extLst>
              <a:ext uri="{FF2B5EF4-FFF2-40B4-BE49-F238E27FC236}">
                <a16:creationId xmlns:a16="http://schemas.microsoft.com/office/drawing/2014/main" id="{4FA27B89-D1B3-048C-6861-891637FEC4D6}"/>
              </a:ext>
            </a:extLst>
          </p:cNvPr>
          <p:cNvSpPr txBox="1"/>
          <p:nvPr/>
        </p:nvSpPr>
        <p:spPr>
          <a:xfrm>
            <a:off x="111600" y="4897374"/>
            <a:ext cx="4816275" cy="523220"/>
          </a:xfrm>
          <a:prstGeom prst="rect">
            <a:avLst/>
          </a:prstGeom>
          <a:noFill/>
        </p:spPr>
        <p:txBody>
          <a:bodyPr wrap="square" rtlCol="0">
            <a:spAutoFit/>
          </a:bodyPr>
          <a:lstStyle/>
          <a:p>
            <a:pPr algn="ctr"/>
            <a:r>
              <a:rPr lang="en-US" dirty="0">
                <a:solidFill>
                  <a:schemeClr val="tx1"/>
                </a:solidFill>
              </a:rPr>
              <a:t>Generation Time: 2.5 hours</a:t>
            </a:r>
          </a:p>
        </p:txBody>
      </p:sp>
      <p:sp>
        <p:nvSpPr>
          <p:cNvPr id="7" name="TextBox 6">
            <a:extLst>
              <a:ext uri="{FF2B5EF4-FFF2-40B4-BE49-F238E27FC236}">
                <a16:creationId xmlns:a16="http://schemas.microsoft.com/office/drawing/2014/main" id="{3409C212-BC59-C441-698F-4DB343C6D0E0}"/>
              </a:ext>
            </a:extLst>
          </p:cNvPr>
          <p:cNvSpPr txBox="1"/>
          <p:nvPr/>
        </p:nvSpPr>
        <p:spPr>
          <a:xfrm>
            <a:off x="4602261" y="4466487"/>
            <a:ext cx="4816275" cy="954107"/>
          </a:xfrm>
          <a:prstGeom prst="rect">
            <a:avLst/>
          </a:prstGeom>
          <a:noFill/>
        </p:spPr>
        <p:txBody>
          <a:bodyPr wrap="square" rtlCol="0">
            <a:spAutoFit/>
          </a:bodyPr>
          <a:lstStyle/>
          <a:p>
            <a:pPr algn="ctr"/>
            <a:r>
              <a:rPr lang="en-US" dirty="0">
                <a:solidFill>
                  <a:schemeClr val="tx1"/>
                </a:solidFill>
              </a:rPr>
              <a:t>Generation Time: 2 seconds</a:t>
            </a:r>
          </a:p>
        </p:txBody>
      </p:sp>
    </p:spTree>
    <p:extLst>
      <p:ext uri="{BB962C8B-B14F-4D97-AF65-F5344CB8AC3E}">
        <p14:creationId xmlns:p14="http://schemas.microsoft.com/office/powerpoint/2010/main" val="4288642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556-8E46-1C01-48D5-30068236EA60}"/>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7A48D73-E9B0-2A71-24D7-A194BC769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30B0780-FEB0-4FCD-92C3-8EB748FB70BC}" type="slidenum">
              <a:rPr lang="en-US" altLang="ja-JP" sz="1400" dirty="0" smtClean="0"/>
              <a:t>9</a:t>
            </a:fld>
            <a:endParaRPr lang="en-US" altLang="ja-JP" sz="1400"/>
          </a:p>
        </p:txBody>
      </p:sp>
      <p:sp>
        <p:nvSpPr>
          <p:cNvPr id="12297" name="タイトル 12">
            <a:extLst>
              <a:ext uri="{FF2B5EF4-FFF2-40B4-BE49-F238E27FC236}">
                <a16:creationId xmlns:a16="http://schemas.microsoft.com/office/drawing/2014/main" id="{7F231780-6812-B8A1-C9A7-7D1AC8E2C6E9}"/>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grpSp>
        <p:nvGrpSpPr>
          <p:cNvPr id="9" name="Group 8">
            <a:extLst>
              <a:ext uri="{FF2B5EF4-FFF2-40B4-BE49-F238E27FC236}">
                <a16:creationId xmlns:a16="http://schemas.microsoft.com/office/drawing/2014/main" id="{47FF9466-20AB-145B-87F8-F0579C2F76B5}"/>
              </a:ext>
            </a:extLst>
          </p:cNvPr>
          <p:cNvGrpSpPr/>
          <p:nvPr/>
        </p:nvGrpSpPr>
        <p:grpSpPr>
          <a:xfrm>
            <a:off x="805297" y="1210116"/>
            <a:ext cx="7704856" cy="4229505"/>
            <a:chOff x="1217016" y="1302370"/>
            <a:chExt cx="7704856" cy="4229505"/>
          </a:xfrm>
        </p:grpSpPr>
        <p:pic>
          <p:nvPicPr>
            <p:cNvPr id="11" name="Picture 10" descr="A blue square with white circles and red lines&#10;&#10;AI-generated content may be incorrect.">
              <a:extLst>
                <a:ext uri="{FF2B5EF4-FFF2-40B4-BE49-F238E27FC236}">
                  <a16:creationId xmlns:a16="http://schemas.microsoft.com/office/drawing/2014/main" id="{991AF726-09CD-5010-0809-CC2F680F8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3240" y="1302370"/>
              <a:ext cx="4317487" cy="3832872"/>
            </a:xfrm>
            <a:prstGeom prst="rect">
              <a:avLst/>
            </a:prstGeom>
          </p:spPr>
        </p:pic>
        <p:sp>
          <p:nvSpPr>
            <p:cNvPr id="6" name="TextBox 5">
              <a:extLst>
                <a:ext uri="{FF2B5EF4-FFF2-40B4-BE49-F238E27FC236}">
                  <a16:creationId xmlns:a16="http://schemas.microsoft.com/office/drawing/2014/main" id="{4CAD99C3-8D98-F5AC-42D4-FC4A533C8EC4}"/>
                </a:ext>
              </a:extLst>
            </p:cNvPr>
            <p:cNvSpPr txBox="1"/>
            <p:nvPr/>
          </p:nvSpPr>
          <p:spPr>
            <a:xfrm>
              <a:off x="1217016" y="5008655"/>
              <a:ext cx="7704856" cy="523220"/>
            </a:xfrm>
            <a:prstGeom prst="rect">
              <a:avLst/>
            </a:prstGeom>
            <a:noFill/>
          </p:spPr>
          <p:txBody>
            <a:bodyPr wrap="square" rtlCol="0">
              <a:spAutoFit/>
            </a:bodyPr>
            <a:lstStyle/>
            <a:p>
              <a:pPr algn="ctr"/>
              <a:r>
                <a:rPr lang="en-US">
                  <a:solidFill>
                    <a:schemeClr val="tx1"/>
                  </a:solidFill>
                </a:rPr>
                <a:t>Jig Dimensions</a:t>
              </a:r>
            </a:p>
          </p:txBody>
        </p:sp>
      </p:grpSp>
      <p:grpSp>
        <p:nvGrpSpPr>
          <p:cNvPr id="2" name="Group 1">
            <a:extLst>
              <a:ext uri="{FF2B5EF4-FFF2-40B4-BE49-F238E27FC236}">
                <a16:creationId xmlns:a16="http://schemas.microsoft.com/office/drawing/2014/main" id="{E6D94301-D2C1-2C14-4E36-80F33906A767}"/>
              </a:ext>
            </a:extLst>
          </p:cNvPr>
          <p:cNvGrpSpPr/>
          <p:nvPr/>
        </p:nvGrpSpPr>
        <p:grpSpPr>
          <a:xfrm>
            <a:off x="-1006023" y="1370253"/>
            <a:ext cx="4968921" cy="4614613"/>
            <a:chOff x="4525937" y="1308739"/>
            <a:chExt cx="4968921" cy="4614613"/>
          </a:xfrm>
        </p:grpSpPr>
        <p:pic>
          <p:nvPicPr>
            <p:cNvPr id="7" name="Picture 6" descr="屋内, キッチン, 座る, テーブル が含まれている画像&#10;&#10;自動的に生成された説明">
              <a:extLst>
                <a:ext uri="{FF2B5EF4-FFF2-40B4-BE49-F238E27FC236}">
                  <a16:creationId xmlns:a16="http://schemas.microsoft.com/office/drawing/2014/main" id="{1B1445E0-B57F-4329-24DC-5C7DF10C4D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59421" y="1308739"/>
              <a:ext cx="2501955" cy="3584306"/>
            </a:xfrm>
            <a:prstGeom prst="rect">
              <a:avLst/>
            </a:prstGeom>
            <a:noFill/>
          </p:spPr>
        </p:pic>
        <p:sp>
          <p:nvSpPr>
            <p:cNvPr id="8" name="TextBox 7">
              <a:extLst>
                <a:ext uri="{FF2B5EF4-FFF2-40B4-BE49-F238E27FC236}">
                  <a16:creationId xmlns:a16="http://schemas.microsoft.com/office/drawing/2014/main" id="{54F04BD1-2576-723B-1244-2C1A94E4C87B}"/>
                </a:ext>
              </a:extLst>
            </p:cNvPr>
            <p:cNvSpPr txBox="1"/>
            <p:nvPr/>
          </p:nvSpPr>
          <p:spPr>
            <a:xfrm>
              <a:off x="4525937" y="4969245"/>
              <a:ext cx="4968921" cy="954107"/>
            </a:xfrm>
            <a:prstGeom prst="rect">
              <a:avLst/>
            </a:prstGeom>
            <a:noFill/>
          </p:spPr>
          <p:txBody>
            <a:bodyPr wrap="square" rtlCol="0">
              <a:spAutoFit/>
            </a:bodyPr>
            <a:lstStyle/>
            <a:p>
              <a:pPr algn="ctr"/>
              <a:r>
                <a:rPr lang="en-US">
                  <a:solidFill>
                    <a:schemeClr val="tx1"/>
                  </a:solidFill>
                  <a:latin typeface="+mj-lt"/>
                  <a:ea typeface="ＭＳ Ｐ明朝" charset="-128"/>
                </a:rPr>
                <a:t>MC430L </a:t>
              </a:r>
            </a:p>
            <a:p>
              <a:pPr algn="ctr"/>
              <a:r>
                <a:rPr lang="en-US">
                  <a:solidFill>
                    <a:schemeClr val="tx1"/>
                  </a:solidFill>
                  <a:latin typeface="+mj-lt"/>
                  <a:ea typeface="ＭＳ Ｐ明朝" charset="-128"/>
                </a:rPr>
                <a:t>Machining center </a:t>
              </a:r>
              <a:endParaRPr lang="en-US">
                <a:solidFill>
                  <a:schemeClr val="tx1"/>
                </a:solidFill>
                <a:latin typeface="+mj-lt"/>
              </a:endParaRPr>
            </a:p>
          </p:txBody>
        </p:sp>
      </p:grpSp>
      <p:grpSp>
        <p:nvGrpSpPr>
          <p:cNvPr id="12" name="Group 11">
            <a:extLst>
              <a:ext uri="{FF2B5EF4-FFF2-40B4-BE49-F238E27FC236}">
                <a16:creationId xmlns:a16="http://schemas.microsoft.com/office/drawing/2014/main" id="{8B3F6084-A652-560F-0B54-BAD3C036F323}"/>
              </a:ext>
            </a:extLst>
          </p:cNvPr>
          <p:cNvGrpSpPr/>
          <p:nvPr/>
        </p:nvGrpSpPr>
        <p:grpSpPr>
          <a:xfrm>
            <a:off x="5138420" y="1370253"/>
            <a:ext cx="5372322" cy="3921517"/>
            <a:chOff x="5550139" y="1542128"/>
            <a:chExt cx="5372322" cy="3921517"/>
          </a:xfrm>
        </p:grpSpPr>
        <p:pic>
          <p:nvPicPr>
            <p:cNvPr id="5" name="Picture 4" descr="A pair of metal objects on a table&#10;&#10;AI-generated content may be incorrect.">
              <a:extLst>
                <a:ext uri="{FF2B5EF4-FFF2-40B4-BE49-F238E27FC236}">
                  <a16:creationId xmlns:a16="http://schemas.microsoft.com/office/drawing/2014/main" id="{B8758786-8EEC-8A78-A6B1-615892392DD1}"/>
                </a:ext>
              </a:extLst>
            </p:cNvPr>
            <p:cNvPicPr>
              <a:picLocks noChangeAspect="1"/>
            </p:cNvPicPr>
            <p:nvPr/>
          </p:nvPicPr>
          <p:blipFill>
            <a:blip r:embed="rId5">
              <a:extLst>
                <a:ext uri="{28A0092B-C50C-407E-A947-70E740481C1C}">
                  <a14:useLocalDpi xmlns:a14="http://schemas.microsoft.com/office/drawing/2010/main" val="0"/>
                </a:ext>
              </a:extLst>
            </a:blip>
            <a:srcRect l="47553" t="31720" r="34865" b="20402"/>
            <a:stretch>
              <a:fillRect/>
            </a:stretch>
          </p:blipFill>
          <p:spPr>
            <a:xfrm>
              <a:off x="7432512" y="1542128"/>
              <a:ext cx="1607576" cy="3283405"/>
            </a:xfrm>
            <a:prstGeom prst="rect">
              <a:avLst/>
            </a:prstGeom>
          </p:spPr>
        </p:pic>
        <p:sp>
          <p:nvSpPr>
            <p:cNvPr id="10" name="TextBox 9">
              <a:extLst>
                <a:ext uri="{FF2B5EF4-FFF2-40B4-BE49-F238E27FC236}">
                  <a16:creationId xmlns:a16="http://schemas.microsoft.com/office/drawing/2014/main" id="{196E406A-A35A-7957-74D5-7BADF725B3CA}"/>
                </a:ext>
              </a:extLst>
            </p:cNvPr>
            <p:cNvSpPr txBox="1"/>
            <p:nvPr/>
          </p:nvSpPr>
          <p:spPr>
            <a:xfrm>
              <a:off x="5550139" y="4940425"/>
              <a:ext cx="5372322" cy="523220"/>
            </a:xfrm>
            <a:prstGeom prst="rect">
              <a:avLst/>
            </a:prstGeom>
            <a:noFill/>
          </p:spPr>
          <p:txBody>
            <a:bodyPr wrap="square" rtlCol="0">
              <a:spAutoFit/>
            </a:bodyPr>
            <a:lstStyle/>
            <a:p>
              <a:pPr algn="ctr"/>
              <a:r>
                <a:rPr lang="en-US">
                  <a:solidFill>
                    <a:schemeClr val="tx1"/>
                  </a:solidFill>
                </a:rPr>
                <a:t>Machining Tool</a:t>
              </a:r>
            </a:p>
          </p:txBody>
        </p:sp>
      </p:grpSp>
    </p:spTree>
    <p:extLst>
      <p:ext uri="{BB962C8B-B14F-4D97-AF65-F5344CB8AC3E}">
        <p14:creationId xmlns:p14="http://schemas.microsoft.com/office/powerpoint/2010/main" val="1783979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EBA5-F900-B0B7-1476-B0092231433F}"/>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47CAE68-F69D-828A-B716-A66C4E3985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D5B0BAD-F174-4F4A-80C8-EDBBD80C7F9B}" type="slidenum">
              <a:rPr lang="en-US" altLang="ja-JP" sz="1400" smtClean="0"/>
              <a:t>10</a:t>
            </a:fld>
            <a:endParaRPr lang="en-US" altLang="ja-JP" sz="1400"/>
          </a:p>
        </p:txBody>
      </p:sp>
      <p:sp>
        <p:nvSpPr>
          <p:cNvPr id="17413" name="タイトル 11">
            <a:extLst>
              <a:ext uri="{FF2B5EF4-FFF2-40B4-BE49-F238E27FC236}">
                <a16:creationId xmlns:a16="http://schemas.microsoft.com/office/drawing/2014/main" id="{86B94E96-A82E-4876-1EC5-3A190AC85C3B}"/>
              </a:ext>
            </a:extLst>
          </p:cNvPr>
          <p:cNvSpPr>
            <a:spLocks noGrp="1"/>
          </p:cNvSpPr>
          <p:nvPr>
            <p:ph type="title" idx="4294967295"/>
          </p:nvPr>
        </p:nvSpPr>
        <p:spPr/>
        <p:txBody>
          <a:bodyPr/>
          <a:lstStyle/>
          <a:p>
            <a:r>
              <a:rPr lang="en-US" altLang="ja-JP" sz="2800" b="1">
                <a:solidFill>
                  <a:schemeClr val="tx1"/>
                </a:solidFill>
              </a:rPr>
              <a:t>Experimental Setup</a:t>
            </a:r>
            <a:endParaRPr lang="ja-JP" altLang="en-US" sz="2000" b="1">
              <a:solidFill>
                <a:schemeClr val="tx1"/>
              </a:solidFill>
            </a:endParaRPr>
          </a:p>
        </p:txBody>
      </p:sp>
      <p:grpSp>
        <p:nvGrpSpPr>
          <p:cNvPr id="3" name="Group 2">
            <a:extLst>
              <a:ext uri="{FF2B5EF4-FFF2-40B4-BE49-F238E27FC236}">
                <a16:creationId xmlns:a16="http://schemas.microsoft.com/office/drawing/2014/main" id="{EC4578DC-F639-BABA-B9BB-05647D5AFACC}"/>
              </a:ext>
            </a:extLst>
          </p:cNvPr>
          <p:cNvGrpSpPr/>
          <p:nvPr/>
        </p:nvGrpSpPr>
        <p:grpSpPr>
          <a:xfrm>
            <a:off x="2114550" y="3507089"/>
            <a:ext cx="4274962" cy="2810773"/>
            <a:chOff x="297038" y="1519624"/>
            <a:chExt cx="4758680" cy="3155596"/>
          </a:xfrm>
        </p:grpSpPr>
        <p:pic>
          <p:nvPicPr>
            <p:cNvPr id="4" name="Picture 3" descr="冷蔵庫, ストーブ が含まれている画像&#10;&#10;自動的に生成された説明">
              <a:extLst>
                <a:ext uri="{FF2B5EF4-FFF2-40B4-BE49-F238E27FC236}">
                  <a16:creationId xmlns:a16="http://schemas.microsoft.com/office/drawing/2014/main" id="{F14ECF94-1DCE-0692-6D98-3C927B2A9A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663DCEF3-9DC3-09F6-54F4-B5D00556A1A4}"/>
                </a:ext>
              </a:extLst>
            </p:cNvPr>
            <p:cNvSpPr txBox="1"/>
            <p:nvPr/>
          </p:nvSpPr>
          <p:spPr>
            <a:xfrm>
              <a:off x="1050468" y="4087812"/>
              <a:ext cx="3251820" cy="587408"/>
            </a:xfrm>
            <a:prstGeom prst="rect">
              <a:avLst/>
            </a:prstGeom>
            <a:noFill/>
          </p:spPr>
          <p:txBody>
            <a:bodyPr wrap="square" rtlCol="0">
              <a:spAutoFit/>
            </a:bodyPr>
            <a:lstStyle/>
            <a:p>
              <a:pPr algn="ctr"/>
              <a:r>
                <a:rPr lang="en-US">
                  <a:solidFill>
                    <a:schemeClr val="tx1"/>
                  </a:solidFill>
                  <a:latin typeface="+mj-lt"/>
                  <a:ea typeface="ＭＳ Ｐ明朝" charset="-128"/>
                </a:rPr>
                <a:t>T-22H Oil Bath </a:t>
              </a:r>
              <a:endParaRPr lang="en-US">
                <a:solidFill>
                  <a:schemeClr val="tx1"/>
                </a:solidFill>
                <a:latin typeface="+mj-lt"/>
              </a:endParaRPr>
            </a:p>
          </p:txBody>
        </p:sp>
      </p:grpSp>
      <p:grpSp>
        <p:nvGrpSpPr>
          <p:cNvPr id="2" name="Group 1">
            <a:extLst>
              <a:ext uri="{FF2B5EF4-FFF2-40B4-BE49-F238E27FC236}">
                <a16:creationId xmlns:a16="http://schemas.microsoft.com/office/drawing/2014/main" id="{B9B69A11-359D-353A-2BC3-F4B0DB46B407}"/>
              </a:ext>
            </a:extLst>
          </p:cNvPr>
          <p:cNvGrpSpPr/>
          <p:nvPr/>
        </p:nvGrpSpPr>
        <p:grpSpPr>
          <a:xfrm>
            <a:off x="5353052" y="753491"/>
            <a:ext cx="3258260" cy="3353018"/>
            <a:chOff x="5384490" y="1519624"/>
            <a:chExt cx="3258260" cy="3353018"/>
          </a:xfrm>
        </p:grpSpPr>
        <p:pic>
          <p:nvPicPr>
            <p:cNvPr id="9" name="Picture 8" descr="A black square object on a white background&#10;&#10;Description automatically generated">
              <a:extLst>
                <a:ext uri="{FF2B5EF4-FFF2-40B4-BE49-F238E27FC236}">
                  <a16:creationId xmlns:a16="http://schemas.microsoft.com/office/drawing/2014/main" id="{75DD731E-ABD4-A96C-8E80-0908E86EC8F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060A88FB-2881-D908-DF5E-8356CE7DA4F1}"/>
                </a:ext>
              </a:extLst>
            </p:cNvPr>
            <p:cNvSpPr txBox="1"/>
            <p:nvPr/>
          </p:nvSpPr>
          <p:spPr>
            <a:xfrm>
              <a:off x="5384490"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CFRTP Test Piece</a:t>
              </a:r>
              <a:endParaRPr lang="en-US">
                <a:solidFill>
                  <a:schemeClr val="tx1"/>
                </a:solidFill>
                <a:latin typeface="+mj-lt"/>
              </a:endParaRPr>
            </a:p>
          </p:txBody>
        </p:sp>
      </p:grpSp>
      <p:pic>
        <p:nvPicPr>
          <p:cNvPr id="15" name="Picture 14" descr="A metal square with screws on a metal surface&#10;&#10;AI-generated content may be incorrect.">
            <a:extLst>
              <a:ext uri="{FF2B5EF4-FFF2-40B4-BE49-F238E27FC236}">
                <a16:creationId xmlns:a16="http://schemas.microsoft.com/office/drawing/2014/main" id="{E46450E2-BB1E-F7E1-C8EC-41DA1C759932}"/>
              </a:ext>
            </a:extLst>
          </p:cNvPr>
          <p:cNvPicPr>
            <a:picLocks noChangeAspect="1"/>
          </p:cNvPicPr>
          <p:nvPr/>
        </p:nvPicPr>
        <p:blipFill>
          <a:blip r:embed="rId5">
            <a:extLst>
              <a:ext uri="{28A0092B-C50C-407E-A947-70E740481C1C}">
                <a14:useLocalDpi xmlns:a14="http://schemas.microsoft.com/office/drawing/2010/main" val="0"/>
              </a:ext>
            </a:extLst>
          </a:blip>
          <a:srcRect l="21962" t="21371" r="23348" b="15521"/>
          <a:stretch>
            <a:fillRect/>
          </a:stretch>
        </p:blipFill>
        <p:spPr>
          <a:xfrm>
            <a:off x="857250" y="821801"/>
            <a:ext cx="3190875" cy="2761488"/>
          </a:xfrm>
          <a:prstGeom prst="rect">
            <a:avLst/>
          </a:prstGeom>
        </p:spPr>
      </p:pic>
      <p:sp>
        <p:nvSpPr>
          <p:cNvPr id="11" name="TextBox 10">
            <a:extLst>
              <a:ext uri="{FF2B5EF4-FFF2-40B4-BE49-F238E27FC236}">
                <a16:creationId xmlns:a16="http://schemas.microsoft.com/office/drawing/2014/main" id="{60069320-B086-F2B9-79FA-131CBD3685E8}"/>
              </a:ext>
            </a:extLst>
          </p:cNvPr>
          <p:cNvSpPr txBox="1"/>
          <p:nvPr/>
        </p:nvSpPr>
        <p:spPr>
          <a:xfrm>
            <a:off x="796305" y="3620677"/>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Jig with Mold</a:t>
            </a:r>
            <a:endParaRPr lang="en-US">
              <a:solidFill>
                <a:schemeClr val="tx1"/>
              </a:solidFill>
              <a:latin typeface="+mj-lt"/>
            </a:endParaRPr>
          </a:p>
        </p:txBody>
      </p:sp>
    </p:spTree>
    <p:extLst>
      <p:ext uri="{BB962C8B-B14F-4D97-AF65-F5344CB8AC3E}">
        <p14:creationId xmlns:p14="http://schemas.microsoft.com/office/powerpoint/2010/main" val="2474978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B0C5-A5E4-09E9-278B-645164B739F9}"/>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5FFD3DD1-0A04-8B6E-E23D-2788342162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C5162A48-0B1F-4C5F-9602-6E5E988C8D01}" type="slidenum">
              <a:rPr lang="en-US" altLang="ja-JP" sz="1400" smtClean="0"/>
              <a:t>11</a:t>
            </a:fld>
            <a:endParaRPr lang="en-US" altLang="ja-JP" sz="1400"/>
          </a:p>
        </p:txBody>
      </p:sp>
      <p:sp>
        <p:nvSpPr>
          <p:cNvPr id="17413" name="タイトル 11">
            <a:extLst>
              <a:ext uri="{FF2B5EF4-FFF2-40B4-BE49-F238E27FC236}">
                <a16:creationId xmlns:a16="http://schemas.microsoft.com/office/drawing/2014/main" id="{BE1F337A-432E-5189-C6A7-693D84664EE0}"/>
              </a:ext>
            </a:extLst>
          </p:cNvPr>
          <p:cNvSpPr>
            <a:spLocks noGrp="1"/>
          </p:cNvSpPr>
          <p:nvPr>
            <p:ph type="title" idx="4294967295"/>
          </p:nvPr>
        </p:nvSpPr>
        <p:spPr/>
        <p:txBody>
          <a:bodyPr/>
          <a:lstStyle/>
          <a:p>
            <a:r>
              <a:rPr lang="en-US" altLang="ja-JP" sz="2800" b="1">
                <a:solidFill>
                  <a:schemeClr val="tx1"/>
                </a:solidFill>
              </a:rPr>
              <a:t>Experimental Results </a:t>
            </a:r>
            <a:r>
              <a:rPr lang="en-US" altLang="ja-JP" sz="2000" b="1">
                <a:solidFill>
                  <a:schemeClr val="tx1"/>
                </a:solidFill>
              </a:rPr>
              <a:t>CFRTP Tests</a:t>
            </a:r>
            <a:endParaRPr lang="ja-JP" altLang="en-US" sz="2000" b="1">
              <a:solidFill>
                <a:schemeClr val="tx1"/>
              </a:solidFill>
            </a:endParaRPr>
          </a:p>
        </p:txBody>
      </p:sp>
      <p:graphicFrame>
        <p:nvGraphicFramePr>
          <p:cNvPr id="8" name="Table 7">
            <a:extLst>
              <a:ext uri="{FF2B5EF4-FFF2-40B4-BE49-F238E27FC236}">
                <a16:creationId xmlns:a16="http://schemas.microsoft.com/office/drawing/2014/main" id="{E723A1C3-E234-F251-5E30-7CF2BF3CD6AC}"/>
              </a:ext>
            </a:extLst>
          </p:cNvPr>
          <p:cNvGraphicFramePr>
            <a:graphicFrameLocks noGrp="1"/>
          </p:cNvGraphicFramePr>
          <p:nvPr>
            <p:extLst>
              <p:ext uri="{D42A27DB-BD31-4B8C-83A1-F6EECF244321}">
                <p14:modId xmlns:p14="http://schemas.microsoft.com/office/powerpoint/2010/main" val="156257719"/>
              </p:ext>
            </p:extLst>
          </p:nvPr>
        </p:nvGraphicFramePr>
        <p:xfrm>
          <a:off x="467545" y="980728"/>
          <a:ext cx="8064895" cy="162120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bl>
          </a:graphicData>
        </a:graphic>
      </p:graphicFrame>
      <p:graphicFrame>
        <p:nvGraphicFramePr>
          <p:cNvPr id="2" name="Table 1">
            <a:extLst>
              <a:ext uri="{FF2B5EF4-FFF2-40B4-BE49-F238E27FC236}">
                <a16:creationId xmlns:a16="http://schemas.microsoft.com/office/drawing/2014/main" id="{8CCDA124-4973-F49E-317F-AA8F6866530C}"/>
              </a:ext>
            </a:extLst>
          </p:cNvPr>
          <p:cNvGraphicFramePr>
            <a:graphicFrameLocks noGrp="1"/>
          </p:cNvGraphicFramePr>
          <p:nvPr>
            <p:extLst>
              <p:ext uri="{D42A27DB-BD31-4B8C-83A1-F6EECF244321}">
                <p14:modId xmlns:p14="http://schemas.microsoft.com/office/powerpoint/2010/main" val="2855741943"/>
              </p:ext>
            </p:extLst>
          </p:nvPr>
        </p:nvGraphicFramePr>
        <p:xfrm>
          <a:off x="467545" y="3068567"/>
          <a:ext cx="8064895" cy="244039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9.96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8.75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90821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bl>
          </a:graphicData>
        </a:graphic>
      </p:graphicFrame>
    </p:spTree>
    <p:extLst>
      <p:ext uri="{BB962C8B-B14F-4D97-AF65-F5344CB8AC3E}">
        <p14:creationId xmlns:p14="http://schemas.microsoft.com/office/powerpoint/2010/main" val="489792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AD3D-C9D3-C1A7-0D58-F070B3029284}"/>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BAF6343F-C968-56A2-375B-F5D7729817AB}"/>
              </a:ext>
            </a:extLst>
          </p:cNvPr>
          <p:cNvGrpSpPr/>
          <p:nvPr/>
        </p:nvGrpSpPr>
        <p:grpSpPr>
          <a:xfrm>
            <a:off x="4448230" y="706522"/>
            <a:ext cx="3936633" cy="2743200"/>
            <a:chOff x="-400267" y="2778984"/>
            <a:chExt cx="4472867" cy="3060868"/>
          </a:xfrm>
        </p:grpSpPr>
        <p:pic>
          <p:nvPicPr>
            <p:cNvPr id="23" name="Picture 22" descr="A close-up of a metal sheet&#10;&#10;AI-generated content may be incorrect.">
              <a:extLst>
                <a:ext uri="{FF2B5EF4-FFF2-40B4-BE49-F238E27FC236}">
                  <a16:creationId xmlns:a16="http://schemas.microsoft.com/office/drawing/2014/main" id="{5100179A-BE78-6891-0975-8CF9642280A3}"/>
                </a:ext>
              </a:extLst>
            </p:cNvPr>
            <p:cNvPicPr>
              <a:picLocks noChangeAspect="1"/>
            </p:cNvPicPr>
            <p:nvPr/>
          </p:nvPicPr>
          <p:blipFill>
            <a:blip r:embed="rId3">
              <a:extLst>
                <a:ext uri="{28A0092B-C50C-407E-A947-70E740481C1C}">
                  <a14:useLocalDpi xmlns:a14="http://schemas.microsoft.com/office/drawing/2010/main" val="0"/>
                </a:ext>
              </a:extLst>
            </a:blip>
            <a:srcRect l="29332" t="16002" r="26083" b="27536"/>
            <a:stretch>
              <a:fillRect/>
            </a:stretch>
          </p:blipFill>
          <p:spPr>
            <a:xfrm>
              <a:off x="849902" y="2778984"/>
              <a:ext cx="3222698" cy="3060868"/>
            </a:xfrm>
            <a:prstGeom prst="rect">
              <a:avLst/>
            </a:prstGeom>
          </p:spPr>
        </p:pic>
        <p:sp>
          <p:nvSpPr>
            <p:cNvPr id="15" name="TextBox 14">
              <a:extLst>
                <a:ext uri="{FF2B5EF4-FFF2-40B4-BE49-F238E27FC236}">
                  <a16:creationId xmlns:a16="http://schemas.microsoft.com/office/drawing/2014/main" id="{D18262C6-9EA3-7982-C097-1E6A6163B6C4}"/>
                </a:ext>
              </a:extLst>
            </p:cNvPr>
            <p:cNvSpPr txBox="1"/>
            <p:nvPr/>
          </p:nvSpPr>
          <p:spPr>
            <a:xfrm>
              <a:off x="-400267" y="5188660"/>
              <a:ext cx="3888433" cy="583810"/>
            </a:xfrm>
            <a:prstGeom prst="rect">
              <a:avLst/>
            </a:prstGeom>
            <a:noFill/>
          </p:spPr>
          <p:txBody>
            <a:bodyPr wrap="square" rtlCol="0">
              <a:spAutoFit/>
            </a:bodyPr>
            <a:lstStyle/>
            <a:p>
              <a:pPr algn="ctr"/>
              <a:r>
                <a:rPr lang="en-US">
                  <a:solidFill>
                    <a:schemeClr val="bg1"/>
                  </a:solidFill>
                </a:rPr>
                <a:t>Test 1</a:t>
              </a:r>
            </a:p>
          </p:txBody>
        </p:sp>
      </p:grpSp>
      <p:grpSp>
        <p:nvGrpSpPr>
          <p:cNvPr id="31" name="Group 30">
            <a:extLst>
              <a:ext uri="{FF2B5EF4-FFF2-40B4-BE49-F238E27FC236}">
                <a16:creationId xmlns:a16="http://schemas.microsoft.com/office/drawing/2014/main" id="{B570A6A2-E0A3-AF20-DEE3-03BEE3B9E5C8}"/>
              </a:ext>
            </a:extLst>
          </p:cNvPr>
          <p:cNvGrpSpPr/>
          <p:nvPr/>
        </p:nvGrpSpPr>
        <p:grpSpPr>
          <a:xfrm>
            <a:off x="5461755" y="3509797"/>
            <a:ext cx="2919419" cy="2666518"/>
            <a:chOff x="5151169" y="2735221"/>
            <a:chExt cx="3037600" cy="2831510"/>
          </a:xfrm>
        </p:grpSpPr>
        <p:pic>
          <p:nvPicPr>
            <p:cNvPr id="29" name="Picture 28" descr="A close-up of a metal object&#10;&#10;AI-generated content may be incorrect.">
              <a:extLst>
                <a:ext uri="{FF2B5EF4-FFF2-40B4-BE49-F238E27FC236}">
                  <a16:creationId xmlns:a16="http://schemas.microsoft.com/office/drawing/2014/main" id="{BCA32D2C-1011-84F2-0140-7A21385FAE4A}"/>
                </a:ext>
              </a:extLst>
            </p:cNvPr>
            <p:cNvPicPr>
              <a:picLocks noChangeAspect="1"/>
            </p:cNvPicPr>
            <p:nvPr/>
          </p:nvPicPr>
          <p:blipFill>
            <a:blip r:embed="rId4">
              <a:extLst>
                <a:ext uri="{28A0092B-C50C-407E-A947-70E740481C1C}">
                  <a14:useLocalDpi xmlns:a14="http://schemas.microsoft.com/office/drawing/2010/main" val="0"/>
                </a:ext>
              </a:extLst>
            </a:blip>
            <a:srcRect l="24607" t="21713" r="31499" b="22700"/>
            <a:stretch>
              <a:fillRect/>
            </a:stretch>
          </p:blipFill>
          <p:spPr>
            <a:xfrm>
              <a:off x="5239380" y="2735221"/>
              <a:ext cx="2949389" cy="2801284"/>
            </a:xfrm>
            <a:prstGeom prst="rect">
              <a:avLst/>
            </a:prstGeom>
          </p:spPr>
        </p:pic>
        <p:sp>
          <p:nvSpPr>
            <p:cNvPr id="18" name="TextBox 17">
              <a:extLst>
                <a:ext uri="{FF2B5EF4-FFF2-40B4-BE49-F238E27FC236}">
                  <a16:creationId xmlns:a16="http://schemas.microsoft.com/office/drawing/2014/main" id="{7CB27481-9425-9D06-4441-C43E706A5B61}"/>
                </a:ext>
              </a:extLst>
            </p:cNvPr>
            <p:cNvSpPr txBox="1"/>
            <p:nvPr/>
          </p:nvSpPr>
          <p:spPr>
            <a:xfrm>
              <a:off x="5151169" y="5011136"/>
              <a:ext cx="1451695" cy="555595"/>
            </a:xfrm>
            <a:prstGeom prst="rect">
              <a:avLst/>
            </a:prstGeom>
            <a:noFill/>
          </p:spPr>
          <p:txBody>
            <a:bodyPr wrap="square" rtlCol="0">
              <a:spAutoFit/>
            </a:bodyPr>
            <a:lstStyle/>
            <a:p>
              <a:pPr algn="ctr"/>
              <a:r>
                <a:rPr lang="en-US">
                  <a:solidFill>
                    <a:schemeClr val="bg1"/>
                  </a:solidFill>
                </a:rPr>
                <a:t>Test 3</a:t>
              </a:r>
            </a:p>
          </p:txBody>
        </p:sp>
      </p:grpSp>
      <p:sp>
        <p:nvSpPr>
          <p:cNvPr id="10244" name="スライド番号プレースホルダ 1">
            <a:extLst>
              <a:ext uri="{FF2B5EF4-FFF2-40B4-BE49-F238E27FC236}">
                <a16:creationId xmlns:a16="http://schemas.microsoft.com/office/drawing/2014/main" id="{0FEF3C9E-5E59-2FFB-9D5D-D3974B9AD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C2D55268-ECE6-4B5B-8649-E30CB0B7488D}" type="slidenum">
              <a:rPr lang="en-US" altLang="ja-JP" sz="1400" smtClean="0"/>
              <a:t>12</a:t>
            </a:fld>
            <a:endParaRPr lang="en-US" altLang="ja-JP" sz="1400"/>
          </a:p>
        </p:txBody>
      </p:sp>
      <p:sp>
        <p:nvSpPr>
          <p:cNvPr id="4" name="タイトル 4">
            <a:extLst>
              <a:ext uri="{FF2B5EF4-FFF2-40B4-BE49-F238E27FC236}">
                <a16:creationId xmlns:a16="http://schemas.microsoft.com/office/drawing/2014/main" id="{30DDBB21-6F51-009B-0FA4-6E70436DA73C}"/>
              </a:ext>
            </a:extLst>
          </p:cNvPr>
          <p:cNvSpPr txBox="1">
            <a:spLocks/>
          </p:cNvSpPr>
          <p:nvPr/>
        </p:nvSpPr>
        <p:spPr bwMode="auto">
          <a:xfrm>
            <a:off x="533400" y="76200"/>
            <a:ext cx="757086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dirty="0">
                <a:solidFill>
                  <a:schemeClr val="tx1"/>
                </a:solidFill>
              </a:rPr>
              <a:t>Discussion</a:t>
            </a:r>
            <a:endParaRPr lang="ja-JP" altLang="en-US" sz="2000" b="1" kern="0" dirty="0">
              <a:solidFill>
                <a:schemeClr val="tx1"/>
              </a:solidFill>
            </a:endParaRPr>
          </a:p>
        </p:txBody>
      </p:sp>
      <p:graphicFrame>
        <p:nvGraphicFramePr>
          <p:cNvPr id="2" name="Table 1">
            <a:extLst>
              <a:ext uri="{FF2B5EF4-FFF2-40B4-BE49-F238E27FC236}">
                <a16:creationId xmlns:a16="http://schemas.microsoft.com/office/drawing/2014/main" id="{931D9D3A-9E5A-B7C6-0608-47674A17A636}"/>
              </a:ext>
            </a:extLst>
          </p:cNvPr>
          <p:cNvGraphicFramePr>
            <a:graphicFrameLocks noGrp="1"/>
          </p:cNvGraphicFramePr>
          <p:nvPr>
            <p:extLst>
              <p:ext uri="{D42A27DB-BD31-4B8C-83A1-F6EECF244321}">
                <p14:modId xmlns:p14="http://schemas.microsoft.com/office/powerpoint/2010/main" val="838621266"/>
              </p:ext>
            </p:extLst>
          </p:nvPr>
        </p:nvGraphicFramePr>
        <p:xfrm>
          <a:off x="84663" y="3496262"/>
          <a:ext cx="4798873" cy="2756734"/>
        </p:xfrm>
        <a:graphic>
          <a:graphicData uri="http://schemas.openxmlformats.org/drawingml/2006/table">
            <a:tbl>
              <a:tblPr firstRow="1" bandRow="1">
                <a:tableStyleId>{21E4AEA4-8DFA-4A89-87EB-49C32662AFE0}</a:tableStyleId>
              </a:tblPr>
              <a:tblGrid>
                <a:gridCol w="3671816">
                  <a:extLst>
                    <a:ext uri="{9D8B030D-6E8A-4147-A177-3AD203B41FA5}">
                      <a16:colId xmlns:a16="http://schemas.microsoft.com/office/drawing/2014/main" val="353819784"/>
                    </a:ext>
                  </a:extLst>
                </a:gridCol>
                <a:gridCol w="1127057">
                  <a:extLst>
                    <a:ext uri="{9D8B030D-6E8A-4147-A177-3AD203B41FA5}">
                      <a16:colId xmlns:a16="http://schemas.microsoft.com/office/drawing/2014/main" val="1016823809"/>
                    </a:ext>
                  </a:extLst>
                </a:gridCol>
              </a:tblGrid>
              <a:tr h="368445">
                <a:tc gridSpan="2">
                  <a:txBody>
                    <a:bodyPr/>
                    <a:lstStyle/>
                    <a:p>
                      <a:pPr algn="ctr"/>
                      <a:r>
                        <a:rPr lang="en-US" sz="2400">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3035122293"/>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rPr>
                        <a:t>Test Number</a:t>
                      </a:r>
                      <a:endParaRPr lang="en-US" sz="2400" b="0">
                        <a:solidFill>
                          <a:schemeClr val="bg1"/>
                        </a:solidFill>
                        <a:latin typeface="+mn-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Feed Rate (mm/min)</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Spindle Speed (RPM)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50315276"/>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Temperature (Degrees C)</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670352968"/>
                  </a:ext>
                </a:extLst>
              </a:tr>
              <a:tr h="470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Forming depth (mm)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976720619"/>
                  </a:ext>
                </a:extLst>
              </a:tr>
            </a:tbl>
          </a:graphicData>
        </a:graphic>
      </p:graphicFrame>
      <p:graphicFrame>
        <p:nvGraphicFramePr>
          <p:cNvPr id="5" name="Table 4">
            <a:extLst>
              <a:ext uri="{FF2B5EF4-FFF2-40B4-BE49-F238E27FC236}">
                <a16:creationId xmlns:a16="http://schemas.microsoft.com/office/drawing/2014/main" id="{2AEB51C0-08BB-8EF3-8CC4-A2C2FDF7827C}"/>
              </a:ext>
            </a:extLst>
          </p:cNvPr>
          <p:cNvGraphicFramePr>
            <a:graphicFrameLocks noGrp="1"/>
          </p:cNvGraphicFramePr>
          <p:nvPr>
            <p:extLst>
              <p:ext uri="{D42A27DB-BD31-4B8C-83A1-F6EECF244321}">
                <p14:modId xmlns:p14="http://schemas.microsoft.com/office/powerpoint/2010/main" val="2681191867"/>
              </p:ext>
            </p:extLst>
          </p:nvPr>
        </p:nvGraphicFramePr>
        <p:xfrm>
          <a:off x="84662" y="662741"/>
          <a:ext cx="4798874" cy="2756734"/>
        </p:xfrm>
        <a:graphic>
          <a:graphicData uri="http://schemas.openxmlformats.org/drawingml/2006/table">
            <a:tbl>
              <a:tblPr firstRow="1" bandRow="1">
                <a:tableStyleId>{21E4AEA4-8DFA-4A89-87EB-49C32662AFE0}</a:tableStyleId>
              </a:tblPr>
              <a:tblGrid>
                <a:gridCol w="3671817">
                  <a:extLst>
                    <a:ext uri="{9D8B030D-6E8A-4147-A177-3AD203B41FA5}">
                      <a16:colId xmlns:a16="http://schemas.microsoft.com/office/drawing/2014/main" val="2096699536"/>
                    </a:ext>
                  </a:extLst>
                </a:gridCol>
                <a:gridCol w="1127057">
                  <a:extLst>
                    <a:ext uri="{9D8B030D-6E8A-4147-A177-3AD203B41FA5}">
                      <a16:colId xmlns:a16="http://schemas.microsoft.com/office/drawing/2014/main" val="3695446986"/>
                    </a:ext>
                  </a:extLst>
                </a:gridCol>
              </a:tblGrid>
              <a:tr h="368445">
                <a:tc gridSpan="2">
                  <a:txBody>
                    <a:bodyPr/>
                    <a:lstStyle/>
                    <a:p>
                      <a:pPr algn="ctr"/>
                      <a:r>
                        <a:rPr kumimoji="1" lang="en-US" sz="2400" b="1" kern="1200">
                          <a:solidFill>
                            <a:schemeClr val="bg1"/>
                          </a:solidFill>
                          <a:latin typeface="+mn-lt"/>
                          <a:ea typeface="+mn-ea"/>
                          <a:cs typeface="+mn-cs"/>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1590599431"/>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rPr>
                        <a:t>Test Number</a:t>
                      </a:r>
                      <a:endParaRPr lang="en-US" sz="2400" b="0">
                        <a:solidFill>
                          <a:schemeClr val="bg1"/>
                        </a:solidFill>
                        <a:latin typeface="+mn-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44325903"/>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Feed Rate (mm/min)</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32761368"/>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Spindle Speed (RPM)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22265115"/>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Temperature (Degrees C)</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685885221"/>
                  </a:ext>
                </a:extLst>
              </a:tr>
              <a:tr h="470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Forming depth (mm)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kern="1200">
                          <a:solidFill>
                            <a:schemeClr val="bg1"/>
                          </a:solidFill>
                          <a:latin typeface="+mn-lt"/>
                          <a:ea typeface="+mn-ea"/>
                          <a:cs typeface="+mn-cs"/>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4261895"/>
                  </a:ext>
                </a:extLst>
              </a:tr>
            </a:tbl>
          </a:graphicData>
        </a:graphic>
      </p:graphicFrame>
    </p:spTree>
    <p:extLst>
      <p:ext uri="{BB962C8B-B14F-4D97-AF65-F5344CB8AC3E}">
        <p14:creationId xmlns:p14="http://schemas.microsoft.com/office/powerpoint/2010/main" val="2281730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6C31-4D66-EF06-8969-EE88F071FF2F}"/>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2FA27F54-5EC0-CFFE-E661-FDD1343B9B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13</a:t>
            </a:fld>
            <a:endParaRPr lang="en-US" altLang="ja-JP" sz="1400"/>
          </a:p>
        </p:txBody>
      </p:sp>
      <p:sp>
        <p:nvSpPr>
          <p:cNvPr id="15368" name="タイトル 11">
            <a:extLst>
              <a:ext uri="{FF2B5EF4-FFF2-40B4-BE49-F238E27FC236}">
                <a16:creationId xmlns:a16="http://schemas.microsoft.com/office/drawing/2014/main" id="{4195B749-EF0F-ECBD-C5F5-2BDF69A7CF42}"/>
              </a:ext>
            </a:extLst>
          </p:cNvPr>
          <p:cNvSpPr>
            <a:spLocks noGrp="1"/>
          </p:cNvSpPr>
          <p:nvPr>
            <p:ph type="title" idx="4294967295"/>
          </p:nvPr>
        </p:nvSpPr>
        <p:spPr/>
        <p:txBody>
          <a:bodyPr/>
          <a:lstStyle/>
          <a:p>
            <a:r>
              <a:rPr lang="en-US" altLang="ja-JP" sz="2800" b="1" dirty="0">
                <a:solidFill>
                  <a:schemeClr val="tx1"/>
                </a:solidFill>
              </a:rPr>
              <a:t>Conclusion</a:t>
            </a:r>
            <a:endParaRPr lang="ja-JP" altLang="en-US" sz="2000" b="1" dirty="0">
              <a:solidFill>
                <a:schemeClr val="tx1"/>
              </a:solidFill>
            </a:endParaRPr>
          </a:p>
        </p:txBody>
      </p:sp>
      <p:graphicFrame>
        <p:nvGraphicFramePr>
          <p:cNvPr id="3" name="Table 2">
            <a:extLst>
              <a:ext uri="{FF2B5EF4-FFF2-40B4-BE49-F238E27FC236}">
                <a16:creationId xmlns:a16="http://schemas.microsoft.com/office/drawing/2014/main" id="{D0FBACDD-B126-4CC4-4F87-BAC2D4C59F9C}"/>
              </a:ext>
            </a:extLst>
          </p:cNvPr>
          <p:cNvGraphicFramePr>
            <a:graphicFrameLocks noGrp="1"/>
          </p:cNvGraphicFramePr>
          <p:nvPr>
            <p:extLst>
              <p:ext uri="{D42A27DB-BD31-4B8C-83A1-F6EECF244321}">
                <p14:modId xmlns:p14="http://schemas.microsoft.com/office/powerpoint/2010/main" val="3190456438"/>
              </p:ext>
            </p:extLst>
          </p:nvPr>
        </p:nvGraphicFramePr>
        <p:xfrm>
          <a:off x="457200" y="1063964"/>
          <a:ext cx="8229600" cy="2011680"/>
        </p:xfrm>
        <a:graphic>
          <a:graphicData uri="http://schemas.openxmlformats.org/drawingml/2006/table">
            <a:tbl>
              <a:tblPr/>
              <a:tblGrid>
                <a:gridCol w="1682262">
                  <a:extLst>
                    <a:ext uri="{9D8B030D-6E8A-4147-A177-3AD203B41FA5}">
                      <a16:colId xmlns:a16="http://schemas.microsoft.com/office/drawing/2014/main" val="3711293986"/>
                    </a:ext>
                  </a:extLst>
                </a:gridCol>
                <a:gridCol w="1375507">
                  <a:extLst>
                    <a:ext uri="{9D8B030D-6E8A-4147-A177-3AD203B41FA5}">
                      <a16:colId xmlns:a16="http://schemas.microsoft.com/office/drawing/2014/main" val="2455403734"/>
                    </a:ext>
                  </a:extLst>
                </a:gridCol>
                <a:gridCol w="1141046">
                  <a:extLst>
                    <a:ext uri="{9D8B030D-6E8A-4147-A177-3AD203B41FA5}">
                      <a16:colId xmlns:a16="http://schemas.microsoft.com/office/drawing/2014/main" val="720631591"/>
                    </a:ext>
                  </a:extLst>
                </a:gridCol>
                <a:gridCol w="1287585">
                  <a:extLst>
                    <a:ext uri="{9D8B030D-6E8A-4147-A177-3AD203B41FA5}">
                      <a16:colId xmlns:a16="http://schemas.microsoft.com/office/drawing/2014/main" val="2010168944"/>
                    </a:ext>
                  </a:extLst>
                </a:gridCol>
                <a:gridCol w="1189892">
                  <a:extLst>
                    <a:ext uri="{9D8B030D-6E8A-4147-A177-3AD203B41FA5}">
                      <a16:colId xmlns:a16="http://schemas.microsoft.com/office/drawing/2014/main" val="4228581664"/>
                    </a:ext>
                  </a:extLst>
                </a:gridCol>
                <a:gridCol w="1553308">
                  <a:extLst>
                    <a:ext uri="{9D8B030D-6E8A-4147-A177-3AD203B41FA5}">
                      <a16:colId xmlns:a16="http://schemas.microsoft.com/office/drawing/2014/main" val="2111814186"/>
                    </a:ext>
                  </a:extLst>
                </a:gridCol>
              </a:tblGrid>
              <a:tr h="0">
                <a:tc>
                  <a:txBody>
                    <a:bodyPr/>
                    <a:lstStyle/>
                    <a:p>
                      <a:pPr algn="ctr">
                        <a:buNone/>
                      </a:pPr>
                      <a:r>
                        <a:rPr lang="en-US" dirty="0">
                          <a:solidFill>
                            <a:schemeClr val="bg1"/>
                          </a:solidFill>
                        </a:rPr>
                        <a:t>Test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dirty="0">
                          <a:solidFill>
                            <a:schemeClr val="bg1"/>
                          </a:solidFill>
                        </a:rPr>
                        <a:t>Temperature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Achieved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dirty="0">
                          <a:solidFill>
                            <a:schemeClr val="bg1"/>
                          </a:solidFill>
                        </a:rPr>
                        <a:t>Deviation from Target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Relative Error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659279938"/>
                  </a:ext>
                </a:extLst>
              </a:tr>
              <a:tr h="0">
                <a:tc>
                  <a:txBody>
                    <a:bodyPr/>
                    <a:lstStyle/>
                    <a:p>
                      <a:pPr>
                        <a:buNone/>
                      </a:pPr>
                      <a:r>
                        <a:rPr lang="en-US">
                          <a:solidFill>
                            <a:schemeClr val="bg1"/>
                          </a:solidFill>
                        </a:rPr>
                        <a:t>With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44483031"/>
                  </a:ext>
                </a:extLst>
              </a:tr>
              <a:tr h="0">
                <a:tc>
                  <a:txBody>
                    <a:bodyPr/>
                    <a:lstStyle/>
                    <a:p>
                      <a:pPr>
                        <a:buNone/>
                      </a:pPr>
                      <a:r>
                        <a:rPr lang="en-US">
                          <a:solidFill>
                            <a:schemeClr val="bg1"/>
                          </a:solidFill>
                        </a:rPr>
                        <a:t>Without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76911705"/>
                  </a:ext>
                </a:extLst>
              </a:tr>
              <a:tr h="0">
                <a:tc>
                  <a:txBody>
                    <a:bodyPr/>
                    <a:lstStyle/>
                    <a:p>
                      <a:pPr>
                        <a:buNone/>
                      </a:pPr>
                      <a:r>
                        <a:rPr lang="en-US" b="1">
                          <a:solidFill>
                            <a:schemeClr val="bg1"/>
                          </a:solidFill>
                        </a:rPr>
                        <a:t>Mean</a:t>
                      </a: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dirty="0">
                          <a:solidFill>
                            <a:schemeClr val="bg1"/>
                          </a:solidFill>
                        </a:rPr>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dirty="0">
                          <a:solidFill>
                            <a:schemeClr val="bg1"/>
                          </a:solidFill>
                        </a:rPr>
                        <a:t>104.04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68982521"/>
                  </a:ext>
                </a:extLst>
              </a:tr>
            </a:tbl>
          </a:graphicData>
        </a:graphic>
      </p:graphicFrame>
      <p:sp>
        <p:nvSpPr>
          <p:cNvPr id="6" name="TextBox 5">
            <a:extLst>
              <a:ext uri="{FF2B5EF4-FFF2-40B4-BE49-F238E27FC236}">
                <a16:creationId xmlns:a16="http://schemas.microsoft.com/office/drawing/2014/main" id="{7C459C9F-DE27-CF37-2C89-55109DEAF6FA}"/>
              </a:ext>
            </a:extLst>
          </p:cNvPr>
          <p:cNvSpPr txBox="1"/>
          <p:nvPr/>
        </p:nvSpPr>
        <p:spPr>
          <a:xfrm>
            <a:off x="457200" y="3166170"/>
            <a:ext cx="7983415" cy="3539430"/>
          </a:xfrm>
          <a:prstGeom prst="rect">
            <a:avLst/>
          </a:prstGeom>
          <a:noFill/>
        </p:spPr>
        <p:txBody>
          <a:bodyPr wrap="square" rtlCol="0">
            <a:spAutoFit/>
          </a:bodyPr>
          <a:lstStyle/>
          <a:p>
            <a:r>
              <a:rPr lang="en-US" dirty="0">
                <a:solidFill>
                  <a:schemeClr val="tx1"/>
                </a:solidFill>
                <a:latin typeface="+mj-lt"/>
              </a:rPr>
              <a:t>Research Goals:</a:t>
            </a:r>
          </a:p>
          <a:p>
            <a:pPr marL="457200" indent="-457200">
              <a:buFont typeface="Arial" panose="020B0604020202020204" pitchFamily="34" charset="0"/>
              <a:buChar char="•"/>
            </a:pPr>
            <a:r>
              <a:rPr lang="en-US" dirty="0">
                <a:solidFill>
                  <a:schemeClr val="tx1"/>
                </a:solidFill>
                <a:latin typeface="+mj-lt"/>
                <a:ea typeface="ＭＳ Ｐ明朝" charset="-128"/>
              </a:rPr>
              <a:t>Error-free toolpaths for complex geometries </a:t>
            </a:r>
          </a:p>
          <a:p>
            <a:pPr marL="457200" indent="-457200">
              <a:buFont typeface="Arial" panose="020B0604020202020204" pitchFamily="34" charset="0"/>
              <a:buChar char="•"/>
            </a:pPr>
            <a:r>
              <a:rPr lang="en-US" dirty="0">
                <a:solidFill>
                  <a:schemeClr val="tx1"/>
                </a:solidFill>
                <a:ea typeface="ＭＳ Ｐ明朝" charset="-128"/>
              </a:rPr>
              <a:t>Reducing generation time for complex geometries</a:t>
            </a:r>
            <a:endParaRPr lang="en-US" dirty="0">
              <a:solidFill>
                <a:schemeClr val="tx1"/>
              </a:solidFill>
              <a:latin typeface="+mj-lt"/>
              <a:ea typeface="ＭＳ Ｐ明朝" charset="-128"/>
            </a:endParaRPr>
          </a:p>
          <a:p>
            <a:pPr marL="457200" indent="-457200">
              <a:buFont typeface="Arial" panose="020B0604020202020204" pitchFamily="34" charset="0"/>
              <a:buChar char="•"/>
            </a:pPr>
            <a:r>
              <a:rPr lang="en-US" dirty="0">
                <a:solidFill>
                  <a:schemeClr val="tx1"/>
                </a:solidFill>
                <a:ea typeface="ＭＳ Ｐ明朝" charset="-128"/>
              </a:rPr>
              <a:t>Streamlining the design-to-manufacturing process</a:t>
            </a:r>
            <a:endParaRPr lang="en-US" dirty="0">
              <a:solidFill>
                <a:schemeClr val="tx1"/>
              </a:solidFill>
            </a:endParaRPr>
          </a:p>
          <a:p>
            <a:pPr marL="457200" indent="-457200">
              <a:buFont typeface="Arial" panose="020B0604020202020204" pitchFamily="34" charset="0"/>
              <a:buChar char="•"/>
            </a:pPr>
            <a:endParaRPr lang="en-US" dirty="0">
              <a:solidFill>
                <a:schemeClr val="tx1"/>
              </a:solidFill>
              <a:latin typeface="+mj-lt"/>
              <a:ea typeface="ＭＳ Ｐ明朝" charset="-128"/>
            </a:endParaRPr>
          </a:p>
        </p:txBody>
      </p:sp>
    </p:spTree>
    <p:extLst>
      <p:ext uri="{BB962C8B-B14F-4D97-AF65-F5344CB8AC3E}">
        <p14:creationId xmlns:p14="http://schemas.microsoft.com/office/powerpoint/2010/main" val="3399768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3EB8-7128-02D1-E79D-246866BCA50F}"/>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3E0140CB-BFF4-BF7C-5DD6-7CCF5CD88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14</a:t>
            </a:fld>
            <a:endParaRPr lang="en-US" altLang="ja-JP" sz="1400"/>
          </a:p>
        </p:txBody>
      </p:sp>
      <p:sp>
        <p:nvSpPr>
          <p:cNvPr id="15368" name="タイトル 11">
            <a:extLst>
              <a:ext uri="{FF2B5EF4-FFF2-40B4-BE49-F238E27FC236}">
                <a16:creationId xmlns:a16="http://schemas.microsoft.com/office/drawing/2014/main" id="{872B57E3-D9D4-57E0-E7D7-5F05C184F8E8}"/>
              </a:ext>
            </a:extLst>
          </p:cNvPr>
          <p:cNvSpPr>
            <a:spLocks noGrp="1"/>
          </p:cNvSpPr>
          <p:nvPr>
            <p:ph type="title" idx="4294967295"/>
          </p:nvPr>
        </p:nvSpPr>
        <p:spPr/>
        <p:txBody>
          <a:bodyPr/>
          <a:lstStyle/>
          <a:p>
            <a:r>
              <a:rPr lang="en-US" altLang="ja-JP" sz="2800" b="1" dirty="0">
                <a:solidFill>
                  <a:schemeClr val="tx1"/>
                </a:solidFill>
              </a:rPr>
              <a:t>Potential Improvements</a:t>
            </a:r>
            <a:endParaRPr lang="ja-JP" altLang="en-US" sz="2800" b="1" dirty="0">
              <a:solidFill>
                <a:schemeClr val="tx1"/>
              </a:solidFill>
            </a:endParaRPr>
          </a:p>
        </p:txBody>
      </p:sp>
      <p:sp>
        <p:nvSpPr>
          <p:cNvPr id="3" name="TextBox 2">
            <a:extLst>
              <a:ext uri="{FF2B5EF4-FFF2-40B4-BE49-F238E27FC236}">
                <a16:creationId xmlns:a16="http://schemas.microsoft.com/office/drawing/2014/main" id="{8AE1F0C9-C8D5-9D6E-65FD-C962657B62FF}"/>
              </a:ext>
            </a:extLst>
          </p:cNvPr>
          <p:cNvSpPr txBox="1"/>
          <p:nvPr/>
        </p:nvSpPr>
        <p:spPr>
          <a:xfrm>
            <a:off x="1979712" y="2305615"/>
            <a:ext cx="5184576" cy="2246769"/>
          </a:xfrm>
          <a:prstGeom prst="rect">
            <a:avLst/>
          </a:prstGeom>
          <a:noFill/>
        </p:spPr>
        <p:txBody>
          <a:bodyPr wrap="square">
            <a:spAutoFit/>
          </a:bodyPr>
          <a:lstStyle/>
          <a:p>
            <a:r>
              <a:rPr lang="en-US">
                <a:solidFill>
                  <a:schemeClr val="tx1"/>
                </a:solidFill>
              </a:rPr>
              <a:t>Potential Improvements:</a:t>
            </a:r>
          </a:p>
          <a:p>
            <a:pPr marL="342900" indent="-342900">
              <a:buFont typeface="Arial" panose="020B0604020202020204" pitchFamily="34" charset="0"/>
              <a:buChar char="•"/>
            </a:pPr>
            <a:r>
              <a:rPr lang="en-US">
                <a:solidFill>
                  <a:schemeClr val="tx1"/>
                </a:solidFill>
              </a:rPr>
              <a:t>CAM System Optimization </a:t>
            </a:r>
          </a:p>
          <a:p>
            <a:pPr marL="342900" indent="-342900">
              <a:buFont typeface="Arial" panose="020B0604020202020204" pitchFamily="34" charset="0"/>
              <a:buChar char="•"/>
            </a:pPr>
            <a:r>
              <a:rPr lang="en-US">
                <a:solidFill>
                  <a:schemeClr val="tx1"/>
                </a:solidFill>
              </a:rPr>
              <a:t>Setup Improvements </a:t>
            </a:r>
          </a:p>
          <a:p>
            <a:pPr marL="342900" indent="-342900">
              <a:buFont typeface="Arial" panose="020B0604020202020204" pitchFamily="34" charset="0"/>
              <a:buChar char="•"/>
            </a:pPr>
            <a:r>
              <a:rPr lang="en-US">
                <a:solidFill>
                  <a:schemeClr val="tx1"/>
                </a:solidFill>
              </a:rPr>
              <a:t>Cycle Time Reduction</a:t>
            </a:r>
          </a:p>
          <a:p>
            <a:pPr marL="342900" indent="-342900">
              <a:buFont typeface="Arial" panose="020B0604020202020204" pitchFamily="34" charset="0"/>
              <a:buChar char="•"/>
            </a:pPr>
            <a:r>
              <a:rPr lang="en-US">
                <a:solidFill>
                  <a:schemeClr val="tx1"/>
                </a:solidFill>
              </a:rPr>
              <a:t>Analysis Enhancements</a:t>
            </a:r>
          </a:p>
        </p:txBody>
      </p:sp>
    </p:spTree>
    <p:extLst>
      <p:ext uri="{BB962C8B-B14F-4D97-AF65-F5344CB8AC3E}">
        <p14:creationId xmlns:p14="http://schemas.microsoft.com/office/powerpoint/2010/main" val="214582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F26E-E100-6669-B873-623EE5543BB6}"/>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7F7ABB5D-6F5C-9396-B52D-A76D418953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15</a:t>
            </a:fld>
            <a:endParaRPr lang="en-US" altLang="ja-JP" sz="1400"/>
          </a:p>
        </p:txBody>
      </p:sp>
      <p:pic>
        <p:nvPicPr>
          <p:cNvPr id="4099" name="Picture 4">
            <a:extLst>
              <a:ext uri="{FF2B5EF4-FFF2-40B4-BE49-F238E27FC236}">
                <a16:creationId xmlns:a16="http://schemas.microsoft.com/office/drawing/2014/main" id="{0408A30D-55CC-9F0F-6073-F28694CA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CB3B7D4-33C2-D6E9-A3A9-78AF9202036D}"/>
              </a:ext>
            </a:extLst>
          </p:cNvPr>
          <p:cNvSpPr txBox="1"/>
          <p:nvPr/>
        </p:nvSpPr>
        <p:spPr>
          <a:xfrm>
            <a:off x="0" y="685800"/>
            <a:ext cx="9144000" cy="5581015"/>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Bagherifard</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Ghelichi</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R., &amp; Guagliano, M., "Shot peening: A review of the process and its applications,"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Journal of Materials Processing Technology</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258, pp. 188–202, 2018.</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2</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Duflou</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J. R.,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Habraken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 M., Cao, J., Malhotra, R., Bambach, M., Adams, D., ... &amp; Merklein, M., "Single point incremental forming: An assessment of the progress and technology trends from 2005 to 2015,"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Journal of Manufacturing Processes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28, no. 3, pp. 373–391, 2018.</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3</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Guttag, J. V.,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Introduction to computation and programming using Python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3rd ed., The MIT Press, 2021.</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[4]</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Tatsuki Ikari, Hidetake Tanaka, Feasibility Study of Single-Point Incremental Forming for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DiscontinuousFiber</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CFRP using oil bath heating International Journal of Automation Technology, Vol. 18, No. 3, 433-443, 2024</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[5]</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Hidetake Tanaka,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Kippei</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Yamada and Tatsuki Ikari, Feasibility Study of Laser-assisted Incremental Forming for CFRTP based on 3D-CAD data, International Journal of Automation Technology, Vol. 17, No. 2, 144-155,2023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6</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Mitsumori, T., "Development of incremental forming techniques for automotive CFRP components," Sophia University Technical Report, 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
        <p:nvSpPr>
          <p:cNvPr id="4" name="タイトル 11">
            <a:extLst>
              <a:ext uri="{FF2B5EF4-FFF2-40B4-BE49-F238E27FC236}">
                <a16:creationId xmlns:a16="http://schemas.microsoft.com/office/drawing/2014/main" id="{EA3B0A20-AB73-AEC0-BE8F-E95DF252C0E6}"/>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Tree>
    <p:extLst>
      <p:ext uri="{BB962C8B-B14F-4D97-AF65-F5344CB8AC3E}">
        <p14:creationId xmlns:p14="http://schemas.microsoft.com/office/powerpoint/2010/main" val="3206680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FBF46-7E12-B12A-89A1-2871630252F5}"/>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034DB4F3-BB65-A025-8972-CCB7C97FD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16</a:t>
            </a:fld>
            <a:endParaRPr lang="en-US" altLang="ja-JP" sz="1400"/>
          </a:p>
        </p:txBody>
      </p:sp>
      <p:pic>
        <p:nvPicPr>
          <p:cNvPr id="4099" name="Picture 4">
            <a:extLst>
              <a:ext uri="{FF2B5EF4-FFF2-40B4-BE49-F238E27FC236}">
                <a16:creationId xmlns:a16="http://schemas.microsoft.com/office/drawing/2014/main" id="{2AF9D7C1-9805-42CE-DA84-12187BD0A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タイトル 11">
            <a:extLst>
              <a:ext uri="{FF2B5EF4-FFF2-40B4-BE49-F238E27FC236}">
                <a16:creationId xmlns:a16="http://schemas.microsoft.com/office/drawing/2014/main" id="{4F2B67A5-2135-8E0F-ECEE-B6E7D38035AA}"/>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
        <p:nvSpPr>
          <p:cNvPr id="6" name="TextBox 5">
            <a:extLst>
              <a:ext uri="{FF2B5EF4-FFF2-40B4-BE49-F238E27FC236}">
                <a16:creationId xmlns:a16="http://schemas.microsoft.com/office/drawing/2014/main" id="{07F6BDED-7BFC-6015-EA67-34FE574A5964}"/>
              </a:ext>
            </a:extLst>
          </p:cNvPr>
          <p:cNvSpPr txBox="1"/>
          <p:nvPr/>
        </p:nvSpPr>
        <p:spPr>
          <a:xfrm>
            <a:off x="0" y="685800"/>
            <a:ext cx="9144000" cy="5632311"/>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7</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Sharma, V., Sharma, V., &amp; Shukla, O. J.,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Principles and practices of CAD/CAM</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Katson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Books, 2014.</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8</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Shovic</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J. C., &amp; Simpson, A.,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Python all-in-one for dummies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Wiley, 2021.</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9</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Smid, P.,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CNC programming techniques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Industrial Press, 2006.</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10</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Tanata</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H., "Carbon-fiber-reinforced-polymer manufacturing techniques," Sophia University Technical Report, 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11</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"Radiolucent Carbon Fiber–Reinforced Pedicle Screws for Treatment of Spinal Tumors: Advantages for Radiation Planning and Follow-Up Imaging,"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4">
                  <a:extLst>
                    <a:ext uri="{A12FA001-AC4F-418D-AE19-62706E023703}">
                      <ahyp:hlinkClr xmlns:ahyp="http://schemas.microsoft.com/office/drawing/2018/hyperlinkcolor" val="tx"/>
                    </a:ext>
                  </a:extLst>
                </a:hlinkClick>
              </a:rPr>
              <a:t>https://www.sciencedirect.com/science/article/abs/pii/S1878875017305971</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12</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"State of the Art in Incremental Forming," PMC.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5">
                  <a:extLst>
                    <a:ext uri="{A12FA001-AC4F-418D-AE19-62706E023703}">
                      <ahyp:hlinkClr xmlns:ahyp="http://schemas.microsoft.com/office/drawing/2018/hyperlinkcolor" val="tx"/>
                    </a:ext>
                  </a:extLst>
                </a:hlinkClick>
              </a:rPr>
              <a:t>https://pmc.ncbi.nlm.nih.gov/articles/PMC11642863/</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13</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"Incremental Forming,"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6">
                  <a:extLst>
                    <a:ext uri="{A12FA001-AC4F-418D-AE19-62706E023703}">
                      <ahyp:hlinkClr xmlns:ahyp="http://schemas.microsoft.com/office/drawing/2018/hyperlinkcolor" val="tx"/>
                    </a:ext>
                  </a:extLst>
                </a:hlinkClick>
              </a:rPr>
              <a:t>https://www.sciencedirect.com/topics/engineering/incremental-forming</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964092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540-224C-240F-3578-841A678D7B20}"/>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6FA38C2D-1277-C7C7-B3D7-92159596B1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17</a:t>
            </a:fld>
            <a:endParaRPr lang="en-US" altLang="ja-JP" sz="1400"/>
          </a:p>
        </p:txBody>
      </p:sp>
      <p:pic>
        <p:nvPicPr>
          <p:cNvPr id="4099" name="Picture 4">
            <a:extLst>
              <a:ext uri="{FF2B5EF4-FFF2-40B4-BE49-F238E27FC236}">
                <a16:creationId xmlns:a16="http://schemas.microsoft.com/office/drawing/2014/main" id="{BE7E538D-EF91-14DD-F730-C06276AD4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タイトル 11">
            <a:extLst>
              <a:ext uri="{FF2B5EF4-FFF2-40B4-BE49-F238E27FC236}">
                <a16:creationId xmlns:a16="http://schemas.microsoft.com/office/drawing/2014/main" id="{992E2D74-36DB-8C0E-568A-864E4065E078}"/>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
        <p:nvSpPr>
          <p:cNvPr id="3" name="TextBox 2">
            <a:extLst>
              <a:ext uri="{FF2B5EF4-FFF2-40B4-BE49-F238E27FC236}">
                <a16:creationId xmlns:a16="http://schemas.microsoft.com/office/drawing/2014/main" id="{590C2EA5-5BB6-07C5-B0A6-705DFF010300}"/>
              </a:ext>
            </a:extLst>
          </p:cNvPr>
          <p:cNvSpPr txBox="1"/>
          <p:nvPr/>
        </p:nvSpPr>
        <p:spPr>
          <a:xfrm>
            <a:off x="0" y="685800"/>
            <a:ext cx="9144000" cy="3272691"/>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14</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"The technology of Incremental Sheet Forming—A brief review of the history,"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https://www.sciencedirect.com/science/article/abs/pii/S0924013610000555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15</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Bachmann, J., Hidalgo, C., &amp;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Bricout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 "Environmental analysis of innovative sustainable composites with potential use in aviation sector—A life cycle assessment review,"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Science China Technological Sciences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60, pp. 1301–1317, 2017.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16</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"Product Page for 61-3235-86," Axel Global.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4">
                  <a:extLst>
                    <a:ext uri="{A12FA001-AC4F-418D-AE19-62706E023703}">
                      <ahyp:hlinkClr xmlns:ahyp="http://schemas.microsoft.com/office/drawing/2018/hyperlinkcolor" val="tx"/>
                    </a:ext>
                  </a:extLst>
                </a:hlinkClick>
              </a:rPr>
              <a:t>https://www.axel-gl.com/en/asone/d/61-3235-86/</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027383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EBC84E-3B15-22A5-2500-61B47D8F454D}"/>
              </a:ext>
            </a:extLst>
          </p:cNvPr>
          <p:cNvSpPr>
            <a:spLocks noGrp="1"/>
          </p:cNvSpPr>
          <p:nvPr>
            <p:ph type="sldNum" sz="quarter" idx="12"/>
          </p:nvPr>
        </p:nvSpPr>
        <p:spPr/>
        <p:txBody>
          <a:bodyPr/>
          <a:lstStyle/>
          <a:p>
            <a:r>
              <a:rPr lang="en-US" altLang="ja-JP"/>
              <a:t>No.</a:t>
            </a:r>
            <a:fld id="{721ED71F-7F3A-4A9C-A5EC-5516A79DC590}" type="slidenum">
              <a:rPr lang="en-US" altLang="ja-JP" smtClean="0"/>
              <a:pPr/>
              <a:t>18</a:t>
            </a:fld>
            <a:endParaRPr lang="en-US" altLang="ja-JP"/>
          </a:p>
        </p:txBody>
      </p:sp>
    </p:spTree>
    <p:extLst>
      <p:ext uri="{BB962C8B-B14F-4D97-AF65-F5344CB8AC3E}">
        <p14:creationId xmlns:p14="http://schemas.microsoft.com/office/powerpoint/2010/main" val="3695274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タイトル 14">
            <a:extLst>
              <a:ext uri="{FF2B5EF4-FFF2-40B4-BE49-F238E27FC236}">
                <a16:creationId xmlns:a16="http://schemas.microsoft.com/office/drawing/2014/main" id="{697738B7-B5FA-92B7-7DD3-9DC14DC18D54}"/>
              </a:ext>
            </a:extLst>
          </p:cNvPr>
          <p:cNvSpPr>
            <a:spLocks noGrp="1"/>
          </p:cNvSpPr>
          <p:nvPr>
            <p:ph type="title" idx="4294967295"/>
          </p:nvPr>
        </p:nvSpPr>
        <p:spPr/>
        <p:txBody>
          <a:bodyPr/>
          <a:lstStyle/>
          <a:p>
            <a:r>
              <a:rPr lang="en-US" altLang="ja-JP" sz="2800" b="1">
                <a:solidFill>
                  <a:schemeClr val="tx1"/>
                </a:solidFill>
              </a:rPr>
              <a:t>Background Information</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0AD39C3C-D467-BDD9-0D52-C2889D88E3C7}"/>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8695B34-3C46-4EDB-BC8A-D48C0EA05113}" type="slidenum">
              <a:rPr lang="en-US" altLang="ja-JP" sz="1400" smtClean="0"/>
              <a:t>19</a:t>
            </a:fld>
            <a:endParaRPr lang="en-US" altLang="ja-JP" sz="1400"/>
          </a:p>
        </p:txBody>
      </p:sp>
      <p:sp>
        <p:nvSpPr>
          <p:cNvPr id="9" name="TextBox 8">
            <a:extLst>
              <a:ext uri="{FF2B5EF4-FFF2-40B4-BE49-F238E27FC236}">
                <a16:creationId xmlns:a16="http://schemas.microsoft.com/office/drawing/2014/main" id="{02777AF6-5F16-A6AC-CE44-B1B0A468AC41}"/>
              </a:ext>
            </a:extLst>
          </p:cNvPr>
          <p:cNvSpPr txBox="1"/>
          <p:nvPr/>
        </p:nvSpPr>
        <p:spPr>
          <a:xfrm>
            <a:off x="533400" y="609600"/>
            <a:ext cx="10077620" cy="1384995"/>
          </a:xfrm>
          <a:prstGeom prst="rect">
            <a:avLst/>
          </a:prstGeom>
          <a:noFill/>
        </p:spPr>
        <p:txBody>
          <a:bodyPr wrap="square" rtlCol="0">
            <a:spAutoFit/>
          </a:bodyPr>
          <a:lstStyle/>
          <a:p>
            <a:r>
              <a:rPr lang="en-US"/>
              <a:t>What is CAD and CAM</a:t>
            </a:r>
          </a:p>
          <a:p>
            <a:pPr marL="457200" indent="-457200">
              <a:buFont typeface="Arial" panose="020B0604020202020204" pitchFamily="34" charset="0"/>
              <a:buChar char="•"/>
            </a:pPr>
            <a:r>
              <a:rPr lang="en-US"/>
              <a:t>CAD (Computer Aided Design)</a:t>
            </a:r>
          </a:p>
          <a:p>
            <a:pPr marL="457200" indent="-457200">
              <a:buFont typeface="Arial" panose="020B0604020202020204" pitchFamily="34" charset="0"/>
              <a:buChar char="•"/>
            </a:pPr>
            <a:r>
              <a:rPr lang="en-US"/>
              <a:t>CAM (Computer Aided Machining)</a:t>
            </a:r>
          </a:p>
        </p:txBody>
      </p:sp>
      <p:sp>
        <p:nvSpPr>
          <p:cNvPr id="15" name="TextBox 14">
            <a:extLst>
              <a:ext uri="{FF2B5EF4-FFF2-40B4-BE49-F238E27FC236}">
                <a16:creationId xmlns:a16="http://schemas.microsoft.com/office/drawing/2014/main" id="{92213F08-713F-4A8B-BCA8-589E90E756F4}"/>
              </a:ext>
            </a:extLst>
          </p:cNvPr>
          <p:cNvSpPr txBox="1"/>
          <p:nvPr/>
        </p:nvSpPr>
        <p:spPr>
          <a:xfrm>
            <a:off x="886338" y="5293496"/>
            <a:ext cx="3672408" cy="523220"/>
          </a:xfrm>
          <a:prstGeom prst="rect">
            <a:avLst/>
          </a:prstGeom>
          <a:noFill/>
        </p:spPr>
        <p:txBody>
          <a:bodyPr wrap="square" rtlCol="0">
            <a:spAutoFit/>
          </a:bodyPr>
          <a:lstStyle/>
          <a:p>
            <a:pPr algn="ctr"/>
            <a:r>
              <a:rPr lang="en-US"/>
              <a:t>CAD</a:t>
            </a:r>
          </a:p>
        </p:txBody>
      </p:sp>
      <p:sp>
        <p:nvSpPr>
          <p:cNvPr id="16" name="TextBox 15">
            <a:extLst>
              <a:ext uri="{FF2B5EF4-FFF2-40B4-BE49-F238E27FC236}">
                <a16:creationId xmlns:a16="http://schemas.microsoft.com/office/drawing/2014/main" id="{6D650C02-243E-DEBA-AB1C-7A24D596566E}"/>
              </a:ext>
            </a:extLst>
          </p:cNvPr>
          <p:cNvSpPr txBox="1"/>
          <p:nvPr/>
        </p:nvSpPr>
        <p:spPr>
          <a:xfrm>
            <a:off x="5449774" y="5306911"/>
            <a:ext cx="3672408" cy="523220"/>
          </a:xfrm>
          <a:prstGeom prst="rect">
            <a:avLst/>
          </a:prstGeom>
          <a:noFill/>
        </p:spPr>
        <p:txBody>
          <a:bodyPr wrap="square" rtlCol="0">
            <a:spAutoFit/>
          </a:bodyPr>
          <a:lstStyle/>
          <a:p>
            <a:pPr algn="ctr"/>
            <a:r>
              <a:rPr lang="en-US"/>
              <a:t>CAM</a:t>
            </a:r>
          </a:p>
        </p:txBody>
      </p:sp>
      <p:pic>
        <p:nvPicPr>
          <p:cNvPr id="4" name="Picture 3" descr="A close up of a logo&#10;&#10;AI-generated content may be incorrect.">
            <a:extLst>
              <a:ext uri="{FF2B5EF4-FFF2-40B4-BE49-F238E27FC236}">
                <a16:creationId xmlns:a16="http://schemas.microsoft.com/office/drawing/2014/main" id="{1C1CA815-F7AB-030A-3F97-0B32F31AC2CD}"/>
              </a:ext>
            </a:extLst>
          </p:cNvPr>
          <p:cNvPicPr>
            <a:picLocks noChangeAspect="1"/>
          </p:cNvPicPr>
          <p:nvPr/>
        </p:nvPicPr>
        <p:blipFill>
          <a:blip r:embed="rId3">
            <a:extLst>
              <a:ext uri="{28A0092B-C50C-407E-A947-70E740481C1C}">
                <a14:useLocalDpi xmlns:a14="http://schemas.microsoft.com/office/drawing/2010/main" val="0"/>
              </a:ext>
            </a:extLst>
          </a:blip>
          <a:srcRect r="4251"/>
          <a:stretch>
            <a:fillRect/>
          </a:stretch>
        </p:blipFill>
        <p:spPr>
          <a:xfrm>
            <a:off x="561088" y="3164677"/>
            <a:ext cx="4322907" cy="1514475"/>
          </a:xfrm>
          <a:prstGeom prst="rect">
            <a:avLst/>
          </a:prstGeom>
        </p:spPr>
      </p:pic>
      <p:pic>
        <p:nvPicPr>
          <p:cNvPr id="6" name="Picture 5" descr="A large machine with buttons and a screen&#10;&#10;AI-generated content may be incorrect.">
            <a:extLst>
              <a:ext uri="{FF2B5EF4-FFF2-40B4-BE49-F238E27FC236}">
                <a16:creationId xmlns:a16="http://schemas.microsoft.com/office/drawing/2014/main" id="{50A99597-7649-DB11-0596-8146579AE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308" y="2656667"/>
            <a:ext cx="3743339" cy="253049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1C67-E5D2-EEF5-B0BF-76F98A8DC380}"/>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B677060C-BE39-E729-22C1-22C2132ED53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E743043-C325-4860-B4D7-407FF6919FEB}" type="slidenum">
              <a:rPr lang="en-US" altLang="ja-JP" sz="1400"/>
              <a:pPr>
                <a:spcBef>
                  <a:spcPct val="0"/>
                </a:spcBef>
                <a:buFontTx/>
                <a:buNone/>
              </a:pPr>
              <a:t>20</a:t>
            </a:fld>
            <a:endParaRPr lang="en-US" altLang="ja-JP" sz="1400"/>
          </a:p>
        </p:txBody>
      </p:sp>
      <p:sp>
        <p:nvSpPr>
          <p:cNvPr id="4" name="タイトル 14">
            <a:extLst>
              <a:ext uri="{FF2B5EF4-FFF2-40B4-BE49-F238E27FC236}">
                <a16:creationId xmlns:a16="http://schemas.microsoft.com/office/drawing/2014/main" id="{0C995479-25EE-CA0C-8634-9A1AE1CF68BE}"/>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altLang="ja-JP" sz="2000" b="1" kern="0">
                <a:solidFill>
                  <a:schemeClr val="tx1"/>
                </a:solidFill>
              </a:rPr>
              <a:t>Additional information</a:t>
            </a:r>
            <a:endParaRPr lang="ja-JP" altLang="en-US" sz="2000" b="1" kern="0">
              <a:solidFill>
                <a:schemeClr val="tx1"/>
              </a:solidFill>
            </a:endParaRPr>
          </a:p>
        </p:txBody>
      </p:sp>
      <p:sp>
        <p:nvSpPr>
          <p:cNvPr id="5" name="TextBox 4">
            <a:extLst>
              <a:ext uri="{FF2B5EF4-FFF2-40B4-BE49-F238E27FC236}">
                <a16:creationId xmlns:a16="http://schemas.microsoft.com/office/drawing/2014/main" id="{4E961818-BD2F-8070-AAFA-AC4DC712D870}"/>
              </a:ext>
            </a:extLst>
          </p:cNvPr>
          <p:cNvSpPr txBox="1"/>
          <p:nvPr/>
        </p:nvSpPr>
        <p:spPr>
          <a:xfrm>
            <a:off x="533400" y="534605"/>
            <a:ext cx="7770889" cy="954107"/>
          </a:xfrm>
          <a:prstGeom prst="rect">
            <a:avLst/>
          </a:prstGeom>
          <a:noFill/>
        </p:spPr>
        <p:txBody>
          <a:bodyPr wrap="square" rtlCol="0">
            <a:spAutoFit/>
          </a:bodyPr>
          <a:lstStyle/>
          <a:p>
            <a:r>
              <a:rPr lang="en-US"/>
              <a:t>Carbon Fiber Reinforced Thermoplastic (CFRTP)</a:t>
            </a:r>
          </a:p>
        </p:txBody>
      </p:sp>
      <p:pic>
        <p:nvPicPr>
          <p:cNvPr id="6" name="Picture 5">
            <a:extLst>
              <a:ext uri="{FF2B5EF4-FFF2-40B4-BE49-F238E27FC236}">
                <a16:creationId xmlns:a16="http://schemas.microsoft.com/office/drawing/2014/main" id="{193B747C-8865-9635-102B-4C7882A41A1C}"/>
              </a:ext>
            </a:extLst>
          </p:cNvPr>
          <p:cNvPicPr>
            <a:picLocks noChangeAspect="1"/>
          </p:cNvPicPr>
          <p:nvPr/>
        </p:nvPicPr>
        <p:blipFill>
          <a:blip r:embed="rId3">
            <a:extLst>
              <a:ext uri="{28A0092B-C50C-407E-A947-70E740481C1C}">
                <a14:useLocalDpi xmlns:a14="http://schemas.microsoft.com/office/drawing/2010/main" val="0"/>
              </a:ext>
            </a:extLst>
          </a:blip>
          <a:srcRect l="2466" r="2466"/>
          <a:stretch>
            <a:fillRect/>
          </a:stretch>
        </p:blipFill>
        <p:spPr>
          <a:xfrm>
            <a:off x="5247872" y="3429000"/>
            <a:ext cx="3525056" cy="2620252"/>
          </a:xfrm>
          <a:prstGeom prst="rect">
            <a:avLst/>
          </a:prstGeom>
        </p:spPr>
      </p:pic>
      <p:pic>
        <p:nvPicPr>
          <p:cNvPr id="8" name="Picture 7">
            <a:extLst>
              <a:ext uri="{FF2B5EF4-FFF2-40B4-BE49-F238E27FC236}">
                <a16:creationId xmlns:a16="http://schemas.microsoft.com/office/drawing/2014/main" id="{C1F614B7-74A3-9308-392D-5E44DF9E4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0220" y="1321573"/>
            <a:ext cx="3525055" cy="1982843"/>
          </a:xfrm>
          <a:prstGeom prst="rect">
            <a:avLst/>
          </a:prstGeom>
        </p:spPr>
      </p:pic>
      <p:pic>
        <p:nvPicPr>
          <p:cNvPr id="12" name="Picture 11">
            <a:extLst>
              <a:ext uri="{FF2B5EF4-FFF2-40B4-BE49-F238E27FC236}">
                <a16:creationId xmlns:a16="http://schemas.microsoft.com/office/drawing/2014/main" id="{7EBAAF02-C605-1CF9-2016-4A09460A9A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566" y="3400400"/>
            <a:ext cx="3529584" cy="2647188"/>
          </a:xfrm>
          <a:prstGeom prst="rect">
            <a:avLst/>
          </a:prstGeom>
        </p:spPr>
      </p:pic>
      <p:sp>
        <p:nvSpPr>
          <p:cNvPr id="3" name="TextBox 2">
            <a:extLst>
              <a:ext uri="{FF2B5EF4-FFF2-40B4-BE49-F238E27FC236}">
                <a16:creationId xmlns:a16="http://schemas.microsoft.com/office/drawing/2014/main" id="{EE3D0ADF-3804-804D-0200-9389B2D5A18C}"/>
              </a:ext>
            </a:extLst>
          </p:cNvPr>
          <p:cNvSpPr txBox="1"/>
          <p:nvPr/>
        </p:nvSpPr>
        <p:spPr>
          <a:xfrm>
            <a:off x="832859" y="2845212"/>
            <a:ext cx="7770889" cy="523220"/>
          </a:xfrm>
          <a:prstGeom prst="rect">
            <a:avLst/>
          </a:prstGeom>
          <a:noFill/>
        </p:spPr>
        <p:txBody>
          <a:bodyPr wrap="square" rtlCol="0">
            <a:spAutoFit/>
          </a:bodyPr>
          <a:lstStyle/>
          <a:p>
            <a:pPr algn="ctr"/>
            <a:r>
              <a:rPr lang="en-US"/>
              <a:t>Lamborghini Aventador CFTP parts</a:t>
            </a:r>
          </a:p>
        </p:txBody>
      </p:sp>
    </p:spTree>
    <p:extLst>
      <p:ext uri="{BB962C8B-B14F-4D97-AF65-F5344CB8AC3E}">
        <p14:creationId xmlns:p14="http://schemas.microsoft.com/office/powerpoint/2010/main" val="949119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6277C-4410-CE80-AA33-D97379C3A791}"/>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1A272C1C-E047-EE46-1E53-C6AA4A2A8CC4}"/>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74899461-A80B-40EA-98A7-EC472553AB2B}" type="slidenum">
              <a:rPr lang="en-US" altLang="ja-JP" sz="1400" smtClean="0"/>
              <a:t>21</a:t>
            </a:fld>
            <a:endParaRPr lang="en-US" altLang="ja-JP" sz="1400"/>
          </a:p>
        </p:txBody>
      </p:sp>
      <p:grpSp>
        <p:nvGrpSpPr>
          <p:cNvPr id="7" name="Group 6">
            <a:extLst>
              <a:ext uri="{FF2B5EF4-FFF2-40B4-BE49-F238E27FC236}">
                <a16:creationId xmlns:a16="http://schemas.microsoft.com/office/drawing/2014/main" id="{1BDFC1AA-D873-2A1E-D142-65DB876FD762}"/>
              </a:ext>
            </a:extLst>
          </p:cNvPr>
          <p:cNvGrpSpPr/>
          <p:nvPr/>
        </p:nvGrpSpPr>
        <p:grpSpPr>
          <a:xfrm>
            <a:off x="63158" y="900917"/>
            <a:ext cx="3744416" cy="2609933"/>
            <a:chOff x="-1903297" y="-1244762"/>
            <a:chExt cx="6268277" cy="4811507"/>
          </a:xfrm>
        </p:grpSpPr>
        <p:sp>
          <p:nvSpPr>
            <p:cNvPr id="8" name="TextBox 7">
              <a:extLst>
                <a:ext uri="{FF2B5EF4-FFF2-40B4-BE49-F238E27FC236}">
                  <a16:creationId xmlns:a16="http://schemas.microsoft.com/office/drawing/2014/main" id="{F9F2D9BA-5082-5C1F-64BC-EF7A7C306D61}"/>
                </a:ext>
              </a:extLst>
            </p:cNvPr>
            <p:cNvSpPr txBox="1"/>
            <p:nvPr/>
          </p:nvSpPr>
          <p:spPr>
            <a:xfrm>
              <a:off x="267116" y="2602170"/>
              <a:ext cx="1853816" cy="964575"/>
            </a:xfrm>
            <a:prstGeom prst="rect">
              <a:avLst/>
            </a:prstGeom>
            <a:noFill/>
          </p:spPr>
          <p:txBody>
            <a:bodyPr wrap="square" rtlCol="0">
              <a:spAutoFit/>
            </a:bodyPr>
            <a:lstStyle/>
            <a:p>
              <a:pPr algn="ctr"/>
              <a:r>
                <a:rPr lang="en-US">
                  <a:solidFill>
                    <a:schemeClr val="tx1"/>
                  </a:solidFill>
                </a:rPr>
                <a:t>CAD</a:t>
              </a:r>
            </a:p>
          </p:txBody>
        </p:sp>
        <p:pic>
          <p:nvPicPr>
            <p:cNvPr id="3" name="Picture 2" descr="A computer screen shot of a grey object&#10;&#10;AI-generated content may be incorrect.">
              <a:extLst>
                <a:ext uri="{FF2B5EF4-FFF2-40B4-BE49-F238E27FC236}">
                  <a16:creationId xmlns:a16="http://schemas.microsoft.com/office/drawing/2014/main" id="{3DC6D264-7C9F-1F68-00C7-1E264E631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297" y="-1244762"/>
              <a:ext cx="6268277" cy="3811536"/>
            </a:xfrm>
            <a:prstGeom prst="rect">
              <a:avLst/>
            </a:prstGeom>
          </p:spPr>
        </p:pic>
      </p:grpSp>
      <p:grpSp>
        <p:nvGrpSpPr>
          <p:cNvPr id="19" name="Group 18">
            <a:extLst>
              <a:ext uri="{FF2B5EF4-FFF2-40B4-BE49-F238E27FC236}">
                <a16:creationId xmlns:a16="http://schemas.microsoft.com/office/drawing/2014/main" id="{2C005B49-70FF-A2E0-EFBB-2116055C537C}"/>
              </a:ext>
            </a:extLst>
          </p:cNvPr>
          <p:cNvGrpSpPr/>
          <p:nvPr/>
        </p:nvGrpSpPr>
        <p:grpSpPr>
          <a:xfrm>
            <a:off x="5629774" y="900917"/>
            <a:ext cx="3465580" cy="2541700"/>
            <a:chOff x="5758554" y="3667417"/>
            <a:chExt cx="3465580" cy="2541700"/>
          </a:xfrm>
        </p:grpSpPr>
        <p:sp>
          <p:nvSpPr>
            <p:cNvPr id="14" name="TextBox 13">
              <a:extLst>
                <a:ext uri="{FF2B5EF4-FFF2-40B4-BE49-F238E27FC236}">
                  <a16:creationId xmlns:a16="http://schemas.microsoft.com/office/drawing/2014/main" id="{A4DE1280-DD0E-7DDD-2726-CA9888C4159B}"/>
                </a:ext>
              </a:extLst>
            </p:cNvPr>
            <p:cNvSpPr txBox="1"/>
            <p:nvPr/>
          </p:nvSpPr>
          <p:spPr>
            <a:xfrm>
              <a:off x="6564436" y="5685897"/>
              <a:ext cx="1853816" cy="523220"/>
            </a:xfrm>
            <a:prstGeom prst="rect">
              <a:avLst/>
            </a:prstGeom>
            <a:noFill/>
          </p:spPr>
          <p:txBody>
            <a:bodyPr wrap="square" rtlCol="0">
              <a:spAutoFit/>
            </a:bodyPr>
            <a:lstStyle/>
            <a:p>
              <a:pPr algn="ctr"/>
              <a:r>
                <a:rPr lang="en-US">
                  <a:solidFill>
                    <a:schemeClr val="tx1"/>
                  </a:solidFill>
                </a:rPr>
                <a:t>Forming</a:t>
              </a:r>
            </a:p>
          </p:txBody>
        </p:sp>
        <p:pic>
          <p:nvPicPr>
            <p:cNvPr id="11" name="Picture 10" descr="Close-up of a machine with a square piece of metal&#10;&#10;AI-generated content may be incorrect.">
              <a:extLst>
                <a:ext uri="{FF2B5EF4-FFF2-40B4-BE49-F238E27FC236}">
                  <a16:creationId xmlns:a16="http://schemas.microsoft.com/office/drawing/2014/main" id="{2566C5F5-F8D3-3480-C297-E53062F8506F}"/>
                </a:ext>
              </a:extLst>
            </p:cNvPr>
            <p:cNvPicPr>
              <a:picLocks noChangeAspect="1"/>
            </p:cNvPicPr>
            <p:nvPr/>
          </p:nvPicPr>
          <p:blipFill>
            <a:blip r:embed="rId4">
              <a:extLst>
                <a:ext uri="{28A0092B-C50C-407E-A947-70E740481C1C}">
                  <a14:useLocalDpi xmlns:a14="http://schemas.microsoft.com/office/drawing/2010/main" val="0"/>
                </a:ext>
              </a:extLst>
            </a:blip>
            <a:srcRect l="1252" t="3594" r="-1936" b="17959"/>
            <a:stretch>
              <a:fillRect/>
            </a:stretch>
          </p:blipFill>
          <p:spPr>
            <a:xfrm>
              <a:off x="5758554" y="3667417"/>
              <a:ext cx="3465580" cy="2025175"/>
            </a:xfrm>
            <a:prstGeom prst="rect">
              <a:avLst/>
            </a:prstGeom>
          </p:spPr>
        </p:pic>
      </p:grpSp>
      <p:grpSp>
        <p:nvGrpSpPr>
          <p:cNvPr id="18" name="Group 17">
            <a:extLst>
              <a:ext uri="{FF2B5EF4-FFF2-40B4-BE49-F238E27FC236}">
                <a16:creationId xmlns:a16="http://schemas.microsoft.com/office/drawing/2014/main" id="{419B488B-38EE-9749-74F2-4978376D49B0}"/>
              </a:ext>
            </a:extLst>
          </p:cNvPr>
          <p:cNvGrpSpPr/>
          <p:nvPr/>
        </p:nvGrpSpPr>
        <p:grpSpPr>
          <a:xfrm>
            <a:off x="3095836" y="3540318"/>
            <a:ext cx="2952328" cy="2742547"/>
            <a:chOff x="2778112" y="3428980"/>
            <a:chExt cx="2952328" cy="2742547"/>
          </a:xfrm>
        </p:grpSpPr>
        <p:sp>
          <p:nvSpPr>
            <p:cNvPr id="12" name="TextBox 11">
              <a:extLst>
                <a:ext uri="{FF2B5EF4-FFF2-40B4-BE49-F238E27FC236}">
                  <a16:creationId xmlns:a16="http://schemas.microsoft.com/office/drawing/2014/main" id="{3F5ED070-EB2F-A963-6A7E-B5AB9037DF70}"/>
                </a:ext>
              </a:extLst>
            </p:cNvPr>
            <p:cNvSpPr txBox="1"/>
            <p:nvPr/>
          </p:nvSpPr>
          <p:spPr>
            <a:xfrm>
              <a:off x="3327368" y="5648307"/>
              <a:ext cx="1853816" cy="523220"/>
            </a:xfrm>
            <a:prstGeom prst="rect">
              <a:avLst/>
            </a:prstGeom>
            <a:noFill/>
          </p:spPr>
          <p:txBody>
            <a:bodyPr wrap="square" rtlCol="0">
              <a:spAutoFit/>
            </a:bodyPr>
            <a:lstStyle/>
            <a:p>
              <a:pPr algn="ctr"/>
              <a:r>
                <a:rPr lang="en-US">
                  <a:solidFill>
                    <a:schemeClr val="tx1"/>
                  </a:solidFill>
                </a:rPr>
                <a:t>Tool Path</a:t>
              </a:r>
            </a:p>
          </p:txBody>
        </p:sp>
        <p:pic>
          <p:nvPicPr>
            <p:cNvPr id="17" name="Picture 16" descr="A blue square with a square in the middle&#10;&#10;AI-generated content may be incorrect.">
              <a:extLst>
                <a:ext uri="{FF2B5EF4-FFF2-40B4-BE49-F238E27FC236}">
                  <a16:creationId xmlns:a16="http://schemas.microsoft.com/office/drawing/2014/main" id="{F294BB17-05FD-7339-76A7-2820DD5A3D99}"/>
                </a:ext>
              </a:extLst>
            </p:cNvPr>
            <p:cNvPicPr>
              <a:picLocks noChangeAspect="1"/>
            </p:cNvPicPr>
            <p:nvPr/>
          </p:nvPicPr>
          <p:blipFill>
            <a:blip r:embed="rId5">
              <a:extLst>
                <a:ext uri="{28A0092B-C50C-407E-A947-70E740481C1C}">
                  <a14:useLocalDpi xmlns:a14="http://schemas.microsoft.com/office/drawing/2010/main" val="0"/>
                </a:ext>
              </a:extLst>
            </a:blip>
            <a:srcRect l="9506" t="5215" r="9295"/>
            <a:stretch>
              <a:fillRect/>
            </a:stretch>
          </p:blipFill>
          <p:spPr>
            <a:xfrm flipH="1">
              <a:off x="2778112" y="3428980"/>
              <a:ext cx="2952328" cy="2265348"/>
            </a:xfrm>
            <a:prstGeom prst="rect">
              <a:avLst/>
            </a:prstGeom>
          </p:spPr>
        </p:pic>
      </p:grpSp>
      <p:sp>
        <p:nvSpPr>
          <p:cNvPr id="6" name="タイトル 14">
            <a:extLst>
              <a:ext uri="{FF2B5EF4-FFF2-40B4-BE49-F238E27FC236}">
                <a16:creationId xmlns:a16="http://schemas.microsoft.com/office/drawing/2014/main" id="{8533E1A9-BDA9-2619-9BB2-8DB74164AD8F}"/>
              </a:ext>
            </a:extLst>
          </p:cNvPr>
          <p:cNvSpPr txBox="1">
            <a:spLocks/>
          </p:cNvSpPr>
          <p:nvPr/>
        </p:nvSpPr>
        <p:spPr bwMode="auto">
          <a:xfrm>
            <a:off x="467544" y="24893"/>
            <a:ext cx="770485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sz="2000">
                <a:solidFill>
                  <a:schemeClr val="tx1"/>
                </a:solidFill>
              </a:rPr>
              <a:t>Incremental Forming</a:t>
            </a:r>
          </a:p>
        </p:txBody>
      </p:sp>
      <p:sp>
        <p:nvSpPr>
          <p:cNvPr id="4" name="Arrow: Down 3">
            <a:extLst>
              <a:ext uri="{FF2B5EF4-FFF2-40B4-BE49-F238E27FC236}">
                <a16:creationId xmlns:a16="http://schemas.microsoft.com/office/drawing/2014/main" id="{A7B3CB9B-E0F0-B70B-60DA-991C10967901}"/>
              </a:ext>
            </a:extLst>
          </p:cNvPr>
          <p:cNvSpPr/>
          <p:nvPr/>
        </p:nvSpPr>
        <p:spPr bwMode="auto">
          <a:xfrm rot="19820980" flipH="1">
            <a:off x="2322134" y="3550407"/>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5" name="Arrow: Down 4">
            <a:extLst>
              <a:ext uri="{FF2B5EF4-FFF2-40B4-BE49-F238E27FC236}">
                <a16:creationId xmlns:a16="http://schemas.microsoft.com/office/drawing/2014/main" id="{EEE2021E-FC79-CBB6-1F9A-67F3A0E2FDA2}"/>
              </a:ext>
            </a:extLst>
          </p:cNvPr>
          <p:cNvSpPr/>
          <p:nvPr/>
        </p:nvSpPr>
        <p:spPr bwMode="auto">
          <a:xfrm rot="12943375" flipH="1">
            <a:off x="6786007" y="340485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977265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2162288-F155-9918-6113-4FE702655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D5B0BAD-F174-4F4A-80C8-EDBBD80C7F9B}" type="slidenum">
              <a:rPr lang="en-US" altLang="ja-JP" sz="1400" smtClean="0"/>
              <a:t>22</a:t>
            </a:fld>
            <a:endParaRPr lang="en-US" altLang="ja-JP" sz="1400"/>
          </a:p>
        </p:txBody>
      </p:sp>
      <p:sp>
        <p:nvSpPr>
          <p:cNvPr id="17413" name="タイトル 11">
            <a:extLst>
              <a:ext uri="{FF2B5EF4-FFF2-40B4-BE49-F238E27FC236}">
                <a16:creationId xmlns:a16="http://schemas.microsoft.com/office/drawing/2014/main" id="{E7EBC353-59F1-F4B9-4C7C-82782E259F77}"/>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000" b="1">
              <a:solidFill>
                <a:schemeClr val="tx1"/>
              </a:solidFill>
            </a:endParaRPr>
          </a:p>
        </p:txBody>
      </p:sp>
      <p:pic>
        <p:nvPicPr>
          <p:cNvPr id="4" name="Picture 3" descr="冷蔵庫, ストーブ が含まれている画像&#10;&#10;自動的に生成された説明">
            <a:extLst>
              <a:ext uri="{FF2B5EF4-FFF2-40B4-BE49-F238E27FC236}">
                <a16:creationId xmlns:a16="http://schemas.microsoft.com/office/drawing/2014/main" id="{0FC75BDB-BBB8-8D9F-129F-966987D62E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1721B9FC-958E-F140-031F-9866DC390BF3}"/>
              </a:ext>
            </a:extLst>
          </p:cNvPr>
          <p:cNvSpPr txBox="1"/>
          <p:nvPr/>
        </p:nvSpPr>
        <p:spPr>
          <a:xfrm>
            <a:off x="1050468"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T -22H Oil Bath </a:t>
            </a:r>
            <a:endParaRPr lang="en-US">
              <a:solidFill>
                <a:schemeClr val="tx1"/>
              </a:solidFill>
              <a:latin typeface="+mj-lt"/>
            </a:endParaRPr>
          </a:p>
        </p:txBody>
      </p:sp>
      <p:pic>
        <p:nvPicPr>
          <p:cNvPr id="9" name="Picture 8" descr="A black square object on a white background&#10;&#10;Description automatically generated">
            <a:extLst>
              <a:ext uri="{FF2B5EF4-FFF2-40B4-BE49-F238E27FC236}">
                <a16:creationId xmlns:a16="http://schemas.microsoft.com/office/drawing/2014/main" id="{8692F369-5F32-8F41-B0CA-D46665C527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ABE1C726-CAC4-EC2B-BEEE-A364F8A41BBC}"/>
              </a:ext>
            </a:extLst>
          </p:cNvPr>
          <p:cNvSpPr txBox="1"/>
          <p:nvPr/>
        </p:nvSpPr>
        <p:spPr>
          <a:xfrm>
            <a:off x="5384490"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CFRTP Test Piece</a:t>
            </a:r>
            <a:endParaRPr lang="en-US">
              <a:solidFill>
                <a:schemeClr val="tx1"/>
              </a:solidFill>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54910A90-6E38-5A16-382C-703A5770C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23</a:t>
            </a:fld>
            <a:endParaRPr lang="en-US" altLang="ja-JP" sz="1400"/>
          </a:p>
        </p:txBody>
      </p:sp>
      <p:sp>
        <p:nvSpPr>
          <p:cNvPr id="12297" name="タイトル 12">
            <a:extLst>
              <a:ext uri="{FF2B5EF4-FFF2-40B4-BE49-F238E27FC236}">
                <a16:creationId xmlns:a16="http://schemas.microsoft.com/office/drawing/2014/main" id="{82570938-AC8A-88F3-FC75-AF81A3D3A700}"/>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pic>
        <p:nvPicPr>
          <p:cNvPr id="8" name="Picture 7">
            <a:extLst>
              <a:ext uri="{FF2B5EF4-FFF2-40B4-BE49-F238E27FC236}">
                <a16:creationId xmlns:a16="http://schemas.microsoft.com/office/drawing/2014/main" id="{4FBD2BE1-DCEF-70CD-A6C9-A0E6D8F43FFD}"/>
              </a:ext>
            </a:extLst>
          </p:cNvPr>
          <p:cNvPicPr>
            <a:picLocks noChangeAspect="1"/>
          </p:cNvPicPr>
          <p:nvPr/>
        </p:nvPicPr>
        <p:blipFill>
          <a:blip r:embed="rId3"/>
          <a:stretch>
            <a:fillRect/>
          </a:stretch>
        </p:blipFill>
        <p:spPr>
          <a:xfrm>
            <a:off x="624176" y="4439487"/>
            <a:ext cx="2720234" cy="1642718"/>
          </a:xfrm>
          <a:prstGeom prst="rect">
            <a:avLst/>
          </a:prstGeom>
        </p:spPr>
      </p:pic>
      <p:graphicFrame>
        <p:nvGraphicFramePr>
          <p:cNvPr id="10" name="Table 9">
            <a:extLst>
              <a:ext uri="{FF2B5EF4-FFF2-40B4-BE49-F238E27FC236}">
                <a16:creationId xmlns:a16="http://schemas.microsoft.com/office/drawing/2014/main" id="{123FB5E5-2BAC-640B-B4F8-964896B25106}"/>
              </a:ext>
            </a:extLst>
          </p:cNvPr>
          <p:cNvGraphicFramePr>
            <a:graphicFrameLocks noGrp="1"/>
          </p:cNvGraphicFramePr>
          <p:nvPr>
            <p:extLst>
              <p:ext uri="{D42A27DB-BD31-4B8C-83A1-F6EECF244321}">
                <p14:modId xmlns:p14="http://schemas.microsoft.com/office/powerpoint/2010/main" val="4263933647"/>
              </p:ext>
            </p:extLst>
          </p:nvPr>
        </p:nvGraphicFramePr>
        <p:xfrm>
          <a:off x="533400" y="1412776"/>
          <a:ext cx="2775250" cy="2926080"/>
        </p:xfrm>
        <a:graphic>
          <a:graphicData uri="http://schemas.openxmlformats.org/drawingml/2006/table">
            <a:tbl>
              <a:tblPr firstRow="1" bandRow="1">
                <a:tableStyleId>{21E4AEA4-8DFA-4A89-87EB-49C32662AFE0}</a:tableStyleId>
              </a:tblPr>
              <a:tblGrid>
                <a:gridCol w="1387625">
                  <a:extLst>
                    <a:ext uri="{9D8B030D-6E8A-4147-A177-3AD203B41FA5}">
                      <a16:colId xmlns:a16="http://schemas.microsoft.com/office/drawing/2014/main" val="823402866"/>
                    </a:ext>
                  </a:extLst>
                </a:gridCol>
                <a:gridCol w="1387625">
                  <a:extLst>
                    <a:ext uri="{9D8B030D-6E8A-4147-A177-3AD203B41FA5}">
                      <a16:colId xmlns:a16="http://schemas.microsoft.com/office/drawing/2014/main" val="1879517456"/>
                    </a:ext>
                  </a:extLst>
                </a:gridCol>
              </a:tblGrid>
              <a:tr h="0">
                <a:tc gridSpan="2">
                  <a:txBody>
                    <a:bodyPr/>
                    <a:lstStyle/>
                    <a:p>
                      <a:r>
                        <a:rPr lang="en-US">
                          <a:solidFill>
                            <a:schemeClr val="tx1"/>
                          </a:solidFill>
                        </a:rPr>
                        <a:t>Mega Micro type S Chuck</a:t>
                      </a:r>
                    </a:p>
                  </a:txBody>
                  <a:tcPr>
                    <a:solidFill>
                      <a:schemeClr val="accent6">
                        <a:lumMod val="60000"/>
                        <a:lumOff val="40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err="1">
                          <a:solidFill>
                            <a:schemeClr val="tx1"/>
                          </a:solidFill>
                          <a:effectLst/>
                        </a:rPr>
                        <a:t>Ød</a:t>
                      </a:r>
                      <a:r>
                        <a:rPr kumimoji="1" lang="en-US" sz="1800" b="1" kern="1200">
                          <a:solidFill>
                            <a:schemeClr val="tx1"/>
                          </a:solidFill>
                          <a:effectLst/>
                        </a:rPr>
                        <a:t> :</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a:solidFill>
                            <a:schemeClr val="tx1"/>
                          </a:solidFill>
                          <a:effectLst/>
                        </a:rPr>
                        <a:t>0.45 - 6.05</a:t>
                      </a:r>
                      <a:endParaRPr lang="en-US">
                        <a:solidFill>
                          <a:schemeClr val="tx1"/>
                        </a:solidFill>
                      </a:endParaRPr>
                    </a:p>
                  </a:txBody>
                  <a:tcPr/>
                </a:tc>
                <a:extLst>
                  <a:ext uri="{0D108BD9-81ED-4DB2-BD59-A6C34878D82A}">
                    <a16:rowId xmlns:a16="http://schemas.microsoft.com/office/drawing/2014/main" val="346323941"/>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tx1"/>
                          </a:solidFill>
                          <a:effectLst/>
                        </a:rPr>
                        <a:t>ØD:</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a:solidFill>
                            <a:schemeClr val="tx1"/>
                          </a:solidFill>
                          <a:effectLst/>
                        </a:rPr>
                        <a:t>14 mm</a:t>
                      </a:r>
                      <a:endParaRPr lang="en-US">
                        <a:solidFill>
                          <a:schemeClr val="tx1"/>
                        </a:solidFill>
                      </a:endParaRPr>
                    </a:p>
                  </a:txBody>
                  <a:tcPr/>
                </a:tc>
                <a:extLst>
                  <a:ext uri="{0D108BD9-81ED-4DB2-BD59-A6C34878D82A}">
                    <a16:rowId xmlns:a16="http://schemas.microsoft.com/office/drawing/2014/main" val="365080573"/>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tx1"/>
                          </a:solidFill>
                          <a:effectLst/>
                        </a:rPr>
                        <a:t>L:</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45</a:t>
                      </a:r>
                    </a:p>
                  </a:txBody>
                  <a:tcPr/>
                </a:tc>
                <a:extLst>
                  <a:ext uri="{0D108BD9-81ED-4DB2-BD59-A6C34878D82A}">
                    <a16:rowId xmlns:a16="http://schemas.microsoft.com/office/drawing/2014/main" val="1204545980"/>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32</a:t>
                      </a:r>
                    </a:p>
                  </a:txBody>
                  <a:tcPr/>
                </a:tc>
                <a:extLst>
                  <a:ext uri="{0D108BD9-81ED-4DB2-BD59-A6C34878D82A}">
                    <a16:rowId xmlns:a16="http://schemas.microsoft.com/office/drawing/2014/main" val="885898774"/>
                  </a:ext>
                </a:extLst>
              </a:tr>
              <a:tr h="276155">
                <a:tc>
                  <a:txBody>
                    <a:bodyPr/>
                    <a:lstStyle/>
                    <a:p>
                      <a:r>
                        <a:rPr lang="en-US">
                          <a:solidFill>
                            <a:schemeClr val="tx1"/>
                          </a:solidFill>
                        </a:rPr>
                        <a:t>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a:t>
                      </a:r>
                    </a:p>
                  </a:txBody>
                  <a:tcPr/>
                </a:tc>
                <a:extLst>
                  <a:ext uri="{0D108BD9-81ED-4DB2-BD59-A6C34878D82A}">
                    <a16:rowId xmlns:a16="http://schemas.microsoft.com/office/drawing/2014/main" val="3204531538"/>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H1:</a:t>
                      </a:r>
                    </a:p>
                  </a:txBody>
                  <a:tcPr/>
                </a:tc>
                <a:tc>
                  <a:txBody>
                    <a:bodyPr/>
                    <a:lstStyle/>
                    <a:p>
                      <a:r>
                        <a:rPr lang="en-US">
                          <a:solidFill>
                            <a:schemeClr val="tx1"/>
                          </a:solidFill>
                        </a:rPr>
                        <a:t>28</a:t>
                      </a:r>
                    </a:p>
                  </a:txBody>
                  <a:tcPr/>
                </a:tc>
                <a:extLst>
                  <a:ext uri="{0D108BD9-81ED-4DB2-BD59-A6C34878D82A}">
                    <a16:rowId xmlns:a16="http://schemas.microsoft.com/office/drawing/2014/main" val="2940024698"/>
                  </a:ext>
                </a:extLst>
              </a:tr>
              <a:tr h="276155">
                <a:tc>
                  <a:txBody>
                    <a:bodyPr/>
                    <a:lstStyle/>
                    <a:p>
                      <a:r>
                        <a:rPr lang="en-US">
                          <a:solidFill>
                            <a:schemeClr val="tx1"/>
                          </a:solidFill>
                        </a:rPr>
                        <a:t>H2:</a:t>
                      </a:r>
                    </a:p>
                  </a:txBody>
                  <a:tcPr/>
                </a:tc>
                <a:tc>
                  <a:txBody>
                    <a:bodyPr/>
                    <a:lstStyle/>
                    <a:p>
                      <a:r>
                        <a:rPr lang="en-US">
                          <a:solidFill>
                            <a:schemeClr val="tx1"/>
                          </a:solidFill>
                        </a:rPr>
                        <a:t>31</a:t>
                      </a:r>
                    </a:p>
                  </a:txBody>
                  <a:tcPr/>
                </a:tc>
                <a:extLst>
                  <a:ext uri="{0D108BD9-81ED-4DB2-BD59-A6C34878D82A}">
                    <a16:rowId xmlns:a16="http://schemas.microsoft.com/office/drawing/2014/main" val="1714293132"/>
                  </a:ext>
                </a:extLst>
              </a:tr>
            </a:tbl>
          </a:graphicData>
        </a:graphic>
      </p:graphicFrame>
      <p:pic>
        <p:nvPicPr>
          <p:cNvPr id="4" name="Picture 3" descr="A white square on a blue background&#10;&#10;AI-generated content may be incorrect.">
            <a:extLst>
              <a:ext uri="{FF2B5EF4-FFF2-40B4-BE49-F238E27FC236}">
                <a16:creationId xmlns:a16="http://schemas.microsoft.com/office/drawing/2014/main" id="{53885899-99B7-C928-D382-79990E890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3968" y="1459632"/>
            <a:ext cx="3960440" cy="3960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F13A2E-C6FF-522B-833D-DB455F1AA32D}"/>
              </a:ext>
            </a:extLst>
          </p:cNvPr>
          <p:cNvSpPr>
            <a:spLocks noGrp="1"/>
          </p:cNvSpPr>
          <p:nvPr>
            <p:ph type="sldNum" sz="quarter" idx="12"/>
          </p:nvPr>
        </p:nvSpPr>
        <p:spPr/>
        <p:txBody>
          <a:bodyPr/>
          <a:lstStyle/>
          <a:p>
            <a:r>
              <a:rPr lang="en-US" altLang="ja-JP"/>
              <a:t>No.</a:t>
            </a:r>
            <a:fld id="{721ED71F-7F3A-4A9C-A5EC-5516A79DC590}" type="slidenum">
              <a:rPr lang="en-US" altLang="ja-JP" smtClean="0"/>
              <a:pPr/>
              <a:t>24</a:t>
            </a:fld>
            <a:endParaRPr lang="en-US" altLang="ja-JP"/>
          </a:p>
        </p:txBody>
      </p:sp>
      <p:sp>
        <p:nvSpPr>
          <p:cNvPr id="3" name="TextBox 2">
            <a:extLst>
              <a:ext uri="{FF2B5EF4-FFF2-40B4-BE49-F238E27FC236}">
                <a16:creationId xmlns:a16="http://schemas.microsoft.com/office/drawing/2014/main" id="{1E8F7B97-0873-2154-E95C-A6713EB28C1E}"/>
              </a:ext>
            </a:extLst>
          </p:cNvPr>
          <p:cNvSpPr txBox="1"/>
          <p:nvPr/>
        </p:nvSpPr>
        <p:spPr>
          <a:xfrm>
            <a:off x="1619672" y="1196752"/>
            <a:ext cx="4752528" cy="1384995"/>
          </a:xfrm>
          <a:prstGeom prst="rect">
            <a:avLst/>
          </a:prstGeom>
          <a:noFill/>
        </p:spPr>
        <p:txBody>
          <a:bodyPr wrap="square" rtlCol="0">
            <a:spAutoFit/>
          </a:bodyPr>
          <a:lstStyle/>
          <a:p>
            <a:r>
              <a:rPr lang="en-US"/>
              <a:t>Add python code here </a:t>
            </a:r>
          </a:p>
          <a:p>
            <a:r>
              <a:rPr lang="en-US"/>
              <a:t>Add any other figures needed. </a:t>
            </a:r>
          </a:p>
        </p:txBody>
      </p:sp>
    </p:spTree>
    <p:extLst>
      <p:ext uri="{BB962C8B-B14F-4D97-AF65-F5344CB8AC3E}">
        <p14:creationId xmlns:p14="http://schemas.microsoft.com/office/powerpoint/2010/main" val="1408607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5E30-BD48-753C-2437-A504822C2C17}"/>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6FEE324-A2D2-2AE0-77C0-C49BF2D534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25</a:t>
            </a:fld>
            <a:endParaRPr lang="en-US" altLang="ja-JP" sz="1400"/>
          </a:p>
        </p:txBody>
      </p:sp>
      <p:sp>
        <p:nvSpPr>
          <p:cNvPr id="12297" name="タイトル 12">
            <a:extLst>
              <a:ext uri="{FF2B5EF4-FFF2-40B4-BE49-F238E27FC236}">
                <a16:creationId xmlns:a16="http://schemas.microsoft.com/office/drawing/2014/main" id="{8A0622A5-F762-E4C0-AB4F-40FB3C1DAC31}"/>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grpSp>
        <p:nvGrpSpPr>
          <p:cNvPr id="2" name="Group 1">
            <a:extLst>
              <a:ext uri="{FF2B5EF4-FFF2-40B4-BE49-F238E27FC236}">
                <a16:creationId xmlns:a16="http://schemas.microsoft.com/office/drawing/2014/main" id="{8865FCCC-C0F3-35A1-98EB-64994AE87954}"/>
              </a:ext>
            </a:extLst>
          </p:cNvPr>
          <p:cNvGrpSpPr/>
          <p:nvPr/>
        </p:nvGrpSpPr>
        <p:grpSpPr>
          <a:xfrm>
            <a:off x="2087539" y="1337137"/>
            <a:ext cx="4968921" cy="4183726"/>
            <a:chOff x="4525937" y="1308739"/>
            <a:chExt cx="4968921" cy="4183726"/>
          </a:xfrm>
        </p:grpSpPr>
        <p:pic>
          <p:nvPicPr>
            <p:cNvPr id="3" name="Picture 2" descr="屋内, キッチン, 座る, テーブル が含まれている画像&#10;&#10;自動的に生成された説明">
              <a:extLst>
                <a:ext uri="{FF2B5EF4-FFF2-40B4-BE49-F238E27FC236}">
                  <a16:creationId xmlns:a16="http://schemas.microsoft.com/office/drawing/2014/main" id="{AAE17D80-FE30-A34E-A110-2EB4C5416F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9421" y="1308739"/>
              <a:ext cx="2501955" cy="3584306"/>
            </a:xfrm>
            <a:prstGeom prst="rect">
              <a:avLst/>
            </a:prstGeom>
            <a:noFill/>
          </p:spPr>
        </p:pic>
        <p:sp>
          <p:nvSpPr>
            <p:cNvPr id="5" name="TextBox 4">
              <a:extLst>
                <a:ext uri="{FF2B5EF4-FFF2-40B4-BE49-F238E27FC236}">
                  <a16:creationId xmlns:a16="http://schemas.microsoft.com/office/drawing/2014/main" id="{41A7E880-64A2-C50F-909B-BE2479B7C39A}"/>
                </a:ext>
              </a:extLst>
            </p:cNvPr>
            <p:cNvSpPr txBox="1"/>
            <p:nvPr/>
          </p:nvSpPr>
          <p:spPr>
            <a:xfrm>
              <a:off x="4525937" y="4969245"/>
              <a:ext cx="4968921" cy="523220"/>
            </a:xfrm>
            <a:prstGeom prst="rect">
              <a:avLst/>
            </a:prstGeom>
            <a:noFill/>
          </p:spPr>
          <p:txBody>
            <a:bodyPr wrap="square" rtlCol="0">
              <a:spAutoFit/>
            </a:bodyPr>
            <a:lstStyle/>
            <a:p>
              <a:pPr algn="ctr"/>
              <a:r>
                <a:rPr lang="en-US">
                  <a:solidFill>
                    <a:schemeClr val="tx1"/>
                  </a:solidFill>
                  <a:latin typeface="Times New Roman" pitchFamily="18" charset="0"/>
                  <a:ea typeface="ＭＳ Ｐ明朝" charset="-128"/>
                </a:rPr>
                <a:t>MC430L machining center </a:t>
              </a:r>
              <a:endParaRPr lang="en-US">
                <a:solidFill>
                  <a:schemeClr val="tx1"/>
                </a:solidFill>
              </a:endParaRPr>
            </a:p>
          </p:txBody>
        </p:sp>
      </p:grpSp>
    </p:spTree>
    <p:extLst>
      <p:ext uri="{BB962C8B-B14F-4D97-AF65-F5344CB8AC3E}">
        <p14:creationId xmlns:p14="http://schemas.microsoft.com/office/powerpoint/2010/main" val="1037795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EAE40-8D27-8625-F2F0-E5D5CD96FCA4}"/>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031B8C4E-9E95-7C00-EFEC-1C405A4C28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No.11</a:t>
            </a:r>
          </a:p>
        </p:txBody>
      </p:sp>
      <p:sp>
        <p:nvSpPr>
          <p:cNvPr id="17413" name="タイトル 11">
            <a:extLst>
              <a:ext uri="{FF2B5EF4-FFF2-40B4-BE49-F238E27FC236}">
                <a16:creationId xmlns:a16="http://schemas.microsoft.com/office/drawing/2014/main" id="{7EB34519-2C0F-CEE8-6F4B-B3E77933BF81}"/>
              </a:ext>
            </a:extLst>
          </p:cNvPr>
          <p:cNvSpPr>
            <a:spLocks noGrp="1"/>
          </p:cNvSpPr>
          <p:nvPr>
            <p:ph type="title" idx="4294967295"/>
          </p:nvPr>
        </p:nvSpPr>
        <p:spPr/>
        <p:txBody>
          <a:bodyPr/>
          <a:lstStyle/>
          <a:p>
            <a:r>
              <a:rPr lang="en-US" altLang="ja-JP" sz="2000" b="1">
                <a:solidFill>
                  <a:schemeClr val="tx1"/>
                </a:solidFill>
              </a:rPr>
              <a:t>CFRTP experiments </a:t>
            </a:r>
            <a:endParaRPr lang="ja-JP" altLang="en-US" sz="2000" b="1">
              <a:solidFill>
                <a:schemeClr val="tx1"/>
              </a:solidFill>
            </a:endParaRPr>
          </a:p>
        </p:txBody>
      </p:sp>
      <p:grpSp>
        <p:nvGrpSpPr>
          <p:cNvPr id="33" name="Group 32">
            <a:extLst>
              <a:ext uri="{FF2B5EF4-FFF2-40B4-BE49-F238E27FC236}">
                <a16:creationId xmlns:a16="http://schemas.microsoft.com/office/drawing/2014/main" id="{B2362516-825F-99C8-C965-F00549EF443E}"/>
              </a:ext>
            </a:extLst>
          </p:cNvPr>
          <p:cNvGrpSpPr/>
          <p:nvPr/>
        </p:nvGrpSpPr>
        <p:grpSpPr>
          <a:xfrm>
            <a:off x="2760935" y="3158865"/>
            <a:ext cx="3888431" cy="3266420"/>
            <a:chOff x="258157" y="834665"/>
            <a:chExt cx="3888431" cy="3266420"/>
          </a:xfrm>
        </p:grpSpPr>
        <p:pic>
          <p:nvPicPr>
            <p:cNvPr id="25" name="Picture 24" descr="A close-up of a metal object&#10;&#10;AI-generated content may be incorrect.">
              <a:extLst>
                <a:ext uri="{FF2B5EF4-FFF2-40B4-BE49-F238E27FC236}">
                  <a16:creationId xmlns:a16="http://schemas.microsoft.com/office/drawing/2014/main" id="{0CFA0167-B5D9-F214-4816-30097D3DB77E}"/>
                </a:ext>
              </a:extLst>
            </p:cNvPr>
            <p:cNvPicPr>
              <a:picLocks noChangeAspect="1"/>
            </p:cNvPicPr>
            <p:nvPr/>
          </p:nvPicPr>
          <p:blipFill>
            <a:blip r:embed="rId3">
              <a:extLst>
                <a:ext uri="{28A0092B-C50C-407E-A947-70E740481C1C}">
                  <a14:useLocalDpi xmlns:a14="http://schemas.microsoft.com/office/drawing/2010/main" val="0"/>
                </a:ext>
              </a:extLst>
            </a:blip>
            <a:srcRect l="22106" t="19490" r="33102" b="23785"/>
            <a:stretch>
              <a:fillRect/>
            </a:stretch>
          </p:blipFill>
          <p:spPr>
            <a:xfrm>
              <a:off x="701217" y="834665"/>
              <a:ext cx="2888234" cy="2743200"/>
            </a:xfrm>
            <a:prstGeom prst="rect">
              <a:avLst/>
            </a:prstGeom>
          </p:spPr>
        </p:pic>
        <p:sp>
          <p:nvSpPr>
            <p:cNvPr id="16" name="TextBox 15">
              <a:extLst>
                <a:ext uri="{FF2B5EF4-FFF2-40B4-BE49-F238E27FC236}">
                  <a16:creationId xmlns:a16="http://schemas.microsoft.com/office/drawing/2014/main" id="{D99E04FB-BD0A-1015-5043-ACC156AE34A0}"/>
                </a:ext>
              </a:extLst>
            </p:cNvPr>
            <p:cNvSpPr txBox="1"/>
            <p:nvPr/>
          </p:nvSpPr>
          <p:spPr>
            <a:xfrm>
              <a:off x="258157" y="3577865"/>
              <a:ext cx="3888431" cy="523220"/>
            </a:xfrm>
            <a:prstGeom prst="rect">
              <a:avLst/>
            </a:prstGeom>
            <a:noFill/>
          </p:spPr>
          <p:txBody>
            <a:bodyPr wrap="square" rtlCol="0">
              <a:spAutoFit/>
            </a:bodyPr>
            <a:lstStyle/>
            <a:p>
              <a:pPr algn="ctr"/>
              <a:r>
                <a:rPr lang="en-US">
                  <a:solidFill>
                    <a:schemeClr val="tx1"/>
                  </a:solidFill>
                </a:rPr>
                <a:t>Test 2</a:t>
              </a:r>
            </a:p>
          </p:txBody>
        </p:sp>
      </p:grpSp>
      <p:grpSp>
        <p:nvGrpSpPr>
          <p:cNvPr id="30" name="Group 29">
            <a:extLst>
              <a:ext uri="{FF2B5EF4-FFF2-40B4-BE49-F238E27FC236}">
                <a16:creationId xmlns:a16="http://schemas.microsoft.com/office/drawing/2014/main" id="{C2FD5BBF-AEDC-5A72-03AE-42CF882533C3}"/>
              </a:ext>
            </a:extLst>
          </p:cNvPr>
          <p:cNvGrpSpPr/>
          <p:nvPr/>
        </p:nvGrpSpPr>
        <p:grpSpPr>
          <a:xfrm>
            <a:off x="-330458" y="3158865"/>
            <a:ext cx="3888431" cy="3221628"/>
            <a:chOff x="4477071" y="673068"/>
            <a:chExt cx="3888431" cy="3221628"/>
          </a:xfrm>
        </p:grpSpPr>
        <p:pic>
          <p:nvPicPr>
            <p:cNvPr id="27" name="Picture 26" descr="A black square with a black square on it&#10;&#10;AI-generated content may be incorrect.">
              <a:extLst>
                <a:ext uri="{FF2B5EF4-FFF2-40B4-BE49-F238E27FC236}">
                  <a16:creationId xmlns:a16="http://schemas.microsoft.com/office/drawing/2014/main" id="{75FA8E28-A516-5E67-B448-30E38FDB4267}"/>
                </a:ext>
              </a:extLst>
            </p:cNvPr>
            <p:cNvPicPr>
              <a:picLocks noChangeAspect="1"/>
            </p:cNvPicPr>
            <p:nvPr/>
          </p:nvPicPr>
          <p:blipFill>
            <a:blip r:embed="rId4">
              <a:extLst>
                <a:ext uri="{28A0092B-C50C-407E-A947-70E740481C1C}">
                  <a14:useLocalDpi xmlns:a14="http://schemas.microsoft.com/office/drawing/2010/main" val="0"/>
                </a:ext>
              </a:extLst>
            </a:blip>
            <a:srcRect l="28027" t="15761" r="28286" b="28915"/>
            <a:stretch>
              <a:fillRect/>
            </a:stretch>
          </p:blipFill>
          <p:spPr>
            <a:xfrm>
              <a:off x="4977170" y="673068"/>
              <a:ext cx="2888234" cy="2743200"/>
            </a:xfrm>
            <a:prstGeom prst="rect">
              <a:avLst/>
            </a:prstGeom>
          </p:spPr>
        </p:pic>
        <p:sp>
          <p:nvSpPr>
            <p:cNvPr id="17" name="TextBox 16">
              <a:extLst>
                <a:ext uri="{FF2B5EF4-FFF2-40B4-BE49-F238E27FC236}">
                  <a16:creationId xmlns:a16="http://schemas.microsoft.com/office/drawing/2014/main" id="{751FA236-EE21-B9F2-EA05-67A060F7688E}"/>
                </a:ext>
              </a:extLst>
            </p:cNvPr>
            <p:cNvSpPr txBox="1"/>
            <p:nvPr/>
          </p:nvSpPr>
          <p:spPr>
            <a:xfrm>
              <a:off x="4477071" y="3371476"/>
              <a:ext cx="3888431" cy="523220"/>
            </a:xfrm>
            <a:prstGeom prst="rect">
              <a:avLst/>
            </a:prstGeom>
            <a:noFill/>
          </p:spPr>
          <p:txBody>
            <a:bodyPr wrap="square" rtlCol="0">
              <a:spAutoFit/>
            </a:bodyPr>
            <a:lstStyle/>
            <a:p>
              <a:pPr algn="ctr"/>
              <a:r>
                <a:rPr lang="en-US">
                  <a:solidFill>
                    <a:schemeClr val="tx1"/>
                  </a:solidFill>
                </a:rPr>
                <a:t>Test 1</a:t>
              </a:r>
            </a:p>
          </p:txBody>
        </p:sp>
      </p:grpSp>
      <p:grpSp>
        <p:nvGrpSpPr>
          <p:cNvPr id="31" name="Group 30">
            <a:extLst>
              <a:ext uri="{FF2B5EF4-FFF2-40B4-BE49-F238E27FC236}">
                <a16:creationId xmlns:a16="http://schemas.microsoft.com/office/drawing/2014/main" id="{E6F9405F-24B5-B1C5-9F0D-738B78655117}"/>
              </a:ext>
            </a:extLst>
          </p:cNvPr>
          <p:cNvGrpSpPr/>
          <p:nvPr/>
        </p:nvGrpSpPr>
        <p:grpSpPr>
          <a:xfrm>
            <a:off x="5691592" y="3158865"/>
            <a:ext cx="3968131" cy="3344027"/>
            <a:chOff x="4711598" y="2843344"/>
            <a:chExt cx="3888431" cy="3255784"/>
          </a:xfrm>
        </p:grpSpPr>
        <p:pic>
          <p:nvPicPr>
            <p:cNvPr id="29" name="Picture 28" descr="A close-up of a metal object&#10;&#10;AI-generated content may be incorrect.">
              <a:extLst>
                <a:ext uri="{FF2B5EF4-FFF2-40B4-BE49-F238E27FC236}">
                  <a16:creationId xmlns:a16="http://schemas.microsoft.com/office/drawing/2014/main" id="{E6573FF4-69DC-2649-09F0-BE617726D7DC}"/>
                </a:ext>
              </a:extLst>
            </p:cNvPr>
            <p:cNvPicPr>
              <a:picLocks noChangeAspect="1"/>
            </p:cNvPicPr>
            <p:nvPr/>
          </p:nvPicPr>
          <p:blipFill>
            <a:blip r:embed="rId5">
              <a:extLst>
                <a:ext uri="{28A0092B-C50C-407E-A947-70E740481C1C}">
                  <a14:useLocalDpi xmlns:a14="http://schemas.microsoft.com/office/drawing/2010/main" val="0"/>
                </a:ext>
              </a:extLst>
            </a:blip>
            <a:srcRect l="24607" t="21713" r="31499" b="22700"/>
            <a:stretch>
              <a:fillRect/>
            </a:stretch>
          </p:blipFill>
          <p:spPr>
            <a:xfrm>
              <a:off x="5200525" y="2843344"/>
              <a:ext cx="2812019" cy="2670812"/>
            </a:xfrm>
            <a:prstGeom prst="rect">
              <a:avLst/>
            </a:prstGeom>
          </p:spPr>
        </p:pic>
        <p:sp>
          <p:nvSpPr>
            <p:cNvPr id="18" name="TextBox 17">
              <a:extLst>
                <a:ext uri="{FF2B5EF4-FFF2-40B4-BE49-F238E27FC236}">
                  <a16:creationId xmlns:a16="http://schemas.microsoft.com/office/drawing/2014/main" id="{201BC978-1EBA-770D-8ED9-8983E0DE9D23}"/>
                </a:ext>
              </a:extLst>
            </p:cNvPr>
            <p:cNvSpPr txBox="1"/>
            <p:nvPr/>
          </p:nvSpPr>
          <p:spPr>
            <a:xfrm>
              <a:off x="4711598" y="5522185"/>
              <a:ext cx="3888431" cy="576943"/>
            </a:xfrm>
            <a:prstGeom prst="rect">
              <a:avLst/>
            </a:prstGeom>
            <a:noFill/>
          </p:spPr>
          <p:txBody>
            <a:bodyPr wrap="square" rtlCol="0">
              <a:spAutoFit/>
            </a:bodyPr>
            <a:lstStyle/>
            <a:p>
              <a:pPr algn="ctr"/>
              <a:r>
                <a:rPr lang="en-US">
                  <a:solidFill>
                    <a:schemeClr val="tx1"/>
                  </a:solidFill>
                </a:rPr>
                <a:t>Test 3</a:t>
              </a:r>
            </a:p>
          </p:txBody>
        </p:sp>
      </p:grpSp>
      <p:graphicFrame>
        <p:nvGraphicFramePr>
          <p:cNvPr id="2" name="Table 1">
            <a:extLst>
              <a:ext uri="{FF2B5EF4-FFF2-40B4-BE49-F238E27FC236}">
                <a16:creationId xmlns:a16="http://schemas.microsoft.com/office/drawing/2014/main" id="{1CF04D42-06D7-93C9-D2B1-3AEED5F8B69F}"/>
              </a:ext>
            </a:extLst>
          </p:cNvPr>
          <p:cNvGraphicFramePr>
            <a:graphicFrameLocks noGrp="1"/>
          </p:cNvGraphicFramePr>
          <p:nvPr>
            <p:extLst>
              <p:ext uri="{D42A27DB-BD31-4B8C-83A1-F6EECF244321}">
                <p14:modId xmlns:p14="http://schemas.microsoft.com/office/powerpoint/2010/main" val="4016187115"/>
              </p:ext>
            </p:extLst>
          </p:nvPr>
        </p:nvGraphicFramePr>
        <p:xfrm>
          <a:off x="634500" y="768270"/>
          <a:ext cx="7875000" cy="2231924"/>
        </p:xfrm>
        <a:graphic>
          <a:graphicData uri="http://schemas.openxmlformats.org/drawingml/2006/table">
            <a:tbl>
              <a:tblPr firstRow="1" bandRow="1">
                <a:tableStyleId>{21E4AEA4-8DFA-4A89-87EB-49C32662AFE0}</a:tableStyleId>
              </a:tblPr>
              <a:tblGrid>
                <a:gridCol w="1611396">
                  <a:extLst>
                    <a:ext uri="{9D8B030D-6E8A-4147-A177-3AD203B41FA5}">
                      <a16:colId xmlns:a16="http://schemas.microsoft.com/office/drawing/2014/main" val="353819784"/>
                    </a:ext>
                  </a:extLst>
                </a:gridCol>
                <a:gridCol w="1565901">
                  <a:extLst>
                    <a:ext uri="{9D8B030D-6E8A-4147-A177-3AD203B41FA5}">
                      <a16:colId xmlns:a16="http://schemas.microsoft.com/office/drawing/2014/main" val="1016823809"/>
                    </a:ext>
                  </a:extLst>
                </a:gridCol>
                <a:gridCol w="1565901">
                  <a:extLst>
                    <a:ext uri="{9D8B030D-6E8A-4147-A177-3AD203B41FA5}">
                      <a16:colId xmlns:a16="http://schemas.microsoft.com/office/drawing/2014/main" val="1213983184"/>
                    </a:ext>
                  </a:extLst>
                </a:gridCol>
                <a:gridCol w="1565901">
                  <a:extLst>
                    <a:ext uri="{9D8B030D-6E8A-4147-A177-3AD203B41FA5}">
                      <a16:colId xmlns:a16="http://schemas.microsoft.com/office/drawing/2014/main" val="1610593402"/>
                    </a:ext>
                  </a:extLst>
                </a:gridCol>
                <a:gridCol w="1565901">
                  <a:extLst>
                    <a:ext uri="{9D8B030D-6E8A-4147-A177-3AD203B41FA5}">
                      <a16:colId xmlns:a16="http://schemas.microsoft.com/office/drawing/2014/main" val="267284578"/>
                    </a:ext>
                  </a:extLst>
                </a:gridCol>
              </a:tblGrid>
              <a:tr h="494564">
                <a:tc gridSpan="5">
                  <a:txBody>
                    <a:bodyPr/>
                    <a:lstStyle/>
                    <a:p>
                      <a:pPr algn="ctr"/>
                      <a:r>
                        <a:rPr lang="en-US">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5538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9.96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8.75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90821941"/>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bl>
          </a:graphicData>
        </a:graphic>
      </p:graphicFrame>
    </p:spTree>
    <p:extLst>
      <p:ext uri="{BB962C8B-B14F-4D97-AF65-F5344CB8AC3E}">
        <p14:creationId xmlns:p14="http://schemas.microsoft.com/office/powerpoint/2010/main" val="3525205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C6A6-3FCB-1E2B-2A23-3B5C793D492A}"/>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23591CA4-DE61-4135-4DA2-DBF0728EBD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No.11</a:t>
            </a:r>
          </a:p>
        </p:txBody>
      </p:sp>
      <p:sp>
        <p:nvSpPr>
          <p:cNvPr id="17413" name="タイトル 11">
            <a:extLst>
              <a:ext uri="{FF2B5EF4-FFF2-40B4-BE49-F238E27FC236}">
                <a16:creationId xmlns:a16="http://schemas.microsoft.com/office/drawing/2014/main" id="{F456BC79-75E9-D1AE-E195-F0A42A6C5003}"/>
              </a:ext>
            </a:extLst>
          </p:cNvPr>
          <p:cNvSpPr>
            <a:spLocks noGrp="1"/>
          </p:cNvSpPr>
          <p:nvPr>
            <p:ph type="title" idx="4294967295"/>
          </p:nvPr>
        </p:nvSpPr>
        <p:spPr/>
        <p:txBody>
          <a:bodyPr/>
          <a:lstStyle/>
          <a:p>
            <a:r>
              <a:rPr lang="en-US" altLang="ja-JP" sz="2000" b="1">
                <a:solidFill>
                  <a:schemeClr val="tx1"/>
                </a:solidFill>
              </a:rPr>
              <a:t>CFRTP experiments </a:t>
            </a:r>
            <a:endParaRPr lang="ja-JP" altLang="en-US" sz="2000" b="1">
              <a:solidFill>
                <a:schemeClr val="tx1"/>
              </a:solidFill>
            </a:endParaRPr>
          </a:p>
        </p:txBody>
      </p:sp>
      <p:grpSp>
        <p:nvGrpSpPr>
          <p:cNvPr id="32" name="Group 31">
            <a:extLst>
              <a:ext uri="{FF2B5EF4-FFF2-40B4-BE49-F238E27FC236}">
                <a16:creationId xmlns:a16="http://schemas.microsoft.com/office/drawing/2014/main" id="{2044252E-8079-B8E0-C9B0-7BDA88F5D649}"/>
              </a:ext>
            </a:extLst>
          </p:cNvPr>
          <p:cNvGrpSpPr/>
          <p:nvPr/>
        </p:nvGrpSpPr>
        <p:grpSpPr>
          <a:xfrm>
            <a:off x="1651131" y="3049262"/>
            <a:ext cx="3888432" cy="3266420"/>
            <a:chOff x="251520" y="2778985"/>
            <a:chExt cx="3888432" cy="3266420"/>
          </a:xfrm>
        </p:grpSpPr>
        <p:pic>
          <p:nvPicPr>
            <p:cNvPr id="23" name="Picture 22" descr="A close-up of a metal sheet&#10;&#10;AI-generated content may be incorrect.">
              <a:extLst>
                <a:ext uri="{FF2B5EF4-FFF2-40B4-BE49-F238E27FC236}">
                  <a16:creationId xmlns:a16="http://schemas.microsoft.com/office/drawing/2014/main" id="{D6C6B8BE-615A-0FF1-8622-F6C1F9AAE57E}"/>
                </a:ext>
              </a:extLst>
            </p:cNvPr>
            <p:cNvPicPr>
              <a:picLocks noChangeAspect="1"/>
            </p:cNvPicPr>
            <p:nvPr/>
          </p:nvPicPr>
          <p:blipFill>
            <a:blip r:embed="rId3">
              <a:extLst>
                <a:ext uri="{28A0092B-C50C-407E-A947-70E740481C1C}">
                  <a14:useLocalDpi xmlns:a14="http://schemas.microsoft.com/office/drawing/2010/main" val="0"/>
                </a:ext>
              </a:extLst>
            </a:blip>
            <a:srcRect l="29332" t="16002" r="26083" b="27536"/>
            <a:stretch>
              <a:fillRect/>
            </a:stretch>
          </p:blipFill>
          <p:spPr>
            <a:xfrm>
              <a:off x="849902" y="2778985"/>
              <a:ext cx="2888234" cy="2743200"/>
            </a:xfrm>
            <a:prstGeom prst="rect">
              <a:avLst/>
            </a:prstGeom>
          </p:spPr>
        </p:pic>
        <p:sp>
          <p:nvSpPr>
            <p:cNvPr id="15" name="TextBox 14">
              <a:extLst>
                <a:ext uri="{FF2B5EF4-FFF2-40B4-BE49-F238E27FC236}">
                  <a16:creationId xmlns:a16="http://schemas.microsoft.com/office/drawing/2014/main" id="{5EB93491-4C28-2F96-A7E7-F5EDC758AF28}"/>
                </a:ext>
              </a:extLst>
            </p:cNvPr>
            <p:cNvSpPr txBox="1"/>
            <p:nvPr/>
          </p:nvSpPr>
          <p:spPr>
            <a:xfrm>
              <a:off x="251520" y="5522185"/>
              <a:ext cx="3888432" cy="523220"/>
            </a:xfrm>
            <a:prstGeom prst="rect">
              <a:avLst/>
            </a:prstGeom>
            <a:noFill/>
          </p:spPr>
          <p:txBody>
            <a:bodyPr wrap="square" rtlCol="0">
              <a:spAutoFit/>
            </a:bodyPr>
            <a:lstStyle/>
            <a:p>
              <a:r>
                <a:rPr lang="en-US">
                  <a:solidFill>
                    <a:schemeClr val="tx1"/>
                  </a:solidFill>
                </a:rPr>
                <a:t>Test Without the Mold</a:t>
              </a:r>
            </a:p>
          </p:txBody>
        </p:sp>
      </p:grpSp>
      <p:graphicFrame>
        <p:nvGraphicFramePr>
          <p:cNvPr id="2" name="Table 1">
            <a:extLst>
              <a:ext uri="{FF2B5EF4-FFF2-40B4-BE49-F238E27FC236}">
                <a16:creationId xmlns:a16="http://schemas.microsoft.com/office/drawing/2014/main" id="{430863E1-760E-6FFF-C955-61850E3C8B5D}"/>
              </a:ext>
            </a:extLst>
          </p:cNvPr>
          <p:cNvGraphicFramePr>
            <a:graphicFrameLocks noGrp="1"/>
          </p:cNvGraphicFramePr>
          <p:nvPr>
            <p:extLst>
              <p:ext uri="{D42A27DB-BD31-4B8C-83A1-F6EECF244321}">
                <p14:modId xmlns:p14="http://schemas.microsoft.com/office/powerpoint/2010/main" val="2486666309"/>
              </p:ext>
            </p:extLst>
          </p:nvPr>
        </p:nvGraphicFramePr>
        <p:xfrm>
          <a:off x="467545" y="980728"/>
          <a:ext cx="8064895" cy="162120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bl>
          </a:graphicData>
        </a:graphic>
      </p:graphicFrame>
    </p:spTree>
    <p:extLst>
      <p:ext uri="{BB962C8B-B14F-4D97-AF65-F5344CB8AC3E}">
        <p14:creationId xmlns:p14="http://schemas.microsoft.com/office/powerpoint/2010/main" val="825535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2CCE36-7F72-4AAE-2CA3-4B943F42DB4B}"/>
              </a:ext>
            </a:extLst>
          </p:cNvPr>
          <p:cNvSpPr>
            <a:spLocks noGrp="1"/>
          </p:cNvSpPr>
          <p:nvPr>
            <p:ph type="sldNum" sz="quarter" idx="12"/>
          </p:nvPr>
        </p:nvSpPr>
        <p:spPr/>
        <p:txBody>
          <a:bodyPr/>
          <a:lstStyle/>
          <a:p>
            <a:r>
              <a:rPr lang="en-US" altLang="ja-JP"/>
              <a:t>No.</a:t>
            </a:r>
            <a:fld id="{721ED71F-7F3A-4A9C-A5EC-5516A79DC590}" type="slidenum">
              <a:rPr lang="en-US" altLang="ja-JP" smtClean="0"/>
              <a:pPr/>
              <a:t>28</a:t>
            </a:fld>
            <a:endParaRPr lang="en-US" altLang="ja-JP"/>
          </a:p>
        </p:txBody>
      </p:sp>
      <p:sp>
        <p:nvSpPr>
          <p:cNvPr id="6" name="TextBox 5">
            <a:extLst>
              <a:ext uri="{FF2B5EF4-FFF2-40B4-BE49-F238E27FC236}">
                <a16:creationId xmlns:a16="http://schemas.microsoft.com/office/drawing/2014/main" id="{6AD838C1-9D54-BE55-E857-1791B2B2DF01}"/>
              </a:ext>
            </a:extLst>
          </p:cNvPr>
          <p:cNvSpPr txBox="1"/>
          <p:nvPr/>
        </p:nvSpPr>
        <p:spPr>
          <a:xfrm>
            <a:off x="107504" y="1536174"/>
            <a:ext cx="8807896" cy="3785652"/>
          </a:xfrm>
          <a:prstGeom prst="rect">
            <a:avLst/>
          </a:prstGeom>
          <a:noFill/>
        </p:spPr>
        <p:txBody>
          <a:bodyPr wrap="square" rtlCol="0">
            <a:spAutoFit/>
          </a:bodyPr>
          <a:lstStyle/>
          <a:p>
            <a:pPr marL="342900" indent="-342900">
              <a:buFont typeface="Arial" panose="020B0604020202020204" pitchFamily="34" charset="0"/>
              <a:buChar char="•"/>
            </a:pPr>
            <a:r>
              <a:rPr lang="en-US" sz="1500"/>
              <a:t>Suboptimal Paths: The method uses a greedy nearest-neighbor heuristic, which often produces suboptimal paths. For TSP, this can result in significantly longer total path lengths compared to optimal or near-optimal solutions, increasing machining time and energy use in incremental forming.</a:t>
            </a:r>
          </a:p>
          <a:p>
            <a:pPr marL="342900" indent="-342900">
              <a:buFont typeface="Arial" panose="020B0604020202020204" pitchFamily="34" charset="0"/>
              <a:buChar char="•"/>
            </a:pPr>
            <a:r>
              <a:rPr lang="en-US" sz="1500"/>
              <a:t>Lack of Optimization: It doesn’t consider global optimization techniques (e.g., dynamic programming, branch-and-bound, or metaheuristics like simulated annealing), which TSP libraries employ to find better solutions. </a:t>
            </a:r>
          </a:p>
          <a:p>
            <a:pPr marL="342900" indent="-342900">
              <a:buFont typeface="Arial" panose="020B0604020202020204" pitchFamily="34" charset="0"/>
              <a:buChar char="•"/>
            </a:pPr>
            <a:r>
              <a:rPr lang="en-US" sz="1500"/>
              <a:t>Code Complexity and Maintenance: The code is complex, with manual handling of arrays, loops, and file I/O (e.g., saving and loading layer.csv). This increases the risk of bugs and makes it harder to maintain or extend compared to a library’s streamlined API. </a:t>
            </a:r>
          </a:p>
          <a:p>
            <a:pPr marL="342900" indent="-342900">
              <a:buFont typeface="Arial" panose="020B0604020202020204" pitchFamily="34" charset="0"/>
              <a:buChar char="•"/>
            </a:pPr>
            <a:r>
              <a:rPr lang="en-US" sz="1500"/>
              <a:t>Scalability Issues: For large point clouds (common in incremental forming), the iterative distance calculations and array manipulations (e.g., </a:t>
            </a:r>
            <a:r>
              <a:rPr lang="en-US" sz="1500" err="1"/>
              <a:t>np.linalg.norm</a:t>
            </a:r>
            <a:r>
              <a:rPr lang="en-US" sz="1500"/>
              <a:t>, </a:t>
            </a:r>
            <a:r>
              <a:rPr lang="en-US" sz="1500" err="1"/>
              <a:t>np.delete</a:t>
            </a:r>
            <a:r>
              <a:rPr lang="en-US" sz="1500"/>
              <a:t>) are computationally inefficient, leading to slow performance. </a:t>
            </a:r>
          </a:p>
          <a:p>
            <a:pPr marL="342900" indent="-342900">
              <a:buFont typeface="Arial" panose="020B0604020202020204" pitchFamily="34" charset="0"/>
              <a:buChar char="•"/>
            </a:pPr>
            <a:r>
              <a:rPr lang="en-US" sz="1500"/>
              <a:t>Limited Flexibility: The method is tailored to a specific point cloud structure and doesn’t easily adapt to variations like weighted graphs, constraints (e.g., toolpath continuity), or alternative distance metrics.</a:t>
            </a:r>
          </a:p>
        </p:txBody>
      </p:sp>
      <p:sp>
        <p:nvSpPr>
          <p:cNvPr id="3" name="タイトル 12">
            <a:extLst>
              <a:ext uri="{FF2B5EF4-FFF2-40B4-BE49-F238E27FC236}">
                <a16:creationId xmlns:a16="http://schemas.microsoft.com/office/drawing/2014/main" id="{8D385EE8-5C70-2911-6E3B-2DD00F247D87}"/>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Issues with previous research CAM system</a:t>
            </a:r>
            <a:endParaRPr lang="ja-JP" altLang="en-US" sz="2000" b="1" kern="0">
              <a:solidFill>
                <a:schemeClr val="tx1"/>
              </a:solidFill>
            </a:endParaRPr>
          </a:p>
        </p:txBody>
      </p:sp>
    </p:spTree>
    <p:extLst>
      <p:ext uri="{BB962C8B-B14F-4D97-AF65-F5344CB8AC3E}">
        <p14:creationId xmlns:p14="http://schemas.microsoft.com/office/powerpoint/2010/main" val="1655346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EC78-4AC3-DE43-BD5F-3F5250D75983}"/>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7B1A858A-D7CB-6346-9C12-AACB6452EF0D}"/>
              </a:ext>
            </a:extLst>
          </p:cNvPr>
          <p:cNvSpPr>
            <a:spLocks noGrp="1"/>
          </p:cNvSpPr>
          <p:nvPr>
            <p:ph type="title" idx="4294967295"/>
          </p:nvPr>
        </p:nvSpPr>
        <p:spPr/>
        <p:txBody>
          <a:bodyPr/>
          <a:lstStyle/>
          <a:p>
            <a:r>
              <a:rPr lang="en-US" altLang="ja-JP" sz="2800" b="1">
                <a:solidFill>
                  <a:schemeClr val="tx1"/>
                </a:solidFill>
              </a:rPr>
              <a:t>CFRTP Experimental conditions</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B6A6EDB7-FF4A-2B02-1A5C-C885188E4070}"/>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A91B2A58-D626-43DF-907C-F5D4F3028ADE}" type="slidenum">
              <a:rPr lang="en-US" altLang="ja-JP" sz="1400"/>
              <a:t>29</a:t>
            </a:fld>
            <a:endParaRPr lang="en-US" altLang="ja-JP" sz="1400"/>
          </a:p>
        </p:txBody>
      </p:sp>
      <p:graphicFrame>
        <p:nvGraphicFramePr>
          <p:cNvPr id="13" name="Table 12">
            <a:extLst>
              <a:ext uri="{FF2B5EF4-FFF2-40B4-BE49-F238E27FC236}">
                <a16:creationId xmlns:a16="http://schemas.microsoft.com/office/drawing/2014/main" id="{B92819E8-6C1F-E443-2A18-E0A39EC9BCC4}"/>
              </a:ext>
            </a:extLst>
          </p:cNvPr>
          <p:cNvGraphicFramePr>
            <a:graphicFrameLocks noGrp="1"/>
          </p:cNvGraphicFramePr>
          <p:nvPr>
            <p:extLst>
              <p:ext uri="{D42A27DB-BD31-4B8C-83A1-F6EECF244321}">
                <p14:modId xmlns:p14="http://schemas.microsoft.com/office/powerpoint/2010/main" val="2935354851"/>
              </p:ext>
            </p:extLst>
          </p:nvPr>
        </p:nvGraphicFramePr>
        <p:xfrm>
          <a:off x="533400"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a:solidFill>
                            <a:schemeClr val="bg1"/>
                          </a:solidFill>
                          <a:latin typeface="+mj-lt"/>
                        </a:rPr>
                        <a:t>Previous Research Experimental Conditions: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Angle: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40°</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Feed Rate: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Shape Radius:</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20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15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393K (120°C)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graphicFrame>
        <p:nvGraphicFramePr>
          <p:cNvPr id="6" name="Table 5">
            <a:extLst>
              <a:ext uri="{FF2B5EF4-FFF2-40B4-BE49-F238E27FC236}">
                <a16:creationId xmlns:a16="http://schemas.microsoft.com/office/drawing/2014/main" id="{EB5558CC-4A6E-0DC0-2DF6-748D399B69E9}"/>
              </a:ext>
            </a:extLst>
          </p:cNvPr>
          <p:cNvGraphicFramePr>
            <a:graphicFrameLocks noGrp="1"/>
          </p:cNvGraphicFramePr>
          <p:nvPr>
            <p:extLst>
              <p:ext uri="{D42A27DB-BD31-4B8C-83A1-F6EECF244321}">
                <p14:modId xmlns:p14="http://schemas.microsoft.com/office/powerpoint/2010/main" val="4284253901"/>
              </p:ext>
            </p:extLst>
          </p:nvPr>
        </p:nvGraphicFramePr>
        <p:xfrm>
          <a:off x="4957902"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a:solidFill>
                            <a:schemeClr val="bg1"/>
                          </a:solidFill>
                          <a:latin typeface="+mj-lt"/>
                        </a:rPr>
                        <a:t>Experimental Conditions for the Following Experiments: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Angle: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45°</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Feed Rate: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Shape Dimensions:</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kumimoji="1" lang="en-US" sz="1800" kern="1200">
                          <a:solidFill>
                            <a:schemeClr val="bg1"/>
                          </a:solidFill>
                          <a:effectLst/>
                          <a:latin typeface="+mj-lt"/>
                          <a:ea typeface="+mn-ea"/>
                          <a:cs typeface="+mn-cs"/>
                        </a:rPr>
                        <a:t>30 mm x 30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9.9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393K (120°C)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spTree>
    <p:extLst>
      <p:ext uri="{BB962C8B-B14F-4D97-AF65-F5344CB8AC3E}">
        <p14:creationId xmlns:p14="http://schemas.microsoft.com/office/powerpoint/2010/main" val="3194971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0A1F-0184-2CE5-302E-F11EE08F9F5E}"/>
            </a:ext>
          </a:extLst>
        </p:cNvPr>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95235BAE-DC3E-7074-F170-ED502A14F3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2238202-937A-4D25-A39E-EEA70CF45FE6}" type="slidenum">
              <a:rPr lang="en-US" altLang="ja-JP" sz="1400" smtClean="0"/>
              <a:t>30</a:t>
            </a:fld>
            <a:endParaRPr lang="en-US" altLang="ja-JP" sz="1400"/>
          </a:p>
        </p:txBody>
      </p:sp>
      <p:sp>
        <p:nvSpPr>
          <p:cNvPr id="4" name="タイトル 4">
            <a:extLst>
              <a:ext uri="{FF2B5EF4-FFF2-40B4-BE49-F238E27FC236}">
                <a16:creationId xmlns:a16="http://schemas.microsoft.com/office/drawing/2014/main" id="{A2EC32D7-286C-CEE3-29CE-4664DA0FA88C}"/>
              </a:ext>
            </a:extLst>
          </p:cNvPr>
          <p:cNvSpPr txBox="1">
            <a:spLocks/>
          </p:cNvSpPr>
          <p:nvPr/>
        </p:nvSpPr>
        <p:spPr bwMode="auto">
          <a:xfrm>
            <a:off x="533400" y="76200"/>
            <a:ext cx="71349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sz="2800">
                <a:solidFill>
                  <a:schemeClr val="tx1"/>
                </a:solidFill>
              </a:rPr>
              <a:t>CAM System Changes </a:t>
            </a:r>
            <a:r>
              <a:rPr lang="en-US" sz="2000">
                <a:solidFill>
                  <a:schemeClr val="tx1"/>
                </a:solidFill>
              </a:rPr>
              <a:t>CAM System Overview</a:t>
            </a:r>
          </a:p>
        </p:txBody>
      </p:sp>
      <p:graphicFrame>
        <p:nvGraphicFramePr>
          <p:cNvPr id="33" name="Diagram 32">
            <a:extLst>
              <a:ext uri="{FF2B5EF4-FFF2-40B4-BE49-F238E27FC236}">
                <a16:creationId xmlns:a16="http://schemas.microsoft.com/office/drawing/2014/main" id="{92BD374D-CA30-9F06-3D15-24F7765065FA}"/>
              </a:ext>
            </a:extLst>
          </p:cNvPr>
          <p:cNvGraphicFramePr/>
          <p:nvPr/>
        </p:nvGraphicFramePr>
        <p:xfrm>
          <a:off x="0" y="908720"/>
          <a:ext cx="9144000"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4376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A227-D4B1-913B-5EEC-749A1911FE56}"/>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008A8C58-618C-4749-4228-70A91AFD2D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31</a:t>
            </a:fld>
            <a:endParaRPr lang="en-US" altLang="ja-JP" sz="1400"/>
          </a:p>
        </p:txBody>
      </p:sp>
      <p:sp>
        <p:nvSpPr>
          <p:cNvPr id="15368" name="タイトル 11">
            <a:extLst>
              <a:ext uri="{FF2B5EF4-FFF2-40B4-BE49-F238E27FC236}">
                <a16:creationId xmlns:a16="http://schemas.microsoft.com/office/drawing/2014/main" id="{7E5A418E-5486-8D3B-263B-FE57E8909ADF}"/>
              </a:ext>
            </a:extLst>
          </p:cNvPr>
          <p:cNvSpPr>
            <a:spLocks noGrp="1"/>
          </p:cNvSpPr>
          <p:nvPr>
            <p:ph type="title" idx="4294967295"/>
          </p:nvPr>
        </p:nvSpPr>
        <p:spPr/>
        <p:txBody>
          <a:bodyPr/>
          <a:lstStyle/>
          <a:p>
            <a:r>
              <a:rPr lang="en-US" altLang="ja-JP" sz="2800" b="1">
                <a:solidFill>
                  <a:schemeClr val="tx1"/>
                </a:solidFill>
              </a:rPr>
              <a:t>Conclusion</a:t>
            </a:r>
            <a:endParaRPr lang="ja-JP" altLang="en-US" sz="2000" b="1">
              <a:solidFill>
                <a:schemeClr val="tx1"/>
              </a:solidFill>
            </a:endParaRPr>
          </a:p>
        </p:txBody>
      </p:sp>
      <p:graphicFrame>
        <p:nvGraphicFramePr>
          <p:cNvPr id="2" name="Table 1">
            <a:extLst>
              <a:ext uri="{FF2B5EF4-FFF2-40B4-BE49-F238E27FC236}">
                <a16:creationId xmlns:a16="http://schemas.microsoft.com/office/drawing/2014/main" id="{410ED0C9-D369-00C6-5BB3-43A1B1C12972}"/>
              </a:ext>
            </a:extLst>
          </p:cNvPr>
          <p:cNvGraphicFramePr>
            <a:graphicFrameLocks noGrp="1"/>
          </p:cNvGraphicFramePr>
          <p:nvPr/>
        </p:nvGraphicFramePr>
        <p:xfrm>
          <a:off x="685800" y="1325489"/>
          <a:ext cx="7772400" cy="1737360"/>
        </p:xfrm>
        <a:graphic>
          <a:graphicData uri="http://schemas.openxmlformats.org/drawingml/2006/table">
            <a:tbl>
              <a:tblPr/>
              <a:tblGrid>
                <a:gridCol w="1943100">
                  <a:extLst>
                    <a:ext uri="{9D8B030D-6E8A-4147-A177-3AD203B41FA5}">
                      <a16:colId xmlns:a16="http://schemas.microsoft.com/office/drawing/2014/main" val="4291276909"/>
                    </a:ext>
                  </a:extLst>
                </a:gridCol>
                <a:gridCol w="1943100">
                  <a:extLst>
                    <a:ext uri="{9D8B030D-6E8A-4147-A177-3AD203B41FA5}">
                      <a16:colId xmlns:a16="http://schemas.microsoft.com/office/drawing/2014/main" val="4061559627"/>
                    </a:ext>
                  </a:extLst>
                </a:gridCol>
                <a:gridCol w="1943100">
                  <a:extLst>
                    <a:ext uri="{9D8B030D-6E8A-4147-A177-3AD203B41FA5}">
                      <a16:colId xmlns:a16="http://schemas.microsoft.com/office/drawing/2014/main" val="2753183871"/>
                    </a:ext>
                  </a:extLst>
                </a:gridCol>
                <a:gridCol w="1943100">
                  <a:extLst>
                    <a:ext uri="{9D8B030D-6E8A-4147-A177-3AD203B41FA5}">
                      <a16:colId xmlns:a16="http://schemas.microsoft.com/office/drawing/2014/main" val="218322060"/>
                    </a:ext>
                  </a:extLst>
                </a:gridCol>
              </a:tblGrid>
              <a:tr h="0">
                <a:tc>
                  <a:txBody>
                    <a:bodyPr/>
                    <a:lstStyle/>
                    <a:p>
                      <a:pPr>
                        <a:buNone/>
                      </a:pPr>
                      <a:r>
                        <a:rPr lang="en-US" dirty="0">
                          <a:solidFill>
                            <a:schemeClr val="bg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Previous Research (Truncated Cone)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Current Research (Complex Shape)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439187561"/>
                  </a:ext>
                </a:extLst>
              </a:tr>
              <a:tr h="0">
                <a:tc>
                  <a:txBody>
                    <a:bodyPr/>
                    <a:lstStyle/>
                    <a:p>
                      <a:pPr>
                        <a:buNone/>
                      </a:pPr>
                      <a:r>
                        <a:rPr lang="en-US">
                          <a:solidFill>
                            <a:schemeClr val="bg1"/>
                          </a:solidFill>
                        </a:rPr>
                        <a:t>Max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14.9 (small radius)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10.8 (with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-4.1 mm (-27.5%)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217749697"/>
                  </a:ext>
                </a:extLst>
              </a:tr>
              <a:tr h="0">
                <a:tc>
                  <a:txBody>
                    <a:bodyPr/>
                    <a:lstStyle/>
                    <a:p>
                      <a:pPr>
                        <a:buNone/>
                      </a:pPr>
                      <a:r>
                        <a:rPr lang="en-US">
                          <a:solidFill>
                            <a:schemeClr val="bg1"/>
                          </a:solidFill>
                        </a:rPr>
                        <a:t>Min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8 (large radius)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 (without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+1.8 mm (+22.5%)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996649282"/>
                  </a:ext>
                </a:extLst>
              </a:tr>
              <a:tr h="0">
                <a:tc>
                  <a:txBody>
                    <a:bodyPr/>
                    <a:lstStyle/>
                    <a:p>
                      <a:pPr>
                        <a:buNone/>
                      </a:pPr>
                      <a:r>
                        <a:rPr lang="en-US">
                          <a:solidFill>
                            <a:schemeClr val="bg1"/>
                          </a:solidFill>
                        </a:rPr>
                        <a:t>Springback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&lt;5% (good angles)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~5.05% (inferred)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dirty="0">
                          <a:solidFill>
                            <a:schemeClr val="bg1"/>
                          </a:solidFill>
                        </a:rPr>
                        <a:t>Comparable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13199371"/>
                  </a:ext>
                </a:extLst>
              </a:tr>
            </a:tbl>
          </a:graphicData>
        </a:graphic>
      </p:graphicFrame>
      <p:graphicFrame>
        <p:nvGraphicFramePr>
          <p:cNvPr id="3" name="Table 2">
            <a:extLst>
              <a:ext uri="{FF2B5EF4-FFF2-40B4-BE49-F238E27FC236}">
                <a16:creationId xmlns:a16="http://schemas.microsoft.com/office/drawing/2014/main" id="{3ADB4D91-0584-806A-A9E3-B0D86A130987}"/>
              </a:ext>
            </a:extLst>
          </p:cNvPr>
          <p:cNvGraphicFramePr>
            <a:graphicFrameLocks noGrp="1"/>
          </p:cNvGraphicFramePr>
          <p:nvPr/>
        </p:nvGraphicFramePr>
        <p:xfrm>
          <a:off x="457200" y="3520831"/>
          <a:ext cx="8229600" cy="2011680"/>
        </p:xfrm>
        <a:graphic>
          <a:graphicData uri="http://schemas.openxmlformats.org/drawingml/2006/table">
            <a:tbl>
              <a:tblPr/>
              <a:tblGrid>
                <a:gridCol w="1682262">
                  <a:extLst>
                    <a:ext uri="{9D8B030D-6E8A-4147-A177-3AD203B41FA5}">
                      <a16:colId xmlns:a16="http://schemas.microsoft.com/office/drawing/2014/main" val="3711293986"/>
                    </a:ext>
                  </a:extLst>
                </a:gridCol>
                <a:gridCol w="1375507">
                  <a:extLst>
                    <a:ext uri="{9D8B030D-6E8A-4147-A177-3AD203B41FA5}">
                      <a16:colId xmlns:a16="http://schemas.microsoft.com/office/drawing/2014/main" val="2455403734"/>
                    </a:ext>
                  </a:extLst>
                </a:gridCol>
                <a:gridCol w="1141046">
                  <a:extLst>
                    <a:ext uri="{9D8B030D-6E8A-4147-A177-3AD203B41FA5}">
                      <a16:colId xmlns:a16="http://schemas.microsoft.com/office/drawing/2014/main" val="720631591"/>
                    </a:ext>
                  </a:extLst>
                </a:gridCol>
                <a:gridCol w="1287585">
                  <a:extLst>
                    <a:ext uri="{9D8B030D-6E8A-4147-A177-3AD203B41FA5}">
                      <a16:colId xmlns:a16="http://schemas.microsoft.com/office/drawing/2014/main" val="2010168944"/>
                    </a:ext>
                  </a:extLst>
                </a:gridCol>
                <a:gridCol w="1189892">
                  <a:extLst>
                    <a:ext uri="{9D8B030D-6E8A-4147-A177-3AD203B41FA5}">
                      <a16:colId xmlns:a16="http://schemas.microsoft.com/office/drawing/2014/main" val="4228581664"/>
                    </a:ext>
                  </a:extLst>
                </a:gridCol>
                <a:gridCol w="1553308">
                  <a:extLst>
                    <a:ext uri="{9D8B030D-6E8A-4147-A177-3AD203B41FA5}">
                      <a16:colId xmlns:a16="http://schemas.microsoft.com/office/drawing/2014/main" val="2111814186"/>
                    </a:ext>
                  </a:extLst>
                </a:gridCol>
              </a:tblGrid>
              <a:tr h="0">
                <a:tc>
                  <a:txBody>
                    <a:bodyPr/>
                    <a:lstStyle/>
                    <a:p>
                      <a:pPr algn="ctr">
                        <a:buNone/>
                      </a:pPr>
                      <a:r>
                        <a:rPr lang="en-US">
                          <a:solidFill>
                            <a:schemeClr val="bg1"/>
                          </a:solidFill>
                        </a:rPr>
                        <a:t>Test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Temperature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Achieved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Deviation from Target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Relative Error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659279938"/>
                  </a:ext>
                </a:extLst>
              </a:tr>
              <a:tr h="0">
                <a:tc>
                  <a:txBody>
                    <a:bodyPr/>
                    <a:lstStyle/>
                    <a:p>
                      <a:pPr>
                        <a:buNone/>
                      </a:pPr>
                      <a:r>
                        <a:rPr lang="en-US">
                          <a:solidFill>
                            <a:schemeClr val="bg1"/>
                          </a:solidFill>
                        </a:rPr>
                        <a:t>With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44483031"/>
                  </a:ext>
                </a:extLst>
              </a:tr>
              <a:tr h="0">
                <a:tc>
                  <a:txBody>
                    <a:bodyPr/>
                    <a:lstStyle/>
                    <a:p>
                      <a:pPr>
                        <a:buNone/>
                      </a:pPr>
                      <a:r>
                        <a:rPr lang="en-US">
                          <a:solidFill>
                            <a:schemeClr val="bg1"/>
                          </a:solidFill>
                        </a:rPr>
                        <a:t>Without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76911705"/>
                  </a:ext>
                </a:extLst>
              </a:tr>
              <a:tr h="0">
                <a:tc>
                  <a:txBody>
                    <a:bodyPr/>
                    <a:lstStyle/>
                    <a:p>
                      <a:pPr>
                        <a:buNone/>
                      </a:pPr>
                      <a:r>
                        <a:rPr lang="en-US" b="1">
                          <a:solidFill>
                            <a:schemeClr val="bg1"/>
                          </a:solidFill>
                        </a:rPr>
                        <a:t>Mean</a:t>
                      </a: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68982521"/>
                  </a:ext>
                </a:extLst>
              </a:tr>
            </a:tbl>
          </a:graphicData>
        </a:graphic>
      </p:graphicFrame>
    </p:spTree>
    <p:extLst>
      <p:ext uri="{BB962C8B-B14F-4D97-AF65-F5344CB8AC3E}">
        <p14:creationId xmlns:p14="http://schemas.microsoft.com/office/powerpoint/2010/main" val="3730332151"/>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Arial"/>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ln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4802</Words>
  <Application>Microsoft Office PowerPoint</Application>
  <PresentationFormat>On-screen Show (4:3)</PresentationFormat>
  <Paragraphs>541</Paragraphs>
  <Slides>32</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 (Headings)</vt:lpstr>
      <vt:lpstr>ＭＳ Ｐ明朝</vt:lpstr>
      <vt:lpstr>Aptos</vt:lpstr>
      <vt:lpstr>Arial</vt:lpstr>
      <vt:lpstr>Times New Roman</vt:lpstr>
      <vt:lpstr>標準デザイン</vt:lpstr>
      <vt:lpstr>PowerPoint Presentation</vt:lpstr>
      <vt:lpstr>Presentation content</vt:lpstr>
      <vt:lpstr>PowerPoint Presentation</vt:lpstr>
      <vt:lpstr>PowerPoint Presentation</vt:lpstr>
      <vt:lpstr>Previous Research</vt:lpstr>
      <vt:lpstr>PowerPoint Presentation</vt:lpstr>
      <vt:lpstr>PowerPoint Presentation</vt:lpstr>
      <vt:lpstr>Test Shape Change</vt:lpstr>
      <vt:lpstr>Experimental Results CAM System Tests</vt:lpstr>
      <vt:lpstr>Experimental Equipment</vt:lpstr>
      <vt:lpstr>Experimental Setup</vt:lpstr>
      <vt:lpstr>Experimental Results CFRTP Tests</vt:lpstr>
      <vt:lpstr>PowerPoint Presentation</vt:lpstr>
      <vt:lpstr>Conclusion</vt:lpstr>
      <vt:lpstr>Potential Improvements</vt:lpstr>
      <vt:lpstr>PowerPoint Presentation</vt:lpstr>
      <vt:lpstr>PowerPoint Presentation</vt:lpstr>
      <vt:lpstr>PowerPoint Presentation</vt:lpstr>
      <vt:lpstr>PowerPoint Presentation</vt:lpstr>
      <vt:lpstr>Background Information</vt:lpstr>
      <vt:lpstr>PowerPoint Presentation</vt:lpstr>
      <vt:lpstr>PowerPoint Presentation</vt:lpstr>
      <vt:lpstr>Experimental Equipment</vt:lpstr>
      <vt:lpstr>Experimental Equipment</vt:lpstr>
      <vt:lpstr>PowerPoint Presentation</vt:lpstr>
      <vt:lpstr>Experimental equipment</vt:lpstr>
      <vt:lpstr>CFRTP experiments </vt:lpstr>
      <vt:lpstr>CFRTP experiments </vt:lpstr>
      <vt:lpstr>PowerPoint Presentation</vt:lpstr>
      <vt:lpstr>CFRTP Experimental conditions</vt:lpstr>
      <vt:lpstr>PowerPoint Presentation</vt:lpstr>
      <vt:lpstr>Conclusion</vt:lpstr>
    </vt:vector>
  </TitlesOfParts>
  <Company>pel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pelstaf4</dc:creator>
  <cp:lastModifiedBy>karter wong</cp:lastModifiedBy>
  <cp:revision>1</cp:revision>
  <dcterms:created xsi:type="dcterms:W3CDTF">2000-12-16T01:41:23Z</dcterms:created>
  <dcterms:modified xsi:type="dcterms:W3CDTF">2025-07-22T09:22:31Z</dcterms:modified>
</cp:coreProperties>
</file>