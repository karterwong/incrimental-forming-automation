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14"/>
  </p:notesMasterIdLst>
  <p:sldIdLst>
    <p:sldId id="256" r:id="rId2"/>
    <p:sldId id="257" r:id="rId3"/>
    <p:sldId id="273" r:id="rId4"/>
    <p:sldId id="278" r:id="rId5"/>
    <p:sldId id="275" r:id="rId6"/>
    <p:sldId id="277" r:id="rId7"/>
    <p:sldId id="280" r:id="rId8"/>
    <p:sldId id="262" r:id="rId9"/>
    <p:sldId id="261" r:id="rId10"/>
    <p:sldId id="279" r:id="rId11"/>
    <p:sldId id="266"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83A033-AAD6-415B-949F-6C905A74FE06}" v="31" dt="2025-01-20T04:31:50.066"/>
    <p1510:client id="{F2485CE7-6657-48F0-9070-2BBE8AD2F5C5}" v="45" dt="2025-01-20T00:30: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024" autoAdjust="0"/>
  </p:normalViewPr>
  <p:slideViewPr>
    <p:cSldViewPr snapToGrid="0">
      <p:cViewPr varScale="1">
        <p:scale>
          <a:sx n="76" d="100"/>
          <a:sy n="76"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R MAKOTOWINGTIM WONG" userId="87f3421f-7e5f-4328-a49b-3eb6eaf73452" providerId="ADAL" clId="{0383A033-AAD6-415B-949F-6C905A74FE06}"/>
    <pc:docChg chg="undo custSel addSld delSld modSld sldOrd">
      <pc:chgData name="KARTER MAKOTOWINGTIM WONG" userId="87f3421f-7e5f-4328-a49b-3eb6eaf73452" providerId="ADAL" clId="{0383A033-AAD6-415B-949F-6C905A74FE06}" dt="2025-01-20T04:37:36.144" v="977" actId="20577"/>
      <pc:docMkLst>
        <pc:docMk/>
      </pc:docMkLst>
      <pc:sldChg chg="modSp add del mod modAnim modNotesTx">
        <pc:chgData name="KARTER MAKOTOWINGTIM WONG" userId="87f3421f-7e5f-4328-a49b-3eb6eaf73452" providerId="ADAL" clId="{0383A033-AAD6-415B-949F-6C905A74FE06}" dt="2025-01-20T04:09:23.572" v="765"/>
        <pc:sldMkLst>
          <pc:docMk/>
          <pc:sldMk cId="811558777" sldId="256"/>
        </pc:sldMkLst>
        <pc:spChg chg="mod">
          <ac:chgData name="KARTER MAKOTOWINGTIM WONG" userId="87f3421f-7e5f-4328-a49b-3eb6eaf73452" providerId="ADAL" clId="{0383A033-AAD6-415B-949F-6C905A74FE06}" dt="2025-01-20T03:28:33.217" v="706" actId="14100"/>
          <ac:spMkLst>
            <pc:docMk/>
            <pc:sldMk cId="811558777" sldId="256"/>
            <ac:spMk id="2" creationId="{9F8A7D4A-10BF-0305-6CCD-B5274E10E514}"/>
          </ac:spMkLst>
        </pc:spChg>
        <pc:spChg chg="mod">
          <ac:chgData name="KARTER MAKOTOWINGTIM WONG" userId="87f3421f-7e5f-4328-a49b-3eb6eaf73452" providerId="ADAL" clId="{0383A033-AAD6-415B-949F-6C905A74FE06}" dt="2025-01-20T03:16:46.061" v="570" actId="20577"/>
          <ac:spMkLst>
            <pc:docMk/>
            <pc:sldMk cId="811558777" sldId="256"/>
            <ac:spMk id="3" creationId="{73A9C2DA-8FF9-C0CF-0421-5E56000A1EFD}"/>
          </ac:spMkLst>
        </pc:spChg>
      </pc:sldChg>
      <pc:sldChg chg="add del">
        <pc:chgData name="KARTER MAKOTOWINGTIM WONG" userId="87f3421f-7e5f-4328-a49b-3eb6eaf73452" providerId="ADAL" clId="{0383A033-AAD6-415B-949F-6C905A74FE06}" dt="2025-01-20T04:04:47.535" v="741" actId="47"/>
        <pc:sldMkLst>
          <pc:docMk/>
          <pc:sldMk cId="287361484" sldId="257"/>
        </pc:sldMkLst>
      </pc:sldChg>
      <pc:sldChg chg="ord">
        <pc:chgData name="KARTER MAKOTOWINGTIM WONG" userId="87f3421f-7e5f-4328-a49b-3eb6eaf73452" providerId="ADAL" clId="{0383A033-AAD6-415B-949F-6C905A74FE06}" dt="2025-01-20T01:40:47.164" v="153"/>
        <pc:sldMkLst>
          <pc:docMk/>
          <pc:sldMk cId="1469695670" sldId="261"/>
        </pc:sldMkLst>
      </pc:sldChg>
      <pc:sldChg chg="modNotesTx">
        <pc:chgData name="KARTER MAKOTOWINGTIM WONG" userId="87f3421f-7e5f-4328-a49b-3eb6eaf73452" providerId="ADAL" clId="{0383A033-AAD6-415B-949F-6C905A74FE06}" dt="2025-01-20T04:37:36.144" v="977" actId="20577"/>
        <pc:sldMkLst>
          <pc:docMk/>
          <pc:sldMk cId="3364298083" sldId="262"/>
        </pc:sldMkLst>
      </pc:sldChg>
      <pc:sldChg chg="mod modShow">
        <pc:chgData name="KARTER MAKOTOWINGTIM WONG" userId="87f3421f-7e5f-4328-a49b-3eb6eaf73452" providerId="ADAL" clId="{0383A033-AAD6-415B-949F-6C905A74FE06}" dt="2025-01-20T01:40:49.695" v="154" actId="729"/>
        <pc:sldMkLst>
          <pc:docMk/>
          <pc:sldMk cId="323851071" sldId="266"/>
        </pc:sldMkLst>
      </pc:sldChg>
      <pc:sldChg chg="modAnim">
        <pc:chgData name="KARTER MAKOTOWINGTIM WONG" userId="87f3421f-7e5f-4328-a49b-3eb6eaf73452" providerId="ADAL" clId="{0383A033-AAD6-415B-949F-6C905A74FE06}" dt="2025-01-20T04:09:27.092" v="766"/>
        <pc:sldMkLst>
          <pc:docMk/>
          <pc:sldMk cId="1818868800" sldId="275"/>
        </pc:sldMkLst>
      </pc:sldChg>
      <pc:sldChg chg="modSp mod modNotesTx">
        <pc:chgData name="KARTER MAKOTOWINGTIM WONG" userId="87f3421f-7e5f-4328-a49b-3eb6eaf73452" providerId="ADAL" clId="{0383A033-AAD6-415B-949F-6C905A74FE06}" dt="2025-01-20T04:35:05.768" v="813" actId="20577"/>
        <pc:sldMkLst>
          <pc:docMk/>
          <pc:sldMk cId="2273860798" sldId="277"/>
        </pc:sldMkLst>
        <pc:spChg chg="mod">
          <ac:chgData name="KARTER MAKOTOWINGTIM WONG" userId="87f3421f-7e5f-4328-a49b-3eb6eaf73452" providerId="ADAL" clId="{0383A033-AAD6-415B-949F-6C905A74FE06}" dt="2025-01-20T01:45:58.246" v="155" actId="1076"/>
          <ac:spMkLst>
            <pc:docMk/>
            <pc:sldMk cId="2273860798" sldId="277"/>
            <ac:spMk id="3" creationId="{5E53FAC8-7CF8-BA14-CE73-5A06FDD08190}"/>
          </ac:spMkLst>
        </pc:spChg>
        <pc:picChg chg="mod">
          <ac:chgData name="KARTER MAKOTOWINGTIM WONG" userId="87f3421f-7e5f-4328-a49b-3eb6eaf73452" providerId="ADAL" clId="{0383A033-AAD6-415B-949F-6C905A74FE06}" dt="2025-01-20T01:56:04.509" v="157" actId="1076"/>
          <ac:picMkLst>
            <pc:docMk/>
            <pc:sldMk cId="2273860798" sldId="277"/>
            <ac:picMk id="5" creationId="{06998268-DE90-684F-CB4D-8B2DF74F43E1}"/>
          </ac:picMkLst>
        </pc:picChg>
        <pc:picChg chg="mod">
          <ac:chgData name="KARTER MAKOTOWINGTIM WONG" userId="87f3421f-7e5f-4328-a49b-3eb6eaf73452" providerId="ADAL" clId="{0383A033-AAD6-415B-949F-6C905A74FE06}" dt="2025-01-20T01:56:04.509" v="157" actId="1076"/>
          <ac:picMkLst>
            <pc:docMk/>
            <pc:sldMk cId="2273860798" sldId="277"/>
            <ac:picMk id="7" creationId="{EB0FA635-758A-19EF-D81F-0F694396956C}"/>
          </ac:picMkLst>
        </pc:picChg>
      </pc:sldChg>
      <pc:sldChg chg="modSp mod modNotesTx">
        <pc:chgData name="KARTER MAKOTOWINGTIM WONG" userId="87f3421f-7e5f-4328-a49b-3eb6eaf73452" providerId="ADAL" clId="{0383A033-AAD6-415B-949F-6C905A74FE06}" dt="2025-01-20T04:31:53.445" v="772"/>
        <pc:sldMkLst>
          <pc:docMk/>
          <pc:sldMk cId="1672749082" sldId="278"/>
        </pc:sldMkLst>
        <pc:picChg chg="mod">
          <ac:chgData name="KARTER MAKOTOWINGTIM WONG" userId="87f3421f-7e5f-4328-a49b-3eb6eaf73452" providerId="ADAL" clId="{0383A033-AAD6-415B-949F-6C905A74FE06}" dt="2025-01-20T02:56:09.318" v="561" actId="2085"/>
          <ac:picMkLst>
            <pc:docMk/>
            <pc:sldMk cId="1672749082" sldId="278"/>
            <ac:picMk id="29" creationId="{0B27CC7D-3C25-990A-CF1E-0788C5E03DE3}"/>
          </ac:picMkLst>
        </pc:picChg>
      </pc:sldChg>
      <pc:sldChg chg="addSp delSp modSp mod ord modShow">
        <pc:chgData name="KARTER MAKOTOWINGTIM WONG" userId="87f3421f-7e5f-4328-a49b-3eb6eaf73452" providerId="ADAL" clId="{0383A033-AAD6-415B-949F-6C905A74FE06}" dt="2025-01-20T04:27:14.074" v="770"/>
        <pc:sldMkLst>
          <pc:docMk/>
          <pc:sldMk cId="1112608476" sldId="279"/>
        </pc:sldMkLst>
        <pc:spChg chg="add mod">
          <ac:chgData name="KARTER MAKOTOWINGTIM WONG" userId="87f3421f-7e5f-4328-a49b-3eb6eaf73452" providerId="ADAL" clId="{0383A033-AAD6-415B-949F-6C905A74FE06}" dt="2025-01-20T02:52:12.822" v="482" actId="1076"/>
          <ac:spMkLst>
            <pc:docMk/>
            <pc:sldMk cId="1112608476" sldId="279"/>
            <ac:spMk id="3" creationId="{637ABBE8-DB9D-FD15-AB65-0209258CE29A}"/>
          </ac:spMkLst>
        </pc:spChg>
        <pc:spChg chg="add mod">
          <ac:chgData name="KARTER MAKOTOWINGTIM WONG" userId="87f3421f-7e5f-4328-a49b-3eb6eaf73452" providerId="ADAL" clId="{0383A033-AAD6-415B-949F-6C905A74FE06}" dt="2025-01-20T02:53:01.855" v="507" actId="14100"/>
          <ac:spMkLst>
            <pc:docMk/>
            <pc:sldMk cId="1112608476" sldId="279"/>
            <ac:spMk id="19" creationId="{27E6F7F7-5634-00DE-82DA-0BD8182E4666}"/>
          </ac:spMkLst>
        </pc:spChg>
        <pc:spChg chg="add mod">
          <ac:chgData name="KARTER MAKOTOWINGTIM WONG" userId="87f3421f-7e5f-4328-a49b-3eb6eaf73452" providerId="ADAL" clId="{0383A033-AAD6-415B-949F-6C905A74FE06}" dt="2025-01-20T02:53:39.398" v="534" actId="20577"/>
          <ac:spMkLst>
            <pc:docMk/>
            <pc:sldMk cId="1112608476" sldId="279"/>
            <ac:spMk id="28" creationId="{756BE750-5CAD-FC6B-F5C6-48B384FC7F3F}"/>
          </ac:spMkLst>
        </pc:spChg>
        <pc:cxnChg chg="add del">
          <ac:chgData name="KARTER MAKOTOWINGTIM WONG" userId="87f3421f-7e5f-4328-a49b-3eb6eaf73452" providerId="ADAL" clId="{0383A033-AAD6-415B-949F-6C905A74FE06}" dt="2025-01-20T02:51:40.085" v="474" actId="11529"/>
          <ac:cxnSpMkLst>
            <pc:docMk/>
            <pc:sldMk cId="1112608476" sldId="279"/>
            <ac:cxnSpMk id="6" creationId="{94F13EE8-76A6-26DC-2A66-F8A5B1A845AD}"/>
          </ac:cxnSpMkLst>
        </pc:cxnChg>
        <pc:cxnChg chg="add del mod">
          <ac:chgData name="KARTER MAKOTOWINGTIM WONG" userId="87f3421f-7e5f-4328-a49b-3eb6eaf73452" providerId="ADAL" clId="{0383A033-AAD6-415B-949F-6C905A74FE06}" dt="2025-01-20T02:53:57.803" v="539" actId="478"/>
          <ac:cxnSpMkLst>
            <pc:docMk/>
            <pc:sldMk cId="1112608476" sldId="279"/>
            <ac:cxnSpMk id="8" creationId="{32302306-7AE6-3C8C-2FAE-27AF99499B9C}"/>
          </ac:cxnSpMkLst>
        </pc:cxnChg>
        <pc:cxnChg chg="add del mod">
          <ac:chgData name="KARTER MAKOTOWINGTIM WONG" userId="87f3421f-7e5f-4328-a49b-3eb6eaf73452" providerId="ADAL" clId="{0383A033-AAD6-415B-949F-6C905A74FE06}" dt="2025-01-20T02:54:21.341" v="544" actId="478"/>
          <ac:cxnSpMkLst>
            <pc:docMk/>
            <pc:sldMk cId="1112608476" sldId="279"/>
            <ac:cxnSpMk id="14" creationId="{56FB62D6-DE27-4038-C55D-53CE38C67B88}"/>
          </ac:cxnSpMkLst>
        </pc:cxnChg>
        <pc:cxnChg chg="add del mod">
          <ac:chgData name="KARTER MAKOTOWINGTIM WONG" userId="87f3421f-7e5f-4328-a49b-3eb6eaf73452" providerId="ADAL" clId="{0383A033-AAD6-415B-949F-6C905A74FE06}" dt="2025-01-20T02:53:50.376" v="537" actId="478"/>
          <ac:cxnSpMkLst>
            <pc:docMk/>
            <pc:sldMk cId="1112608476" sldId="279"/>
            <ac:cxnSpMk id="20" creationId="{E376FAFA-CF2D-2F29-94BA-9ED37B3F4636}"/>
          </ac:cxnSpMkLst>
        </pc:cxnChg>
        <pc:cxnChg chg="add del mod">
          <ac:chgData name="KARTER MAKOTOWINGTIM WONG" userId="87f3421f-7e5f-4328-a49b-3eb6eaf73452" providerId="ADAL" clId="{0383A033-AAD6-415B-949F-6C905A74FE06}" dt="2025-01-20T02:53:52.515" v="538" actId="478"/>
          <ac:cxnSpMkLst>
            <pc:docMk/>
            <pc:sldMk cId="1112608476" sldId="279"/>
            <ac:cxnSpMk id="21" creationId="{330DE710-9B51-A89D-1167-DBA0D0F410D8}"/>
          </ac:cxnSpMkLst>
        </pc:cxnChg>
        <pc:cxnChg chg="add del mod">
          <ac:chgData name="KARTER MAKOTOWINGTIM WONG" userId="87f3421f-7e5f-4328-a49b-3eb6eaf73452" providerId="ADAL" clId="{0383A033-AAD6-415B-949F-6C905A74FE06}" dt="2025-01-20T02:53:48.126" v="536" actId="478"/>
          <ac:cxnSpMkLst>
            <pc:docMk/>
            <pc:sldMk cId="1112608476" sldId="279"/>
            <ac:cxnSpMk id="29" creationId="{0A77C236-E76B-AB7A-0298-590358EB8CDD}"/>
          </ac:cxnSpMkLst>
        </pc:cxnChg>
        <pc:cxnChg chg="add del mod">
          <ac:chgData name="KARTER MAKOTOWINGTIM WONG" userId="87f3421f-7e5f-4328-a49b-3eb6eaf73452" providerId="ADAL" clId="{0383A033-AAD6-415B-949F-6C905A74FE06}" dt="2025-01-20T02:53:42.565" v="535" actId="478"/>
          <ac:cxnSpMkLst>
            <pc:docMk/>
            <pc:sldMk cId="1112608476" sldId="279"/>
            <ac:cxnSpMk id="30" creationId="{59C6C0E9-F845-C2AD-51FD-38ECDDFA9BE6}"/>
          </ac:cxnSpMkLst>
        </pc:cxnChg>
        <pc:cxnChg chg="add del mod">
          <ac:chgData name="KARTER MAKOTOWINGTIM WONG" userId="87f3421f-7e5f-4328-a49b-3eb6eaf73452" providerId="ADAL" clId="{0383A033-AAD6-415B-949F-6C905A74FE06}" dt="2025-01-20T02:54:14.264" v="542" actId="11529"/>
          <ac:cxnSpMkLst>
            <pc:docMk/>
            <pc:sldMk cId="1112608476" sldId="279"/>
            <ac:cxnSpMk id="32" creationId="{3A23C00B-9BBF-4DED-469C-4C050F5B1CF5}"/>
          </ac:cxnSpMkLst>
        </pc:cxnChg>
        <pc:cxnChg chg="add mod">
          <ac:chgData name="KARTER MAKOTOWINGTIM WONG" userId="87f3421f-7e5f-4328-a49b-3eb6eaf73452" providerId="ADAL" clId="{0383A033-AAD6-415B-949F-6C905A74FE06}" dt="2025-01-20T02:54:48.656" v="548" actId="208"/>
          <ac:cxnSpMkLst>
            <pc:docMk/>
            <pc:sldMk cId="1112608476" sldId="279"/>
            <ac:cxnSpMk id="34" creationId="{A283F4D2-4FDF-9473-F93C-9DF6211A6378}"/>
          </ac:cxnSpMkLst>
        </pc:cxnChg>
        <pc:cxnChg chg="add mod">
          <ac:chgData name="KARTER MAKOTOWINGTIM WONG" userId="87f3421f-7e5f-4328-a49b-3eb6eaf73452" providerId="ADAL" clId="{0383A033-AAD6-415B-949F-6C905A74FE06}" dt="2025-01-20T02:55:14.266" v="553" actId="14100"/>
          <ac:cxnSpMkLst>
            <pc:docMk/>
            <pc:sldMk cId="1112608476" sldId="279"/>
            <ac:cxnSpMk id="37" creationId="{083A95EC-8F10-EBFA-D88D-BF82951C9E83}"/>
          </ac:cxnSpMkLst>
        </pc:cxnChg>
      </pc:sldChg>
      <pc:sldChg chg="new del">
        <pc:chgData name="KARTER MAKOTOWINGTIM WONG" userId="87f3421f-7e5f-4328-a49b-3eb6eaf73452" providerId="ADAL" clId="{0383A033-AAD6-415B-949F-6C905A74FE06}" dt="2025-01-20T02:05:40.257" v="159" actId="47"/>
        <pc:sldMkLst>
          <pc:docMk/>
          <pc:sldMk cId="1828030198" sldId="280"/>
        </pc:sldMkLst>
      </pc:sldChg>
      <pc:sldChg chg="addSp delSp modSp add mod modShow modNotesTx">
        <pc:chgData name="KARTER MAKOTOWINGTIM WONG" userId="87f3421f-7e5f-4328-a49b-3eb6eaf73452" providerId="ADAL" clId="{0383A033-AAD6-415B-949F-6C905A74FE06}" dt="2025-01-20T04:36:02.708" v="939" actId="20577"/>
        <pc:sldMkLst>
          <pc:docMk/>
          <pc:sldMk cId="3458526153" sldId="280"/>
        </pc:sldMkLst>
        <pc:spChg chg="add del mod">
          <ac:chgData name="KARTER MAKOTOWINGTIM WONG" userId="87f3421f-7e5f-4328-a49b-3eb6eaf73452" providerId="ADAL" clId="{0383A033-AAD6-415B-949F-6C905A74FE06}" dt="2025-01-20T02:10:06.772" v="218" actId="20577"/>
          <ac:spMkLst>
            <pc:docMk/>
            <pc:sldMk cId="3458526153" sldId="280"/>
            <ac:spMk id="2" creationId="{681D80A0-493D-5F71-E2EE-97C51E84AE10}"/>
          </ac:spMkLst>
        </pc:spChg>
        <pc:spChg chg="add mod">
          <ac:chgData name="KARTER MAKOTOWINGTIM WONG" userId="87f3421f-7e5f-4328-a49b-3eb6eaf73452" providerId="ADAL" clId="{0383A033-AAD6-415B-949F-6C905A74FE06}" dt="2025-01-20T03:25:04.700" v="603" actId="1076"/>
          <ac:spMkLst>
            <pc:docMk/>
            <pc:sldMk cId="3458526153" sldId="280"/>
            <ac:spMk id="3" creationId="{500CA5A7-49A5-809D-3094-1F0438174B9B}"/>
          </ac:spMkLst>
        </pc:spChg>
        <pc:spChg chg="del">
          <ac:chgData name="KARTER MAKOTOWINGTIM WONG" userId="87f3421f-7e5f-4328-a49b-3eb6eaf73452" providerId="ADAL" clId="{0383A033-AAD6-415B-949F-6C905A74FE06}" dt="2025-01-20T02:08:29.959" v="182" actId="478"/>
          <ac:spMkLst>
            <pc:docMk/>
            <pc:sldMk cId="3458526153" sldId="280"/>
            <ac:spMk id="3" creationId="{EF44532B-88D8-D730-705D-279756509A72}"/>
          </ac:spMkLst>
        </pc:spChg>
        <pc:spChg chg="add mod">
          <ac:chgData name="KARTER MAKOTOWINGTIM WONG" userId="87f3421f-7e5f-4328-a49b-3eb6eaf73452" providerId="ADAL" clId="{0383A033-AAD6-415B-949F-6C905A74FE06}" dt="2025-01-20T03:27:09.682" v="701" actId="20577"/>
          <ac:spMkLst>
            <pc:docMk/>
            <pc:sldMk cId="3458526153" sldId="280"/>
            <ac:spMk id="5" creationId="{7F79EC4E-1211-58EC-A710-93AB8287F91E}"/>
          </ac:spMkLst>
        </pc:spChg>
        <pc:spChg chg="add mod">
          <ac:chgData name="KARTER MAKOTOWINGTIM WONG" userId="87f3421f-7e5f-4328-a49b-3eb6eaf73452" providerId="ADAL" clId="{0383A033-AAD6-415B-949F-6C905A74FE06}" dt="2025-01-20T03:26:46.379" v="680"/>
          <ac:spMkLst>
            <pc:docMk/>
            <pc:sldMk cId="3458526153" sldId="280"/>
            <ac:spMk id="6" creationId="{D0B69162-67DE-CF0A-B0ED-E5AB2DD2DF92}"/>
          </ac:spMkLst>
        </pc:spChg>
        <pc:spChg chg="add del mod">
          <ac:chgData name="KARTER MAKOTOWINGTIM WONG" userId="87f3421f-7e5f-4328-a49b-3eb6eaf73452" providerId="ADAL" clId="{0383A033-AAD6-415B-949F-6C905A74FE06}" dt="2025-01-20T02:08:33.172" v="183" actId="478"/>
          <ac:spMkLst>
            <pc:docMk/>
            <pc:sldMk cId="3458526153" sldId="280"/>
            <ac:spMk id="15" creationId="{C02B8FE5-682E-365B-016D-9324E914B6E5}"/>
          </ac:spMkLst>
        </pc:spChg>
        <pc:spChg chg="add del mod">
          <ac:chgData name="KARTER MAKOTOWINGTIM WONG" userId="87f3421f-7e5f-4328-a49b-3eb6eaf73452" providerId="ADAL" clId="{0383A033-AAD6-415B-949F-6C905A74FE06}" dt="2025-01-20T02:09:57.889" v="198" actId="478"/>
          <ac:spMkLst>
            <pc:docMk/>
            <pc:sldMk cId="3458526153" sldId="280"/>
            <ac:spMk id="24" creationId="{1270BA78-7035-108C-A76D-46E7E6D3BD3C}"/>
          </ac:spMkLst>
        </pc:spChg>
        <pc:picChg chg="del">
          <ac:chgData name="KARTER MAKOTOWINGTIM WONG" userId="87f3421f-7e5f-4328-a49b-3eb6eaf73452" providerId="ADAL" clId="{0383A033-AAD6-415B-949F-6C905A74FE06}" dt="2025-01-20T02:05:45.950" v="161" actId="478"/>
          <ac:picMkLst>
            <pc:docMk/>
            <pc:sldMk cId="3458526153" sldId="280"/>
            <ac:picMk id="5" creationId="{8C42F39C-DE63-E44E-6D01-78F99C435CA4}"/>
          </ac:picMkLst>
        </pc:picChg>
        <pc:picChg chg="add del mod">
          <ac:chgData name="KARTER MAKOTOWINGTIM WONG" userId="87f3421f-7e5f-4328-a49b-3eb6eaf73452" providerId="ADAL" clId="{0383A033-AAD6-415B-949F-6C905A74FE06}" dt="2025-01-20T02:07:44.136" v="170" actId="478"/>
          <ac:picMkLst>
            <pc:docMk/>
            <pc:sldMk cId="3458526153" sldId="280"/>
            <ac:picMk id="6" creationId="{22EB1B26-823A-E45C-763D-E62BFF448727}"/>
          </ac:picMkLst>
        </pc:picChg>
        <pc:picChg chg="del">
          <ac:chgData name="KARTER MAKOTOWINGTIM WONG" userId="87f3421f-7e5f-4328-a49b-3eb6eaf73452" providerId="ADAL" clId="{0383A033-AAD6-415B-949F-6C905A74FE06}" dt="2025-01-20T02:05:47.687" v="162" actId="478"/>
          <ac:picMkLst>
            <pc:docMk/>
            <pc:sldMk cId="3458526153" sldId="280"/>
            <ac:picMk id="7" creationId="{BDF2AA43-74B8-A357-0606-E6680445B549}"/>
          </ac:picMkLst>
        </pc:picChg>
        <pc:picChg chg="add mod">
          <ac:chgData name="KARTER MAKOTOWINGTIM WONG" userId="87f3421f-7e5f-4328-a49b-3eb6eaf73452" providerId="ADAL" clId="{0383A033-AAD6-415B-949F-6C905A74FE06}" dt="2025-01-20T02:05:53.366" v="163"/>
          <ac:picMkLst>
            <pc:docMk/>
            <pc:sldMk cId="3458526153" sldId="280"/>
            <ac:picMk id="8" creationId="{7BBFEDF4-3D0F-06FB-F04C-24C227F97BE8}"/>
          </ac:picMkLst>
        </pc:picChg>
        <pc:picChg chg="add mod">
          <ac:chgData name="KARTER MAKOTOWINGTIM WONG" userId="87f3421f-7e5f-4328-a49b-3eb6eaf73452" providerId="ADAL" clId="{0383A033-AAD6-415B-949F-6C905A74FE06}" dt="2025-01-20T03:25:12.991" v="605" actId="1076"/>
          <ac:picMkLst>
            <pc:docMk/>
            <pc:sldMk cId="3458526153" sldId="280"/>
            <ac:picMk id="8" creationId="{E44B752C-0D8B-9C5D-4465-DF0BCCBF91EC}"/>
          </ac:picMkLst>
        </pc:picChg>
        <pc:picChg chg="add mod">
          <ac:chgData name="KARTER MAKOTOWINGTIM WONG" userId="87f3421f-7e5f-4328-a49b-3eb6eaf73452" providerId="ADAL" clId="{0383A033-AAD6-415B-949F-6C905A74FE06}" dt="2025-01-20T02:05:53.366" v="163"/>
          <ac:picMkLst>
            <pc:docMk/>
            <pc:sldMk cId="3458526153" sldId="280"/>
            <ac:picMk id="12" creationId="{29C1D321-BB95-86C3-B996-E184EDBA0C6E}"/>
          </ac:picMkLst>
        </pc:picChg>
        <pc:picChg chg="add mod">
          <ac:chgData name="KARTER MAKOTOWINGTIM WONG" userId="87f3421f-7e5f-4328-a49b-3eb6eaf73452" providerId="ADAL" clId="{0383A033-AAD6-415B-949F-6C905A74FE06}" dt="2025-01-20T03:25:15.406" v="606" actId="1076"/>
          <ac:picMkLst>
            <pc:docMk/>
            <pc:sldMk cId="3458526153" sldId="280"/>
            <ac:picMk id="12" creationId="{BD8CD527-DBDB-3F7B-89AB-105A87B14FEB}"/>
          </ac:picMkLst>
        </pc:picChg>
        <pc:picChg chg="add mod">
          <ac:chgData name="KARTER MAKOTOWINGTIM WONG" userId="87f3421f-7e5f-4328-a49b-3eb6eaf73452" providerId="ADAL" clId="{0383A033-AAD6-415B-949F-6C905A74FE06}" dt="2025-01-20T02:05:53.366" v="163"/>
          <ac:picMkLst>
            <pc:docMk/>
            <pc:sldMk cId="3458526153" sldId="280"/>
            <ac:picMk id="15" creationId="{DF40471F-A693-045D-CFC0-51AAA0F45B8E}"/>
          </ac:picMkLst>
        </pc:picChg>
        <pc:picChg chg="add mod">
          <ac:chgData name="KARTER MAKOTOWINGTIM WONG" userId="87f3421f-7e5f-4328-a49b-3eb6eaf73452" providerId="ADAL" clId="{0383A033-AAD6-415B-949F-6C905A74FE06}" dt="2025-01-20T03:23:49.178" v="574" actId="1076"/>
          <ac:picMkLst>
            <pc:docMk/>
            <pc:sldMk cId="3458526153" sldId="280"/>
            <ac:picMk id="18" creationId="{8A550C43-E828-19C3-9080-85F6B0C0B690}"/>
          </ac:picMkLst>
        </pc:picChg>
        <pc:picChg chg="add del mod">
          <ac:chgData name="KARTER MAKOTOWINGTIM WONG" userId="87f3421f-7e5f-4328-a49b-3eb6eaf73452" providerId="ADAL" clId="{0383A033-AAD6-415B-949F-6C905A74FE06}" dt="2025-01-20T02:11:57.566" v="437" actId="478"/>
          <ac:picMkLst>
            <pc:docMk/>
            <pc:sldMk cId="3458526153" sldId="280"/>
            <ac:picMk id="21" creationId="{53D822C4-4740-AF9D-FE7E-D3588328C887}"/>
          </ac:picMkLst>
        </pc:picChg>
      </pc:sldChg>
    </pc:docChg>
  </pc:docChgLst>
  <pc:docChgLst>
    <pc:chgData name="KARTER MAKOTOWINGTIM WONG" userId="87f3421f-7e5f-4328-a49b-3eb6eaf73452" providerId="ADAL" clId="{7919ACA2-C70E-4411-B120-32956F07D339}"/>
    <pc:docChg chg="undo custSel addSld delSld modSld sldOrd">
      <pc:chgData name="KARTER MAKOTOWINGTIM WONG" userId="87f3421f-7e5f-4328-a49b-3eb6eaf73452" providerId="ADAL" clId="{7919ACA2-C70E-4411-B120-32956F07D339}" dt="2025-01-17T11:02:00.634" v="466" actId="20577"/>
      <pc:docMkLst>
        <pc:docMk/>
      </pc:docMkLst>
      <pc:sldChg chg="addSp delSp modSp mod addAnim delDesignElem">
        <pc:chgData name="KARTER MAKOTOWINGTIM WONG" userId="87f3421f-7e5f-4328-a49b-3eb6eaf73452" providerId="ADAL" clId="{7919ACA2-C70E-4411-B120-32956F07D339}" dt="2025-01-17T09:59:16.135" v="34"/>
        <pc:sldMkLst>
          <pc:docMk/>
          <pc:sldMk cId="811558777" sldId="256"/>
        </pc:sldMkLst>
        <pc:spChg chg="mod">
          <ac:chgData name="KARTER MAKOTOWINGTIM WONG" userId="87f3421f-7e5f-4328-a49b-3eb6eaf73452" providerId="ADAL" clId="{7919ACA2-C70E-4411-B120-32956F07D339}" dt="2025-01-17T09:59:16.134" v="32" actId="26606"/>
          <ac:spMkLst>
            <pc:docMk/>
            <pc:sldMk cId="811558777" sldId="256"/>
            <ac:spMk id="2" creationId="{9F8A7D4A-10BF-0305-6CCD-B5274E10E514}"/>
          </ac:spMkLst>
        </pc:spChg>
        <pc:spChg chg="mod">
          <ac:chgData name="KARTER MAKOTOWINGTIM WONG" userId="87f3421f-7e5f-4328-a49b-3eb6eaf73452" providerId="ADAL" clId="{7919ACA2-C70E-4411-B120-32956F07D339}" dt="2025-01-17T09:59:16.134" v="32" actId="26606"/>
          <ac:spMkLst>
            <pc:docMk/>
            <pc:sldMk cId="811558777" sldId="256"/>
            <ac:spMk id="3" creationId="{73A9C2DA-8FF9-C0CF-0421-5E56000A1EFD}"/>
          </ac:spMkLst>
        </pc:spChg>
        <pc:spChg chg="add">
          <ac:chgData name="KARTER MAKOTOWINGTIM WONG" userId="87f3421f-7e5f-4328-a49b-3eb6eaf73452" providerId="ADAL" clId="{7919ACA2-C70E-4411-B120-32956F07D339}" dt="2025-01-17T09:59:16.134" v="32" actId="26606"/>
          <ac:spMkLst>
            <pc:docMk/>
            <pc:sldMk cId="811558777" sldId="256"/>
            <ac:spMk id="11" creationId="{6F5A5072-7B47-4D32-B52A-4EBBF590B8A5}"/>
          </ac:spMkLst>
        </pc:spChg>
        <pc:spChg chg="add">
          <ac:chgData name="KARTER MAKOTOWINGTIM WONG" userId="87f3421f-7e5f-4328-a49b-3eb6eaf73452" providerId="ADAL" clId="{7919ACA2-C70E-4411-B120-32956F07D339}" dt="2025-01-17T09:59:16.134" v="32" actId="26606"/>
          <ac:spMkLst>
            <pc:docMk/>
            <pc:sldMk cId="811558777" sldId="256"/>
            <ac:spMk id="13" creationId="{9715DAF0-AE1B-46C9-8A6B-DB2AA05AB91D}"/>
          </ac:spMkLst>
        </pc:spChg>
        <pc:spChg chg="add">
          <ac:chgData name="KARTER MAKOTOWINGTIM WONG" userId="87f3421f-7e5f-4328-a49b-3eb6eaf73452" providerId="ADAL" clId="{7919ACA2-C70E-4411-B120-32956F07D339}" dt="2025-01-17T09:59:16.134" v="32" actId="26606"/>
          <ac:spMkLst>
            <pc:docMk/>
            <pc:sldMk cId="811558777" sldId="256"/>
            <ac:spMk id="19" creationId="{6016219D-510E-4184-9090-6D5578A87BD1}"/>
          </ac:spMkLst>
        </pc:spChg>
        <pc:spChg chg="add">
          <ac:chgData name="KARTER MAKOTOWINGTIM WONG" userId="87f3421f-7e5f-4328-a49b-3eb6eaf73452" providerId="ADAL" clId="{7919ACA2-C70E-4411-B120-32956F07D339}" dt="2025-01-17T09:59:16.134" v="32" actId="26606"/>
          <ac:spMkLst>
            <pc:docMk/>
            <pc:sldMk cId="811558777" sldId="256"/>
            <ac:spMk id="25" creationId="{AFF4A713-7B75-4B21-90D7-5AB19547C728}"/>
          </ac:spMkLst>
        </pc:spChg>
        <pc:spChg chg="add">
          <ac:chgData name="KARTER MAKOTOWINGTIM WONG" userId="87f3421f-7e5f-4328-a49b-3eb6eaf73452" providerId="ADAL" clId="{7919ACA2-C70E-4411-B120-32956F07D339}" dt="2025-01-17T09:59:16.134" v="32" actId="26606"/>
          <ac:spMkLst>
            <pc:docMk/>
            <pc:sldMk cId="811558777" sldId="256"/>
            <ac:spMk id="26" creationId="{DC631C0B-6DA6-4E57-8231-CE32B3434A7E}"/>
          </ac:spMkLst>
        </pc:spChg>
        <pc:spChg chg="add">
          <ac:chgData name="KARTER MAKOTOWINGTIM WONG" userId="87f3421f-7e5f-4328-a49b-3eb6eaf73452" providerId="ADAL" clId="{7919ACA2-C70E-4411-B120-32956F07D339}" dt="2025-01-17T09:59:16.134" v="32" actId="26606"/>
          <ac:spMkLst>
            <pc:docMk/>
            <pc:sldMk cId="811558777" sldId="256"/>
            <ac:spMk id="27" creationId="{C29501E6-A978-4A61-9689-9085AF97A53A}"/>
          </ac:spMkLst>
        </pc:spChg>
      </pc:sldChg>
      <pc:sldChg chg="addSp delSp modSp mod delDesignElem">
        <pc:chgData name="KARTER MAKOTOWINGTIM WONG" userId="87f3421f-7e5f-4328-a49b-3eb6eaf73452" providerId="ADAL" clId="{7919ACA2-C70E-4411-B120-32956F07D339}" dt="2025-01-17T09:59:44.680" v="36" actId="13782"/>
        <pc:sldMkLst>
          <pc:docMk/>
          <pc:sldMk cId="287361484" sldId="257"/>
        </pc:sldMkLst>
      </pc:sldChg>
      <pc:sldChg chg="addSp delSp modSp mod delDesignElem">
        <pc:chgData name="KARTER MAKOTOWINGTIM WONG" userId="87f3421f-7e5f-4328-a49b-3eb6eaf73452" providerId="ADAL" clId="{7919ACA2-C70E-4411-B120-32956F07D339}" dt="2025-01-17T11:02:00.634" v="466" actId="20577"/>
        <pc:sldMkLst>
          <pc:docMk/>
          <pc:sldMk cId="1469695670" sldId="261"/>
        </pc:sldMkLst>
        <pc:spChg chg="mod">
          <ac:chgData name="KARTER MAKOTOWINGTIM WONG" userId="87f3421f-7e5f-4328-a49b-3eb6eaf73452" providerId="ADAL" clId="{7919ACA2-C70E-4411-B120-32956F07D339}" dt="2025-01-17T10:42:51.279" v="247" actId="26606"/>
          <ac:spMkLst>
            <pc:docMk/>
            <pc:sldMk cId="1469695670" sldId="261"/>
            <ac:spMk id="2" creationId="{D9C1D7DD-EDF9-119D-7C61-909C764A5CB7}"/>
          </ac:spMkLst>
        </pc:spChg>
        <pc:spChg chg="add">
          <ac:chgData name="KARTER MAKOTOWINGTIM WONG" userId="87f3421f-7e5f-4328-a49b-3eb6eaf73452" providerId="ADAL" clId="{7919ACA2-C70E-4411-B120-32956F07D339}" dt="2025-01-17T10:42:51.279" v="247" actId="26606"/>
          <ac:spMkLst>
            <pc:docMk/>
            <pc:sldMk cId="1469695670" sldId="261"/>
            <ac:spMk id="7" creationId="{6F5A5072-7B47-4D32-B52A-4EBBF590B8A5}"/>
          </ac:spMkLst>
        </pc:spChg>
        <pc:spChg chg="add">
          <ac:chgData name="KARTER MAKOTOWINGTIM WONG" userId="87f3421f-7e5f-4328-a49b-3eb6eaf73452" providerId="ADAL" clId="{7919ACA2-C70E-4411-B120-32956F07D339}" dt="2025-01-17T10:42:51.279" v="247" actId="26606"/>
          <ac:spMkLst>
            <pc:docMk/>
            <pc:sldMk cId="1469695670" sldId="261"/>
            <ac:spMk id="9" creationId="{9715DAF0-AE1B-46C9-8A6B-DB2AA05AB91D}"/>
          </ac:spMkLst>
        </pc:spChg>
        <pc:spChg chg="add">
          <ac:chgData name="KARTER MAKOTOWINGTIM WONG" userId="87f3421f-7e5f-4328-a49b-3eb6eaf73452" providerId="ADAL" clId="{7919ACA2-C70E-4411-B120-32956F07D339}" dt="2025-01-17T10:42:51.279" v="247" actId="26606"/>
          <ac:spMkLst>
            <pc:docMk/>
            <pc:sldMk cId="1469695670" sldId="261"/>
            <ac:spMk id="11" creationId="{6016219D-510E-4184-9090-6D5578A87BD1}"/>
          </ac:spMkLst>
        </pc:spChg>
        <pc:spChg chg="add">
          <ac:chgData name="KARTER MAKOTOWINGTIM WONG" userId="87f3421f-7e5f-4328-a49b-3eb6eaf73452" providerId="ADAL" clId="{7919ACA2-C70E-4411-B120-32956F07D339}" dt="2025-01-17T10:42:51.279" v="247" actId="26606"/>
          <ac:spMkLst>
            <pc:docMk/>
            <pc:sldMk cId="1469695670" sldId="261"/>
            <ac:spMk id="13" creationId="{AFF4A713-7B75-4B21-90D7-5AB19547C728}"/>
          </ac:spMkLst>
        </pc:spChg>
        <pc:spChg chg="add">
          <ac:chgData name="KARTER MAKOTOWINGTIM WONG" userId="87f3421f-7e5f-4328-a49b-3eb6eaf73452" providerId="ADAL" clId="{7919ACA2-C70E-4411-B120-32956F07D339}" dt="2025-01-17T10:42:51.279" v="247" actId="26606"/>
          <ac:spMkLst>
            <pc:docMk/>
            <pc:sldMk cId="1469695670" sldId="261"/>
            <ac:spMk id="15" creationId="{DC631C0B-6DA6-4E57-8231-CE32B3434A7E}"/>
          </ac:spMkLst>
        </pc:spChg>
        <pc:spChg chg="add">
          <ac:chgData name="KARTER MAKOTOWINGTIM WONG" userId="87f3421f-7e5f-4328-a49b-3eb6eaf73452" providerId="ADAL" clId="{7919ACA2-C70E-4411-B120-32956F07D339}" dt="2025-01-17T10:42:51.279" v="247" actId="26606"/>
          <ac:spMkLst>
            <pc:docMk/>
            <pc:sldMk cId="1469695670" sldId="261"/>
            <ac:spMk id="17" creationId="{C29501E6-A978-4A61-9689-9085AF97A53A}"/>
          </ac:spMkLst>
        </pc:spChg>
      </pc:sldChg>
      <pc:sldChg chg="addSp delSp modSp mod delDesignElem">
        <pc:chgData name="KARTER MAKOTOWINGTIM WONG" userId="87f3421f-7e5f-4328-a49b-3eb6eaf73452" providerId="ADAL" clId="{7919ACA2-C70E-4411-B120-32956F07D339}" dt="2025-01-17T11:01:01.820" v="431" actId="1076"/>
        <pc:sldMkLst>
          <pc:docMk/>
          <pc:sldMk cId="3364298083" sldId="262"/>
        </pc:sldMkLst>
        <pc:spChg chg="mod">
          <ac:chgData name="KARTER MAKOTOWINGTIM WONG" userId="87f3421f-7e5f-4328-a49b-3eb6eaf73452" providerId="ADAL" clId="{7919ACA2-C70E-4411-B120-32956F07D339}" dt="2025-01-17T10:37:51.996" v="245" actId="120"/>
          <ac:spMkLst>
            <pc:docMk/>
            <pc:sldMk cId="3364298083" sldId="262"/>
            <ac:spMk id="2" creationId="{F8D41550-F6E0-4CAA-5213-761223C1DCD9}"/>
          </ac:spMkLst>
        </pc:spChg>
        <pc:spChg chg="mod">
          <ac:chgData name="KARTER MAKOTOWINGTIM WONG" userId="87f3421f-7e5f-4328-a49b-3eb6eaf73452" providerId="ADAL" clId="{7919ACA2-C70E-4411-B120-32956F07D339}" dt="2025-01-17T10:37:45.959" v="244" actId="26606"/>
          <ac:spMkLst>
            <pc:docMk/>
            <pc:sldMk cId="3364298083" sldId="262"/>
            <ac:spMk id="3" creationId="{57A84C6C-6225-F4E4-686F-4ED0CFD92A89}"/>
          </ac:spMkLst>
        </pc:spChg>
        <pc:spChg chg="add">
          <ac:chgData name="KARTER MAKOTOWINGTIM WONG" userId="87f3421f-7e5f-4328-a49b-3eb6eaf73452" providerId="ADAL" clId="{7919ACA2-C70E-4411-B120-32956F07D339}" dt="2025-01-17T10:37:45.959" v="244" actId="26606"/>
          <ac:spMkLst>
            <pc:docMk/>
            <pc:sldMk cId="3364298083" sldId="262"/>
            <ac:spMk id="5" creationId="{09588DA8-065E-4F6F-8EFD-43104AB2E0CF}"/>
          </ac:spMkLst>
        </pc:spChg>
        <pc:spChg chg="add">
          <ac:chgData name="KARTER MAKOTOWINGTIM WONG" userId="87f3421f-7e5f-4328-a49b-3eb6eaf73452" providerId="ADAL" clId="{7919ACA2-C70E-4411-B120-32956F07D339}" dt="2025-01-17T10:37:45.959" v="244" actId="26606"/>
          <ac:spMkLst>
            <pc:docMk/>
            <pc:sldMk cId="3364298083" sldId="262"/>
            <ac:spMk id="6" creationId="{C4285719-470E-454C-AF62-8323075F1F5B}"/>
          </ac:spMkLst>
        </pc:spChg>
        <pc:spChg chg="add">
          <ac:chgData name="KARTER MAKOTOWINGTIM WONG" userId="87f3421f-7e5f-4328-a49b-3eb6eaf73452" providerId="ADAL" clId="{7919ACA2-C70E-4411-B120-32956F07D339}" dt="2025-01-17T10:37:45.959" v="244" actId="26606"/>
          <ac:spMkLst>
            <pc:docMk/>
            <pc:sldMk cId="3364298083" sldId="262"/>
            <ac:spMk id="7" creationId="{CD9FE4EF-C4D8-49A0-B2FF-81D8DB7D8A24}"/>
          </ac:spMkLst>
        </pc:spChg>
        <pc:spChg chg="add">
          <ac:chgData name="KARTER MAKOTOWINGTIM WONG" userId="87f3421f-7e5f-4328-a49b-3eb6eaf73452" providerId="ADAL" clId="{7919ACA2-C70E-4411-B120-32956F07D339}" dt="2025-01-17T10:37:45.959" v="244" actId="26606"/>
          <ac:spMkLst>
            <pc:docMk/>
            <pc:sldMk cId="3364298083" sldId="262"/>
            <ac:spMk id="9" creationId="{38FAA1A1-D861-433F-88FA-1E9D6FD31D11}"/>
          </ac:spMkLst>
        </pc:spChg>
        <pc:spChg chg="add">
          <ac:chgData name="KARTER MAKOTOWINGTIM WONG" userId="87f3421f-7e5f-4328-a49b-3eb6eaf73452" providerId="ADAL" clId="{7919ACA2-C70E-4411-B120-32956F07D339}" dt="2025-01-17T10:37:45.959" v="244" actId="26606"/>
          <ac:spMkLst>
            <pc:docMk/>
            <pc:sldMk cId="3364298083" sldId="262"/>
            <ac:spMk id="14" creationId="{4300840D-0A0B-4512-BACA-B439D5B9C57C}"/>
          </ac:spMkLst>
        </pc:spChg>
        <pc:spChg chg="add">
          <ac:chgData name="KARTER MAKOTOWINGTIM WONG" userId="87f3421f-7e5f-4328-a49b-3eb6eaf73452" providerId="ADAL" clId="{7919ACA2-C70E-4411-B120-32956F07D339}" dt="2025-01-17T10:37:45.959" v="244" actId="26606"/>
          <ac:spMkLst>
            <pc:docMk/>
            <pc:sldMk cId="3364298083" sldId="262"/>
            <ac:spMk id="16" creationId="{D2B78728-A580-49A7-84F9-6EF6F583ADE0}"/>
          </ac:spMkLst>
        </pc:spChg>
        <pc:spChg chg="add">
          <ac:chgData name="KARTER MAKOTOWINGTIM WONG" userId="87f3421f-7e5f-4328-a49b-3eb6eaf73452" providerId="ADAL" clId="{7919ACA2-C70E-4411-B120-32956F07D339}" dt="2025-01-17T10:37:45.959" v="244" actId="26606"/>
          <ac:spMkLst>
            <pc:docMk/>
            <pc:sldMk cId="3364298083" sldId="262"/>
            <ac:spMk id="20" creationId="{8D71EDA1-87BF-4D5D-AB79-F346FD19278A}"/>
          </ac:spMkLst>
        </pc:spChg>
      </pc:sldChg>
      <pc:sldChg chg="addSp delSp modSp mod delDesignElem">
        <pc:chgData name="KARTER MAKOTOWINGTIM WONG" userId="87f3421f-7e5f-4328-a49b-3eb6eaf73452" providerId="ADAL" clId="{7919ACA2-C70E-4411-B120-32956F07D339}" dt="2025-01-17T10:42:56.232" v="248" actId="26606"/>
        <pc:sldMkLst>
          <pc:docMk/>
          <pc:sldMk cId="323851071" sldId="266"/>
        </pc:sldMkLst>
        <pc:spChg chg="mod">
          <ac:chgData name="KARTER MAKOTOWINGTIM WONG" userId="87f3421f-7e5f-4328-a49b-3eb6eaf73452" providerId="ADAL" clId="{7919ACA2-C70E-4411-B120-32956F07D339}" dt="2025-01-17T10:42:56.232" v="248" actId="26606"/>
          <ac:spMkLst>
            <pc:docMk/>
            <pc:sldMk cId="323851071" sldId="266"/>
            <ac:spMk id="2" creationId="{315E60AD-33A0-802B-02FE-0368588D94E8}"/>
          </ac:spMkLst>
        </pc:spChg>
        <pc:spChg chg="mod">
          <ac:chgData name="KARTER MAKOTOWINGTIM WONG" userId="87f3421f-7e5f-4328-a49b-3eb6eaf73452" providerId="ADAL" clId="{7919ACA2-C70E-4411-B120-32956F07D339}" dt="2025-01-17T10:42:56.232" v="248" actId="26606"/>
          <ac:spMkLst>
            <pc:docMk/>
            <pc:sldMk cId="323851071" sldId="266"/>
            <ac:spMk id="3" creationId="{0519E1A3-9367-CBC9-EAC2-ED5A1037DAF7}"/>
          </ac:spMkLst>
        </pc:spChg>
        <pc:spChg chg="add">
          <ac:chgData name="KARTER MAKOTOWINGTIM WONG" userId="87f3421f-7e5f-4328-a49b-3eb6eaf73452" providerId="ADAL" clId="{7919ACA2-C70E-4411-B120-32956F07D339}" dt="2025-01-17T10:42:56.232" v="248" actId="26606"/>
          <ac:spMkLst>
            <pc:docMk/>
            <pc:sldMk cId="323851071" sldId="266"/>
            <ac:spMk id="5" creationId="{09588DA8-065E-4F6F-8EFD-43104AB2E0CF}"/>
          </ac:spMkLst>
        </pc:spChg>
        <pc:spChg chg="add">
          <ac:chgData name="KARTER MAKOTOWINGTIM WONG" userId="87f3421f-7e5f-4328-a49b-3eb6eaf73452" providerId="ADAL" clId="{7919ACA2-C70E-4411-B120-32956F07D339}" dt="2025-01-17T10:42:56.232" v="248" actId="26606"/>
          <ac:spMkLst>
            <pc:docMk/>
            <pc:sldMk cId="323851071" sldId="266"/>
            <ac:spMk id="6" creationId="{C4285719-470E-454C-AF62-8323075F1F5B}"/>
          </ac:spMkLst>
        </pc:spChg>
        <pc:spChg chg="add">
          <ac:chgData name="KARTER MAKOTOWINGTIM WONG" userId="87f3421f-7e5f-4328-a49b-3eb6eaf73452" providerId="ADAL" clId="{7919ACA2-C70E-4411-B120-32956F07D339}" dt="2025-01-17T10:42:56.232" v="248" actId="26606"/>
          <ac:spMkLst>
            <pc:docMk/>
            <pc:sldMk cId="323851071" sldId="266"/>
            <ac:spMk id="7" creationId="{CD9FE4EF-C4D8-49A0-B2FF-81D8DB7D8A24}"/>
          </ac:spMkLst>
        </pc:spChg>
        <pc:spChg chg="add">
          <ac:chgData name="KARTER MAKOTOWINGTIM WONG" userId="87f3421f-7e5f-4328-a49b-3eb6eaf73452" providerId="ADAL" clId="{7919ACA2-C70E-4411-B120-32956F07D339}" dt="2025-01-17T10:42:56.232" v="248" actId="26606"/>
          <ac:spMkLst>
            <pc:docMk/>
            <pc:sldMk cId="323851071" sldId="266"/>
            <ac:spMk id="9" creationId="{38FAA1A1-D861-433F-88FA-1E9D6FD31D11}"/>
          </ac:spMkLst>
        </pc:spChg>
        <pc:spChg chg="add">
          <ac:chgData name="KARTER MAKOTOWINGTIM WONG" userId="87f3421f-7e5f-4328-a49b-3eb6eaf73452" providerId="ADAL" clId="{7919ACA2-C70E-4411-B120-32956F07D339}" dt="2025-01-17T10:42:56.232" v="248" actId="26606"/>
          <ac:spMkLst>
            <pc:docMk/>
            <pc:sldMk cId="323851071" sldId="266"/>
            <ac:spMk id="14" creationId="{4300840D-0A0B-4512-BACA-B439D5B9C57C}"/>
          </ac:spMkLst>
        </pc:spChg>
        <pc:spChg chg="add">
          <ac:chgData name="KARTER MAKOTOWINGTIM WONG" userId="87f3421f-7e5f-4328-a49b-3eb6eaf73452" providerId="ADAL" clId="{7919ACA2-C70E-4411-B120-32956F07D339}" dt="2025-01-17T10:42:56.232" v="248" actId="26606"/>
          <ac:spMkLst>
            <pc:docMk/>
            <pc:sldMk cId="323851071" sldId="266"/>
            <ac:spMk id="16" creationId="{D2B78728-A580-49A7-84F9-6EF6F583ADE0}"/>
          </ac:spMkLst>
        </pc:spChg>
        <pc:spChg chg="add">
          <ac:chgData name="KARTER MAKOTOWINGTIM WONG" userId="87f3421f-7e5f-4328-a49b-3eb6eaf73452" providerId="ADAL" clId="{7919ACA2-C70E-4411-B120-32956F07D339}" dt="2025-01-17T10:42:56.232" v="248" actId="26606"/>
          <ac:spMkLst>
            <pc:docMk/>
            <pc:sldMk cId="323851071" sldId="266"/>
            <ac:spMk id="20" creationId="{8D71EDA1-87BF-4D5D-AB79-F346FD19278A}"/>
          </ac:spMkLst>
        </pc:spChg>
      </pc:sldChg>
      <pc:sldChg chg="addSp delSp modSp mod setBg addAnim delAnim setClrOvrMap delDesignElem modNotesTx">
        <pc:chgData name="KARTER MAKOTOWINGTIM WONG" userId="87f3421f-7e5f-4328-a49b-3eb6eaf73452" providerId="ADAL" clId="{7919ACA2-C70E-4411-B120-32956F07D339}" dt="2025-01-17T10:03:20.797" v="99" actId="26606"/>
        <pc:sldMkLst>
          <pc:docMk/>
          <pc:sldMk cId="1423999976" sldId="273"/>
        </pc:sldMkLst>
        <pc:spChg chg="mod">
          <ac:chgData name="KARTER MAKOTOWINGTIM WONG" userId="87f3421f-7e5f-4328-a49b-3eb6eaf73452" providerId="ADAL" clId="{7919ACA2-C70E-4411-B120-32956F07D339}" dt="2025-01-17T10:03:20.797" v="99" actId="26606"/>
          <ac:spMkLst>
            <pc:docMk/>
            <pc:sldMk cId="1423999976" sldId="273"/>
            <ac:spMk id="2" creationId="{F9AD78BE-4A2E-D77E-C603-9403FC5F93E1}"/>
          </ac:spMkLst>
        </pc:spChg>
        <pc:spChg chg="mod">
          <ac:chgData name="KARTER MAKOTOWINGTIM WONG" userId="87f3421f-7e5f-4328-a49b-3eb6eaf73452" providerId="ADAL" clId="{7919ACA2-C70E-4411-B120-32956F07D339}" dt="2025-01-17T10:03:20.797" v="99" actId="26606"/>
          <ac:spMkLst>
            <pc:docMk/>
            <pc:sldMk cId="1423999976" sldId="273"/>
            <ac:spMk id="3" creationId="{291A44A6-DDCE-9622-51F8-23F43B6D3BAA}"/>
          </ac:spMkLst>
        </pc:spChg>
        <pc:spChg chg="add">
          <ac:chgData name="KARTER MAKOTOWINGTIM WONG" userId="87f3421f-7e5f-4328-a49b-3eb6eaf73452" providerId="ADAL" clId="{7919ACA2-C70E-4411-B120-32956F07D339}" dt="2025-01-17T10:03:20.797" v="99" actId="26606"/>
          <ac:spMkLst>
            <pc:docMk/>
            <pc:sldMk cId="1423999976" sldId="273"/>
            <ac:spMk id="68" creationId="{C4285719-470E-454C-AF62-8323075F1F5B}"/>
          </ac:spMkLst>
        </pc:spChg>
        <pc:spChg chg="add">
          <ac:chgData name="KARTER MAKOTOWINGTIM WONG" userId="87f3421f-7e5f-4328-a49b-3eb6eaf73452" providerId="ADAL" clId="{7919ACA2-C70E-4411-B120-32956F07D339}" dt="2025-01-17T10:03:20.797" v="99" actId="26606"/>
          <ac:spMkLst>
            <pc:docMk/>
            <pc:sldMk cId="1423999976" sldId="273"/>
            <ac:spMk id="71" creationId="{D2B78728-A580-49A7-84F9-6EF6F583ADE0}"/>
          </ac:spMkLst>
        </pc:spChg>
        <pc:spChg chg="add">
          <ac:chgData name="KARTER MAKOTOWINGTIM WONG" userId="87f3421f-7e5f-4328-a49b-3eb6eaf73452" providerId="ADAL" clId="{7919ACA2-C70E-4411-B120-32956F07D339}" dt="2025-01-17T10:03:20.797" v="99" actId="26606"/>
          <ac:spMkLst>
            <pc:docMk/>
            <pc:sldMk cId="1423999976" sldId="273"/>
            <ac:spMk id="73" creationId="{8D71EDA1-87BF-4D5D-AB79-F346FD19278A}"/>
          </ac:spMkLst>
        </pc:spChg>
        <pc:picChg chg="add mod">
          <ac:chgData name="KARTER MAKOTOWINGTIM WONG" userId="87f3421f-7e5f-4328-a49b-3eb6eaf73452" providerId="ADAL" clId="{7919ACA2-C70E-4411-B120-32956F07D339}" dt="2025-01-17T10:03:09.367" v="93" actId="1076"/>
          <ac:picMkLst>
            <pc:docMk/>
            <pc:sldMk cId="1423999976" sldId="273"/>
            <ac:picMk id="4" creationId="{2AA0A522-91BA-7E2C-A882-872CBB87F976}"/>
          </ac:picMkLst>
        </pc:picChg>
      </pc:sldChg>
      <pc:sldChg chg="delSp mod ord delDesignElem modShow">
        <pc:chgData name="KARTER MAKOTOWINGTIM WONG" userId="87f3421f-7e5f-4328-a49b-3eb6eaf73452" providerId="ADAL" clId="{7919ACA2-C70E-4411-B120-32956F07D339}" dt="2025-01-17T09:57:07.050" v="17"/>
        <pc:sldMkLst>
          <pc:docMk/>
          <pc:sldMk cId="1209194065" sldId="274"/>
        </pc:sldMkLst>
      </pc:sldChg>
      <pc:sldChg chg="addSp delSp modSp mod addAnim delDesignElem">
        <pc:chgData name="KARTER MAKOTOWINGTIM WONG" userId="87f3421f-7e5f-4328-a49b-3eb6eaf73452" providerId="ADAL" clId="{7919ACA2-C70E-4411-B120-32956F07D339}" dt="2025-01-17T10:36:02.586" v="160"/>
        <pc:sldMkLst>
          <pc:docMk/>
          <pc:sldMk cId="1818868800" sldId="275"/>
        </pc:sldMkLst>
        <pc:spChg chg="mod">
          <ac:chgData name="KARTER MAKOTOWINGTIM WONG" userId="87f3421f-7e5f-4328-a49b-3eb6eaf73452" providerId="ADAL" clId="{7919ACA2-C70E-4411-B120-32956F07D339}" dt="2025-01-17T10:01:31.522" v="90" actId="20577"/>
          <ac:spMkLst>
            <pc:docMk/>
            <pc:sldMk cId="1818868800" sldId="275"/>
            <ac:spMk id="2" creationId="{5154F556-7BEC-840E-D709-74E7C501111C}"/>
          </ac:spMkLst>
        </pc:spChg>
        <pc:spChg chg="add">
          <ac:chgData name="KARTER MAKOTOWINGTIM WONG" userId="87f3421f-7e5f-4328-a49b-3eb6eaf73452" providerId="ADAL" clId="{7919ACA2-C70E-4411-B120-32956F07D339}" dt="2025-01-17T10:00:13.914" v="42" actId="26606"/>
          <ac:spMkLst>
            <pc:docMk/>
            <pc:sldMk cId="1818868800" sldId="275"/>
            <ac:spMk id="6" creationId="{09588DA8-065E-4F6F-8EFD-43104AB2E0CF}"/>
          </ac:spMkLst>
        </pc:spChg>
        <pc:spChg chg="add">
          <ac:chgData name="KARTER MAKOTOWINGTIM WONG" userId="87f3421f-7e5f-4328-a49b-3eb6eaf73452" providerId="ADAL" clId="{7919ACA2-C70E-4411-B120-32956F07D339}" dt="2025-01-17T10:00:13.914" v="42" actId="26606"/>
          <ac:spMkLst>
            <pc:docMk/>
            <pc:sldMk cId="1818868800" sldId="275"/>
            <ac:spMk id="7" creationId="{C4285719-470E-454C-AF62-8323075F1F5B}"/>
          </ac:spMkLst>
        </pc:spChg>
        <pc:spChg chg="add">
          <ac:chgData name="KARTER MAKOTOWINGTIM WONG" userId="87f3421f-7e5f-4328-a49b-3eb6eaf73452" providerId="ADAL" clId="{7919ACA2-C70E-4411-B120-32956F07D339}" dt="2025-01-17T10:00:13.914" v="42" actId="26606"/>
          <ac:spMkLst>
            <pc:docMk/>
            <pc:sldMk cId="1818868800" sldId="275"/>
            <ac:spMk id="9" creationId="{CD9FE4EF-C4D8-49A0-B2FF-81D8DB7D8A24}"/>
          </ac:spMkLst>
        </pc:spChg>
        <pc:spChg chg="add">
          <ac:chgData name="KARTER MAKOTOWINGTIM WONG" userId="87f3421f-7e5f-4328-a49b-3eb6eaf73452" providerId="ADAL" clId="{7919ACA2-C70E-4411-B120-32956F07D339}" dt="2025-01-17T10:00:13.914" v="42" actId="26606"/>
          <ac:spMkLst>
            <pc:docMk/>
            <pc:sldMk cId="1818868800" sldId="275"/>
            <ac:spMk id="11" creationId="{4300840D-0A0B-4512-BACA-B439D5B9C57C}"/>
          </ac:spMkLst>
        </pc:spChg>
        <pc:spChg chg="add">
          <ac:chgData name="KARTER MAKOTOWINGTIM WONG" userId="87f3421f-7e5f-4328-a49b-3eb6eaf73452" providerId="ADAL" clId="{7919ACA2-C70E-4411-B120-32956F07D339}" dt="2025-01-17T10:00:13.914" v="42" actId="26606"/>
          <ac:spMkLst>
            <pc:docMk/>
            <pc:sldMk cId="1818868800" sldId="275"/>
            <ac:spMk id="17" creationId="{D2B78728-A580-49A7-84F9-6EF6F583ADE0}"/>
          </ac:spMkLst>
        </pc:spChg>
        <pc:spChg chg="add">
          <ac:chgData name="KARTER MAKOTOWINGTIM WONG" userId="87f3421f-7e5f-4328-a49b-3eb6eaf73452" providerId="ADAL" clId="{7919ACA2-C70E-4411-B120-32956F07D339}" dt="2025-01-17T10:00:13.914" v="42" actId="26606"/>
          <ac:spMkLst>
            <pc:docMk/>
            <pc:sldMk cId="1818868800" sldId="275"/>
            <ac:spMk id="23" creationId="{38FAA1A1-D861-433F-88FA-1E9D6FD31D11}"/>
          </ac:spMkLst>
        </pc:spChg>
        <pc:spChg chg="add">
          <ac:chgData name="KARTER MAKOTOWINGTIM WONG" userId="87f3421f-7e5f-4328-a49b-3eb6eaf73452" providerId="ADAL" clId="{7919ACA2-C70E-4411-B120-32956F07D339}" dt="2025-01-17T10:00:13.914" v="42" actId="26606"/>
          <ac:spMkLst>
            <pc:docMk/>
            <pc:sldMk cId="1818868800" sldId="275"/>
            <ac:spMk id="24" creationId="{8D71EDA1-87BF-4D5D-AB79-F346FD19278A}"/>
          </ac:spMkLst>
        </pc:spChg>
        <pc:graphicFrameChg chg="add mod">
          <ac:chgData name="KARTER MAKOTOWINGTIM WONG" userId="87f3421f-7e5f-4328-a49b-3eb6eaf73452" providerId="ADAL" clId="{7919ACA2-C70E-4411-B120-32956F07D339}" dt="2025-01-17T10:21:31.379" v="156" actId="20577"/>
          <ac:graphicFrameMkLst>
            <pc:docMk/>
            <pc:sldMk cId="1818868800" sldId="275"/>
            <ac:graphicFrameMk id="25" creationId="{C0EB39FD-0EBB-BFB8-A431-FF7030F2BC73}"/>
          </ac:graphicFrameMkLst>
        </pc:graphicFrameChg>
        <pc:graphicFrameChg chg="add mod">
          <ac:chgData name="KARTER MAKOTOWINGTIM WONG" userId="87f3421f-7e5f-4328-a49b-3eb6eaf73452" providerId="ADAL" clId="{7919ACA2-C70E-4411-B120-32956F07D339}" dt="2025-01-17T10:36:02.586" v="160"/>
          <ac:graphicFrameMkLst>
            <pc:docMk/>
            <pc:sldMk cId="1818868800" sldId="275"/>
            <ac:graphicFrameMk id="26" creationId="{259E3DCF-48BF-76D6-4ED1-D094AAD37222}"/>
          </ac:graphicFrameMkLst>
        </pc:graphicFrameChg>
      </pc:sldChg>
      <pc:sldChg chg="delSp delDesignElem">
        <pc:chgData name="KARTER MAKOTOWINGTIM WONG" userId="87f3421f-7e5f-4328-a49b-3eb6eaf73452" providerId="ADAL" clId="{7919ACA2-C70E-4411-B120-32956F07D339}" dt="2025-01-17T09:57:07.050" v="17"/>
        <pc:sldMkLst>
          <pc:docMk/>
          <pc:sldMk cId="1480165170" sldId="276"/>
        </pc:sldMkLst>
      </pc:sldChg>
      <pc:sldChg chg="addSp delSp modSp mod delDesignElem">
        <pc:chgData name="KARTER MAKOTOWINGTIM WONG" userId="87f3421f-7e5f-4328-a49b-3eb6eaf73452" providerId="ADAL" clId="{7919ACA2-C70E-4411-B120-32956F07D339}" dt="2025-01-17T10:39:20.023" v="246" actId="20577"/>
        <pc:sldMkLst>
          <pc:docMk/>
          <pc:sldMk cId="2273860798" sldId="277"/>
        </pc:sldMkLst>
        <pc:spChg chg="mod">
          <ac:chgData name="KARTER MAKOTOWINGTIM WONG" userId="87f3421f-7e5f-4328-a49b-3eb6eaf73452" providerId="ADAL" clId="{7919ACA2-C70E-4411-B120-32956F07D339}" dt="2025-01-17T10:36:50.093" v="222" actId="120"/>
          <ac:spMkLst>
            <pc:docMk/>
            <pc:sldMk cId="2273860798" sldId="277"/>
            <ac:spMk id="2" creationId="{8AE97BE6-C081-65E2-9166-5A82389F636E}"/>
          </ac:spMkLst>
        </pc:spChg>
        <pc:spChg chg="mod">
          <ac:chgData name="KARTER MAKOTOWINGTIM WONG" userId="87f3421f-7e5f-4328-a49b-3eb6eaf73452" providerId="ADAL" clId="{7919ACA2-C70E-4411-B120-32956F07D339}" dt="2025-01-17T10:39:20.023" v="246" actId="20577"/>
          <ac:spMkLst>
            <pc:docMk/>
            <pc:sldMk cId="2273860798" sldId="277"/>
            <ac:spMk id="3" creationId="{5E53FAC8-7CF8-BA14-CE73-5A06FDD08190}"/>
          </ac:spMkLst>
        </pc:spChg>
        <pc:spChg chg="add">
          <ac:chgData name="KARTER MAKOTOWINGTIM WONG" userId="87f3421f-7e5f-4328-a49b-3eb6eaf73452" providerId="ADAL" clId="{7919ACA2-C70E-4411-B120-32956F07D339}" dt="2025-01-17T10:36:12.990" v="161" actId="26606"/>
          <ac:spMkLst>
            <pc:docMk/>
            <pc:sldMk cId="2273860798" sldId="277"/>
            <ac:spMk id="9" creationId="{873DDF9D-E27C-4E23-A1E8-CA352535F7C9}"/>
          </ac:spMkLst>
        </pc:spChg>
        <pc:spChg chg="add">
          <ac:chgData name="KARTER MAKOTOWINGTIM WONG" userId="87f3421f-7e5f-4328-a49b-3eb6eaf73452" providerId="ADAL" clId="{7919ACA2-C70E-4411-B120-32956F07D339}" dt="2025-01-17T10:36:12.990" v="161" actId="26606"/>
          <ac:spMkLst>
            <pc:docMk/>
            <pc:sldMk cId="2273860798" sldId="277"/>
            <ac:spMk id="11" creationId="{ACD0B258-678B-4A8C-894F-848AF24A1922}"/>
          </ac:spMkLst>
        </pc:spChg>
        <pc:spChg chg="add">
          <ac:chgData name="KARTER MAKOTOWINGTIM WONG" userId="87f3421f-7e5f-4328-a49b-3eb6eaf73452" providerId="ADAL" clId="{7919ACA2-C70E-4411-B120-32956F07D339}" dt="2025-01-17T10:36:12.990" v="161" actId="26606"/>
          <ac:spMkLst>
            <pc:docMk/>
            <pc:sldMk cId="2273860798" sldId="277"/>
            <ac:spMk id="14" creationId="{4C6B5652-C661-4C58-B937-F0F490F7FCB2}"/>
          </ac:spMkLst>
        </pc:spChg>
        <pc:spChg chg="add">
          <ac:chgData name="KARTER MAKOTOWINGTIM WONG" userId="87f3421f-7e5f-4328-a49b-3eb6eaf73452" providerId="ADAL" clId="{7919ACA2-C70E-4411-B120-32956F07D339}" dt="2025-01-17T10:36:12.990" v="161" actId="26606"/>
          <ac:spMkLst>
            <pc:docMk/>
            <pc:sldMk cId="2273860798" sldId="277"/>
            <ac:spMk id="16" creationId="{0B936867-6407-43FB-9DE6-1B0879D0CB31}"/>
          </ac:spMkLst>
        </pc:spChg>
        <pc:spChg chg="add">
          <ac:chgData name="KARTER MAKOTOWINGTIM WONG" userId="87f3421f-7e5f-4328-a49b-3eb6eaf73452" providerId="ADAL" clId="{7919ACA2-C70E-4411-B120-32956F07D339}" dt="2025-01-17T10:36:12.990" v="161" actId="26606"/>
          <ac:spMkLst>
            <pc:docMk/>
            <pc:sldMk cId="2273860798" sldId="277"/>
            <ac:spMk id="20" creationId="{2F003F3F-F118-41D2-AA3F-74DB0D1970BB}"/>
          </ac:spMkLst>
        </pc:spChg>
        <pc:spChg chg="add">
          <ac:chgData name="KARTER MAKOTOWINGTIM WONG" userId="87f3421f-7e5f-4328-a49b-3eb6eaf73452" providerId="ADAL" clId="{7919ACA2-C70E-4411-B120-32956F07D339}" dt="2025-01-17T10:36:12.990" v="161" actId="26606"/>
          <ac:spMkLst>
            <pc:docMk/>
            <pc:sldMk cId="2273860798" sldId="277"/>
            <ac:spMk id="22" creationId="{C8D58395-74AF-401A-AF2F-76B6FCF71DFE}"/>
          </ac:spMkLst>
        </pc:spChg>
        <pc:picChg chg="mod">
          <ac:chgData name="KARTER MAKOTOWINGTIM WONG" userId="87f3421f-7e5f-4328-a49b-3eb6eaf73452" providerId="ADAL" clId="{7919ACA2-C70E-4411-B120-32956F07D339}" dt="2025-01-17T10:36:58.412" v="223" actId="1076"/>
          <ac:picMkLst>
            <pc:docMk/>
            <pc:sldMk cId="2273860798" sldId="277"/>
            <ac:picMk id="5" creationId="{06998268-DE90-684F-CB4D-8B2DF74F43E1}"/>
          </ac:picMkLst>
        </pc:picChg>
        <pc:picChg chg="mod ord">
          <ac:chgData name="KARTER MAKOTOWINGTIM WONG" userId="87f3421f-7e5f-4328-a49b-3eb6eaf73452" providerId="ADAL" clId="{7919ACA2-C70E-4411-B120-32956F07D339}" dt="2025-01-17T10:36:12.990" v="161" actId="26606"/>
          <ac:picMkLst>
            <pc:docMk/>
            <pc:sldMk cId="2273860798" sldId="277"/>
            <ac:picMk id="7" creationId="{EB0FA635-758A-19EF-D81F-0F694396956C}"/>
          </ac:picMkLst>
        </pc:picChg>
      </pc:sldChg>
      <pc:sldChg chg="addSp delSp modSp new mod setBg">
        <pc:chgData name="KARTER MAKOTOWINGTIM WONG" userId="87f3421f-7e5f-4328-a49b-3eb6eaf73452" providerId="ADAL" clId="{7919ACA2-C70E-4411-B120-32956F07D339}" dt="2025-01-17T10:57:06.238" v="313" actId="20577"/>
        <pc:sldMkLst>
          <pc:docMk/>
          <pc:sldMk cId="1672749082" sldId="278"/>
        </pc:sldMkLst>
        <pc:spChg chg="mod">
          <ac:chgData name="KARTER MAKOTOWINGTIM WONG" userId="87f3421f-7e5f-4328-a49b-3eb6eaf73452" providerId="ADAL" clId="{7919ACA2-C70E-4411-B120-32956F07D339}" dt="2025-01-17T10:01:18.044" v="87" actId="120"/>
          <ac:spMkLst>
            <pc:docMk/>
            <pc:sldMk cId="1672749082" sldId="278"/>
            <ac:spMk id="2" creationId="{B2E41DA8-1500-0937-7228-369C4741139E}"/>
          </ac:spMkLst>
        </pc:spChg>
        <pc:spChg chg="add">
          <ac:chgData name="KARTER MAKOTOWINGTIM WONG" userId="87f3421f-7e5f-4328-a49b-3eb6eaf73452" providerId="ADAL" clId="{7919ACA2-C70E-4411-B120-32956F07D339}" dt="2025-01-17T10:00:54.473" v="55" actId="26606"/>
          <ac:spMkLst>
            <pc:docMk/>
            <pc:sldMk cId="1672749082" sldId="278"/>
            <ac:spMk id="8" creationId="{09588DA8-065E-4F6F-8EFD-43104AB2E0CF}"/>
          </ac:spMkLst>
        </pc:spChg>
        <pc:spChg chg="add">
          <ac:chgData name="KARTER MAKOTOWINGTIM WONG" userId="87f3421f-7e5f-4328-a49b-3eb6eaf73452" providerId="ADAL" clId="{7919ACA2-C70E-4411-B120-32956F07D339}" dt="2025-01-17T10:00:54.473" v="55" actId="26606"/>
          <ac:spMkLst>
            <pc:docMk/>
            <pc:sldMk cId="1672749082" sldId="278"/>
            <ac:spMk id="10" creationId="{C4285719-470E-454C-AF62-8323075F1F5B}"/>
          </ac:spMkLst>
        </pc:spChg>
        <pc:spChg chg="add">
          <ac:chgData name="KARTER MAKOTOWINGTIM WONG" userId="87f3421f-7e5f-4328-a49b-3eb6eaf73452" providerId="ADAL" clId="{7919ACA2-C70E-4411-B120-32956F07D339}" dt="2025-01-17T10:00:54.473" v="55" actId="26606"/>
          <ac:spMkLst>
            <pc:docMk/>
            <pc:sldMk cId="1672749082" sldId="278"/>
            <ac:spMk id="12" creationId="{CD9FE4EF-C4D8-49A0-B2FF-81D8DB7D8A24}"/>
          </ac:spMkLst>
        </pc:spChg>
        <pc:spChg chg="add">
          <ac:chgData name="KARTER MAKOTOWINGTIM WONG" userId="87f3421f-7e5f-4328-a49b-3eb6eaf73452" providerId="ADAL" clId="{7919ACA2-C70E-4411-B120-32956F07D339}" dt="2025-01-17T10:00:54.473" v="55" actId="26606"/>
          <ac:spMkLst>
            <pc:docMk/>
            <pc:sldMk cId="1672749082" sldId="278"/>
            <ac:spMk id="14" creationId="{4300840D-0A0B-4512-BACA-B439D5B9C57C}"/>
          </ac:spMkLst>
        </pc:spChg>
        <pc:spChg chg="add">
          <ac:chgData name="KARTER MAKOTOWINGTIM WONG" userId="87f3421f-7e5f-4328-a49b-3eb6eaf73452" providerId="ADAL" clId="{7919ACA2-C70E-4411-B120-32956F07D339}" dt="2025-01-17T10:00:54.473" v="55" actId="26606"/>
          <ac:spMkLst>
            <pc:docMk/>
            <pc:sldMk cId="1672749082" sldId="278"/>
            <ac:spMk id="16" creationId="{D2B78728-A580-49A7-84F9-6EF6F583ADE0}"/>
          </ac:spMkLst>
        </pc:spChg>
        <pc:spChg chg="add">
          <ac:chgData name="KARTER MAKOTOWINGTIM WONG" userId="87f3421f-7e5f-4328-a49b-3eb6eaf73452" providerId="ADAL" clId="{7919ACA2-C70E-4411-B120-32956F07D339}" dt="2025-01-17T10:00:54.473" v="55" actId="26606"/>
          <ac:spMkLst>
            <pc:docMk/>
            <pc:sldMk cId="1672749082" sldId="278"/>
            <ac:spMk id="18" creationId="{38FAA1A1-D861-433F-88FA-1E9D6FD31D11}"/>
          </ac:spMkLst>
        </pc:spChg>
        <pc:spChg chg="add">
          <ac:chgData name="KARTER MAKOTOWINGTIM WONG" userId="87f3421f-7e5f-4328-a49b-3eb6eaf73452" providerId="ADAL" clId="{7919ACA2-C70E-4411-B120-32956F07D339}" dt="2025-01-17T10:00:54.473" v="55" actId="26606"/>
          <ac:spMkLst>
            <pc:docMk/>
            <pc:sldMk cId="1672749082" sldId="278"/>
            <ac:spMk id="20" creationId="{8D71EDA1-87BF-4D5D-AB79-F346FD19278A}"/>
          </ac:spMkLst>
        </pc:spChg>
      </pc:sldChg>
      <pc:sldChg chg="new del">
        <pc:chgData name="KARTER MAKOTOWINGTIM WONG" userId="87f3421f-7e5f-4328-a49b-3eb6eaf73452" providerId="ADAL" clId="{7919ACA2-C70E-4411-B120-32956F07D339}" dt="2025-01-17T09:56:38.825" v="5" actId="680"/>
        <pc:sldMkLst>
          <pc:docMk/>
          <pc:sldMk cId="2434820577" sldId="278"/>
        </pc:sldMkLst>
      </pc:sldChg>
    </pc:docChg>
  </pc:docChgLst>
  <pc:docChgLst>
    <pc:chgData name="KARTER MAKOTOWINGTIM WONG" userId="87f3421f-7e5f-4328-a49b-3eb6eaf73452" providerId="ADAL" clId="{F2485CE7-6657-48F0-9070-2BBE8AD2F5C5}"/>
    <pc:docChg chg="undo redo custSel addSld delSld modSld sldOrd modMainMaster">
      <pc:chgData name="KARTER MAKOTOWINGTIM WONG" userId="87f3421f-7e5f-4328-a49b-3eb6eaf73452" providerId="ADAL" clId="{F2485CE7-6657-48F0-9070-2BBE8AD2F5C5}" dt="2025-01-20T00:30:26.034" v="416"/>
      <pc:docMkLst>
        <pc:docMk/>
      </pc:docMkLst>
      <pc:sldChg chg="addSp delSp setBg delDesignElem modNotesTx">
        <pc:chgData name="KARTER MAKOTOWINGTIM WONG" userId="87f3421f-7e5f-4328-a49b-3eb6eaf73452" providerId="ADAL" clId="{F2485CE7-6657-48F0-9070-2BBE8AD2F5C5}" dt="2025-01-20T00:28:37.754" v="401"/>
        <pc:sldMkLst>
          <pc:docMk/>
          <pc:sldMk cId="811558777" sldId="256"/>
        </pc:sldMkLst>
        <pc:spChg chg="add del">
          <ac:chgData name="KARTER MAKOTOWINGTIM WONG" userId="87f3421f-7e5f-4328-a49b-3eb6eaf73452" providerId="ADAL" clId="{F2485CE7-6657-48F0-9070-2BBE8AD2F5C5}" dt="2025-01-19T00:37:02.153" v="137"/>
          <ac:spMkLst>
            <pc:docMk/>
            <pc:sldMk cId="811558777" sldId="256"/>
            <ac:spMk id="11" creationId="{6F5A5072-7B47-4D32-B52A-4EBBF590B8A5}"/>
          </ac:spMkLst>
        </pc:spChg>
        <pc:spChg chg="add del">
          <ac:chgData name="KARTER MAKOTOWINGTIM WONG" userId="87f3421f-7e5f-4328-a49b-3eb6eaf73452" providerId="ADAL" clId="{F2485CE7-6657-48F0-9070-2BBE8AD2F5C5}" dt="2025-01-19T00:37:02.153" v="137"/>
          <ac:spMkLst>
            <pc:docMk/>
            <pc:sldMk cId="811558777" sldId="256"/>
            <ac:spMk id="13" creationId="{9715DAF0-AE1B-46C9-8A6B-DB2AA05AB91D}"/>
          </ac:spMkLst>
        </pc:spChg>
        <pc:spChg chg="add del">
          <ac:chgData name="KARTER MAKOTOWINGTIM WONG" userId="87f3421f-7e5f-4328-a49b-3eb6eaf73452" providerId="ADAL" clId="{F2485CE7-6657-48F0-9070-2BBE8AD2F5C5}" dt="2025-01-19T00:37:02.153" v="137"/>
          <ac:spMkLst>
            <pc:docMk/>
            <pc:sldMk cId="811558777" sldId="256"/>
            <ac:spMk id="19" creationId="{6016219D-510E-4184-9090-6D5578A87BD1}"/>
          </ac:spMkLst>
        </pc:spChg>
        <pc:spChg chg="add del">
          <ac:chgData name="KARTER MAKOTOWINGTIM WONG" userId="87f3421f-7e5f-4328-a49b-3eb6eaf73452" providerId="ADAL" clId="{F2485CE7-6657-48F0-9070-2BBE8AD2F5C5}" dt="2025-01-19T00:37:02.153" v="137"/>
          <ac:spMkLst>
            <pc:docMk/>
            <pc:sldMk cId="811558777" sldId="256"/>
            <ac:spMk id="25" creationId="{AFF4A713-7B75-4B21-90D7-5AB19547C728}"/>
          </ac:spMkLst>
        </pc:spChg>
        <pc:spChg chg="add del">
          <ac:chgData name="KARTER MAKOTOWINGTIM WONG" userId="87f3421f-7e5f-4328-a49b-3eb6eaf73452" providerId="ADAL" clId="{F2485CE7-6657-48F0-9070-2BBE8AD2F5C5}" dt="2025-01-19T00:37:02.153" v="137"/>
          <ac:spMkLst>
            <pc:docMk/>
            <pc:sldMk cId="811558777" sldId="256"/>
            <ac:spMk id="26" creationId="{DC631C0B-6DA6-4E57-8231-CE32B3434A7E}"/>
          </ac:spMkLst>
        </pc:spChg>
        <pc:spChg chg="add del">
          <ac:chgData name="KARTER MAKOTOWINGTIM WONG" userId="87f3421f-7e5f-4328-a49b-3eb6eaf73452" providerId="ADAL" clId="{F2485CE7-6657-48F0-9070-2BBE8AD2F5C5}" dt="2025-01-19T00:37:02.153" v="137"/>
          <ac:spMkLst>
            <pc:docMk/>
            <pc:sldMk cId="811558777" sldId="256"/>
            <ac:spMk id="27" creationId="{C29501E6-A978-4A61-9689-9085AF97A53A}"/>
          </ac:spMkLst>
        </pc:spChg>
      </pc:sldChg>
      <pc:sldChg chg="addSp delSp modSp mod setBg delDesignElem modNotesTx">
        <pc:chgData name="KARTER MAKOTOWINGTIM WONG" userId="87f3421f-7e5f-4328-a49b-3eb6eaf73452" providerId="ADAL" clId="{F2485CE7-6657-48F0-9070-2BBE8AD2F5C5}" dt="2025-01-20T00:28:42.547" v="402"/>
        <pc:sldMkLst>
          <pc:docMk/>
          <pc:sldMk cId="287361484" sldId="257"/>
        </pc:sldMkLst>
        <pc:spChg chg="add del">
          <ac:chgData name="KARTER MAKOTOWINGTIM WONG" userId="87f3421f-7e5f-4328-a49b-3eb6eaf73452" providerId="ADAL" clId="{F2485CE7-6657-48F0-9070-2BBE8AD2F5C5}" dt="2025-01-19T01:19:29.986" v="392" actId="26606"/>
          <ac:spMkLst>
            <pc:docMk/>
            <pc:sldMk cId="287361484" sldId="257"/>
            <ac:spMk id="29" creationId="{BACC6370-2D7E-4714-9D71-7542949D7D5D}"/>
          </ac:spMkLst>
        </pc:spChg>
        <pc:spChg chg="add del">
          <ac:chgData name="KARTER MAKOTOWINGTIM WONG" userId="87f3421f-7e5f-4328-a49b-3eb6eaf73452" providerId="ADAL" clId="{F2485CE7-6657-48F0-9070-2BBE8AD2F5C5}" dt="2025-01-19T01:19:29.986" v="392" actId="26606"/>
          <ac:spMkLst>
            <pc:docMk/>
            <pc:sldMk cId="287361484" sldId="257"/>
            <ac:spMk id="31" creationId="{256B2C21-A230-48C0-8DF1-C46611373C44}"/>
          </ac:spMkLst>
        </pc:spChg>
        <pc:spChg chg="add del">
          <ac:chgData name="KARTER MAKOTOWINGTIM WONG" userId="87f3421f-7e5f-4328-a49b-3eb6eaf73452" providerId="ADAL" clId="{F2485CE7-6657-48F0-9070-2BBE8AD2F5C5}" dt="2025-01-19T01:19:29.986" v="392" actId="26606"/>
          <ac:spMkLst>
            <pc:docMk/>
            <pc:sldMk cId="287361484" sldId="257"/>
            <ac:spMk id="33" creationId="{3847E18C-932D-4C95-AABA-FEC7C9499AD7}"/>
          </ac:spMkLst>
        </pc:spChg>
        <pc:spChg chg="add del">
          <ac:chgData name="KARTER MAKOTOWINGTIM WONG" userId="87f3421f-7e5f-4328-a49b-3eb6eaf73452" providerId="ADAL" clId="{F2485CE7-6657-48F0-9070-2BBE8AD2F5C5}" dt="2025-01-19T01:19:29.986" v="392" actId="26606"/>
          <ac:spMkLst>
            <pc:docMk/>
            <pc:sldMk cId="287361484" sldId="257"/>
            <ac:spMk id="35" creationId="{3150CB11-0C61-439E-910F-5787759E72A0}"/>
          </ac:spMkLst>
        </pc:spChg>
        <pc:spChg chg="add del">
          <ac:chgData name="KARTER MAKOTOWINGTIM WONG" userId="87f3421f-7e5f-4328-a49b-3eb6eaf73452" providerId="ADAL" clId="{F2485CE7-6657-48F0-9070-2BBE8AD2F5C5}" dt="2025-01-19T01:19:29.986" v="392" actId="26606"/>
          <ac:spMkLst>
            <pc:docMk/>
            <pc:sldMk cId="287361484" sldId="257"/>
            <ac:spMk id="37" creationId="{43F8A58B-5155-44CE-A5FF-7647B47D0A7A}"/>
          </ac:spMkLst>
        </pc:spChg>
        <pc:spChg chg="add del">
          <ac:chgData name="KARTER MAKOTOWINGTIM WONG" userId="87f3421f-7e5f-4328-a49b-3eb6eaf73452" providerId="ADAL" clId="{F2485CE7-6657-48F0-9070-2BBE8AD2F5C5}" dt="2025-01-19T01:19:29.986" v="392" actId="26606"/>
          <ac:spMkLst>
            <pc:docMk/>
            <pc:sldMk cId="287361484" sldId="257"/>
            <ac:spMk id="39" creationId="{443F2ACA-E6D6-4028-82DD-F03C262D5DE6}"/>
          </ac:spMkLst>
        </pc:spChg>
        <pc:spChg chg="add del">
          <ac:chgData name="KARTER MAKOTOWINGTIM WONG" userId="87f3421f-7e5f-4328-a49b-3eb6eaf73452" providerId="ADAL" clId="{F2485CE7-6657-48F0-9070-2BBE8AD2F5C5}" dt="2025-01-19T01:19:29.986" v="392" actId="26606"/>
          <ac:spMkLst>
            <pc:docMk/>
            <pc:sldMk cId="287361484" sldId="257"/>
            <ac:spMk id="44" creationId="{BACC6370-2D7E-4714-9D71-7542949D7D5D}"/>
          </ac:spMkLst>
        </pc:spChg>
        <pc:spChg chg="add del">
          <ac:chgData name="KARTER MAKOTOWINGTIM WONG" userId="87f3421f-7e5f-4328-a49b-3eb6eaf73452" providerId="ADAL" clId="{F2485CE7-6657-48F0-9070-2BBE8AD2F5C5}" dt="2025-01-19T01:19:29.986" v="392" actId="26606"/>
          <ac:spMkLst>
            <pc:docMk/>
            <pc:sldMk cId="287361484" sldId="257"/>
            <ac:spMk id="46" creationId="{F68B3F68-107C-434F-AA38-110D5EA91B85}"/>
          </ac:spMkLst>
        </pc:spChg>
        <pc:spChg chg="add del">
          <ac:chgData name="KARTER MAKOTOWINGTIM WONG" userId="87f3421f-7e5f-4328-a49b-3eb6eaf73452" providerId="ADAL" clId="{F2485CE7-6657-48F0-9070-2BBE8AD2F5C5}" dt="2025-01-19T01:19:29.986" v="392" actId="26606"/>
          <ac:spMkLst>
            <pc:docMk/>
            <pc:sldMk cId="287361484" sldId="257"/>
            <ac:spMk id="48" creationId="{AAD0DBB9-1A4B-4391-81D4-CB19F9AB918A}"/>
          </ac:spMkLst>
        </pc:spChg>
        <pc:spChg chg="add del">
          <ac:chgData name="KARTER MAKOTOWINGTIM WONG" userId="87f3421f-7e5f-4328-a49b-3eb6eaf73452" providerId="ADAL" clId="{F2485CE7-6657-48F0-9070-2BBE8AD2F5C5}" dt="2025-01-19T01:19:29.986" v="392" actId="26606"/>
          <ac:spMkLst>
            <pc:docMk/>
            <pc:sldMk cId="287361484" sldId="257"/>
            <ac:spMk id="50" creationId="{063BBA22-50EA-4C4D-BE05-F1CE4E63AA56}"/>
          </ac:spMkLst>
        </pc:spChg>
        <pc:graphicFrameChg chg="mod">
          <ac:chgData name="KARTER MAKOTOWINGTIM WONG" userId="87f3421f-7e5f-4328-a49b-3eb6eaf73452" providerId="ADAL" clId="{F2485CE7-6657-48F0-9070-2BBE8AD2F5C5}" dt="2025-01-19T01:29:35.207" v="396" actId="1076"/>
          <ac:graphicFrameMkLst>
            <pc:docMk/>
            <pc:sldMk cId="287361484" sldId="257"/>
            <ac:graphicFrameMk id="24" creationId="{2D360CD7-05FC-8174-91D3-A10C5D8DC0C3}"/>
          </ac:graphicFrameMkLst>
        </pc:graphicFrameChg>
      </pc:sldChg>
      <pc:sldChg chg="addSp delSp mod setBg delDesignElem modNotesTx">
        <pc:chgData name="KARTER MAKOTOWINGTIM WONG" userId="87f3421f-7e5f-4328-a49b-3eb6eaf73452" providerId="ADAL" clId="{F2485CE7-6657-48F0-9070-2BBE8AD2F5C5}" dt="2025-01-20T00:30:26.034" v="416"/>
        <pc:sldMkLst>
          <pc:docMk/>
          <pc:sldMk cId="1469695670" sldId="261"/>
        </pc:sldMkLst>
        <pc:spChg chg="del">
          <ac:chgData name="KARTER MAKOTOWINGTIM WONG" userId="87f3421f-7e5f-4328-a49b-3eb6eaf73452" providerId="ADAL" clId="{F2485CE7-6657-48F0-9070-2BBE8AD2F5C5}" dt="2025-01-19T01:02:00.707" v="199" actId="478"/>
          <ac:spMkLst>
            <pc:docMk/>
            <pc:sldMk cId="1469695670" sldId="261"/>
            <ac:spMk id="3" creationId="{613AF9C0-6F4C-8649-D69C-F3AEC4075993}"/>
          </ac:spMkLst>
        </pc:spChg>
        <pc:spChg chg="add del">
          <ac:chgData name="KARTER MAKOTOWINGTIM WONG" userId="87f3421f-7e5f-4328-a49b-3eb6eaf73452" providerId="ADAL" clId="{F2485CE7-6657-48F0-9070-2BBE8AD2F5C5}" dt="2025-01-19T00:37:02.153" v="137"/>
          <ac:spMkLst>
            <pc:docMk/>
            <pc:sldMk cId="1469695670" sldId="261"/>
            <ac:spMk id="7" creationId="{6F5A5072-7B47-4D32-B52A-4EBBF590B8A5}"/>
          </ac:spMkLst>
        </pc:spChg>
        <pc:spChg chg="add del">
          <ac:chgData name="KARTER MAKOTOWINGTIM WONG" userId="87f3421f-7e5f-4328-a49b-3eb6eaf73452" providerId="ADAL" clId="{F2485CE7-6657-48F0-9070-2BBE8AD2F5C5}" dt="2025-01-19T00:37:02.153" v="137"/>
          <ac:spMkLst>
            <pc:docMk/>
            <pc:sldMk cId="1469695670" sldId="261"/>
            <ac:spMk id="9" creationId="{9715DAF0-AE1B-46C9-8A6B-DB2AA05AB91D}"/>
          </ac:spMkLst>
        </pc:spChg>
        <pc:spChg chg="add del">
          <ac:chgData name="KARTER MAKOTOWINGTIM WONG" userId="87f3421f-7e5f-4328-a49b-3eb6eaf73452" providerId="ADAL" clId="{F2485CE7-6657-48F0-9070-2BBE8AD2F5C5}" dt="2025-01-19T00:37:02.153" v="137"/>
          <ac:spMkLst>
            <pc:docMk/>
            <pc:sldMk cId="1469695670" sldId="261"/>
            <ac:spMk id="11" creationId="{6016219D-510E-4184-9090-6D5578A87BD1}"/>
          </ac:spMkLst>
        </pc:spChg>
        <pc:spChg chg="add del">
          <ac:chgData name="KARTER MAKOTOWINGTIM WONG" userId="87f3421f-7e5f-4328-a49b-3eb6eaf73452" providerId="ADAL" clId="{F2485CE7-6657-48F0-9070-2BBE8AD2F5C5}" dt="2025-01-19T00:37:02.153" v="137"/>
          <ac:spMkLst>
            <pc:docMk/>
            <pc:sldMk cId="1469695670" sldId="261"/>
            <ac:spMk id="13" creationId="{AFF4A713-7B75-4B21-90D7-5AB19547C728}"/>
          </ac:spMkLst>
        </pc:spChg>
        <pc:spChg chg="add del">
          <ac:chgData name="KARTER MAKOTOWINGTIM WONG" userId="87f3421f-7e5f-4328-a49b-3eb6eaf73452" providerId="ADAL" clId="{F2485CE7-6657-48F0-9070-2BBE8AD2F5C5}" dt="2025-01-19T00:37:02.153" v="137"/>
          <ac:spMkLst>
            <pc:docMk/>
            <pc:sldMk cId="1469695670" sldId="261"/>
            <ac:spMk id="15" creationId="{DC631C0B-6DA6-4E57-8231-CE32B3434A7E}"/>
          </ac:spMkLst>
        </pc:spChg>
        <pc:spChg chg="add del">
          <ac:chgData name="KARTER MAKOTOWINGTIM WONG" userId="87f3421f-7e5f-4328-a49b-3eb6eaf73452" providerId="ADAL" clId="{F2485CE7-6657-48F0-9070-2BBE8AD2F5C5}" dt="2025-01-19T00:37:02.153" v="137"/>
          <ac:spMkLst>
            <pc:docMk/>
            <pc:sldMk cId="1469695670" sldId="261"/>
            <ac:spMk id="17" creationId="{C29501E6-A978-4A61-9689-9085AF97A53A}"/>
          </ac:spMkLst>
        </pc:spChg>
        <pc:picChg chg="add del">
          <ac:chgData name="KARTER MAKOTOWINGTIM WONG" userId="87f3421f-7e5f-4328-a49b-3eb6eaf73452" providerId="ADAL" clId="{F2485CE7-6657-48F0-9070-2BBE8AD2F5C5}" dt="2025-01-19T00:25:19.106" v="7" actId="22"/>
          <ac:picMkLst>
            <pc:docMk/>
            <pc:sldMk cId="1469695670" sldId="261"/>
            <ac:picMk id="5" creationId="{8546621C-7CBC-9BE1-5308-FF08C4DE7CB5}"/>
          </ac:picMkLst>
        </pc:picChg>
      </pc:sldChg>
      <pc:sldChg chg="addSp delSp modSp mod setBg delDesignElem modNotesTx">
        <pc:chgData name="KARTER MAKOTOWINGTIM WONG" userId="87f3421f-7e5f-4328-a49b-3eb6eaf73452" providerId="ADAL" clId="{F2485CE7-6657-48F0-9070-2BBE8AD2F5C5}" dt="2025-01-20T00:30:17.255" v="414"/>
        <pc:sldMkLst>
          <pc:docMk/>
          <pc:sldMk cId="3364298083" sldId="262"/>
        </pc:sldMkLst>
        <pc:spChg chg="mod">
          <ac:chgData name="KARTER MAKOTOWINGTIM WONG" userId="87f3421f-7e5f-4328-a49b-3eb6eaf73452" providerId="ADAL" clId="{F2485CE7-6657-48F0-9070-2BBE8AD2F5C5}" dt="2025-01-19T01:15:36.155" v="367" actId="1076"/>
          <ac:spMkLst>
            <pc:docMk/>
            <pc:sldMk cId="3364298083" sldId="262"/>
            <ac:spMk id="3" creationId="{57A84C6C-6225-F4E4-686F-4ED0CFD92A89}"/>
          </ac:spMkLst>
        </pc:spChg>
        <pc:spChg chg="del">
          <ac:chgData name="KARTER MAKOTOWINGTIM WONG" userId="87f3421f-7e5f-4328-a49b-3eb6eaf73452" providerId="ADAL" clId="{F2485CE7-6657-48F0-9070-2BBE8AD2F5C5}" dt="2025-01-19T00:45:51.178" v="163" actId="478"/>
          <ac:spMkLst>
            <pc:docMk/>
            <pc:sldMk cId="3364298083" sldId="262"/>
            <ac:spMk id="4" creationId="{D1C1DAFE-E126-6C5B-D742-C8DA202712C9}"/>
          </ac:spMkLst>
        </pc:spChg>
        <pc:spChg chg="add del">
          <ac:chgData name="KARTER MAKOTOWINGTIM WONG" userId="87f3421f-7e5f-4328-a49b-3eb6eaf73452" providerId="ADAL" clId="{F2485CE7-6657-48F0-9070-2BBE8AD2F5C5}" dt="2025-01-19T00:37:02.153" v="137"/>
          <ac:spMkLst>
            <pc:docMk/>
            <pc:sldMk cId="3364298083" sldId="262"/>
            <ac:spMk id="5" creationId="{09588DA8-065E-4F6F-8EFD-43104AB2E0CF}"/>
          </ac:spMkLst>
        </pc:spChg>
        <pc:spChg chg="add del">
          <ac:chgData name="KARTER MAKOTOWINGTIM WONG" userId="87f3421f-7e5f-4328-a49b-3eb6eaf73452" providerId="ADAL" clId="{F2485CE7-6657-48F0-9070-2BBE8AD2F5C5}" dt="2025-01-19T00:37:02.153" v="137"/>
          <ac:spMkLst>
            <pc:docMk/>
            <pc:sldMk cId="3364298083" sldId="262"/>
            <ac:spMk id="6" creationId="{C4285719-470E-454C-AF62-8323075F1F5B}"/>
          </ac:spMkLst>
        </pc:spChg>
        <pc:spChg chg="add del">
          <ac:chgData name="KARTER MAKOTOWINGTIM WONG" userId="87f3421f-7e5f-4328-a49b-3eb6eaf73452" providerId="ADAL" clId="{F2485CE7-6657-48F0-9070-2BBE8AD2F5C5}" dt="2025-01-19T00:37:02.153" v="137"/>
          <ac:spMkLst>
            <pc:docMk/>
            <pc:sldMk cId="3364298083" sldId="262"/>
            <ac:spMk id="7" creationId="{CD9FE4EF-C4D8-49A0-B2FF-81D8DB7D8A24}"/>
          </ac:spMkLst>
        </pc:spChg>
        <pc:spChg chg="add del">
          <ac:chgData name="KARTER MAKOTOWINGTIM WONG" userId="87f3421f-7e5f-4328-a49b-3eb6eaf73452" providerId="ADAL" clId="{F2485CE7-6657-48F0-9070-2BBE8AD2F5C5}" dt="2025-01-19T00:37:02.153" v="137"/>
          <ac:spMkLst>
            <pc:docMk/>
            <pc:sldMk cId="3364298083" sldId="262"/>
            <ac:spMk id="9" creationId="{38FAA1A1-D861-433F-88FA-1E9D6FD31D11}"/>
          </ac:spMkLst>
        </pc:spChg>
        <pc:spChg chg="add del">
          <ac:chgData name="KARTER MAKOTOWINGTIM WONG" userId="87f3421f-7e5f-4328-a49b-3eb6eaf73452" providerId="ADAL" clId="{F2485CE7-6657-48F0-9070-2BBE8AD2F5C5}" dt="2025-01-19T00:37:02.153" v="137"/>
          <ac:spMkLst>
            <pc:docMk/>
            <pc:sldMk cId="3364298083" sldId="262"/>
            <ac:spMk id="14" creationId="{4300840D-0A0B-4512-BACA-B439D5B9C57C}"/>
          </ac:spMkLst>
        </pc:spChg>
        <pc:spChg chg="add del">
          <ac:chgData name="KARTER MAKOTOWINGTIM WONG" userId="87f3421f-7e5f-4328-a49b-3eb6eaf73452" providerId="ADAL" clId="{F2485CE7-6657-48F0-9070-2BBE8AD2F5C5}" dt="2025-01-19T00:37:02.153" v="137"/>
          <ac:spMkLst>
            <pc:docMk/>
            <pc:sldMk cId="3364298083" sldId="262"/>
            <ac:spMk id="16" creationId="{D2B78728-A580-49A7-84F9-6EF6F583ADE0}"/>
          </ac:spMkLst>
        </pc:spChg>
        <pc:spChg chg="add del">
          <ac:chgData name="KARTER MAKOTOWINGTIM WONG" userId="87f3421f-7e5f-4328-a49b-3eb6eaf73452" providerId="ADAL" clId="{F2485CE7-6657-48F0-9070-2BBE8AD2F5C5}" dt="2025-01-19T00:37:02.153" v="137"/>
          <ac:spMkLst>
            <pc:docMk/>
            <pc:sldMk cId="3364298083" sldId="262"/>
            <ac:spMk id="20" creationId="{8D71EDA1-87BF-4D5D-AB79-F346FD19278A}"/>
          </ac:spMkLst>
        </pc:spChg>
        <pc:picChg chg="add mod">
          <ac:chgData name="KARTER MAKOTOWINGTIM WONG" userId="87f3421f-7e5f-4328-a49b-3eb6eaf73452" providerId="ADAL" clId="{F2485CE7-6657-48F0-9070-2BBE8AD2F5C5}" dt="2025-01-19T01:15:33.908" v="366" actId="1076"/>
          <ac:picMkLst>
            <pc:docMk/>
            <pc:sldMk cId="3364298083" sldId="262"/>
            <ac:picMk id="10" creationId="{F112D710-D585-46FA-2712-0B9E7722BE76}"/>
          </ac:picMkLst>
        </pc:picChg>
      </pc:sldChg>
      <pc:sldChg chg="addSp delSp modSp mod setBg delDesignElem modNotesTx">
        <pc:chgData name="KARTER MAKOTOWINGTIM WONG" userId="87f3421f-7e5f-4328-a49b-3eb6eaf73452" providerId="ADAL" clId="{F2485CE7-6657-48F0-9070-2BBE8AD2F5C5}" dt="2025-01-20T00:30:23.170" v="415"/>
        <pc:sldMkLst>
          <pc:docMk/>
          <pc:sldMk cId="323851071" sldId="266"/>
        </pc:sldMkLst>
        <pc:spChg chg="mod">
          <ac:chgData name="KARTER MAKOTOWINGTIM WONG" userId="87f3421f-7e5f-4328-a49b-3eb6eaf73452" providerId="ADAL" clId="{F2485CE7-6657-48F0-9070-2BBE8AD2F5C5}" dt="2025-01-19T01:01:46.436" v="198" actId="207"/>
          <ac:spMkLst>
            <pc:docMk/>
            <pc:sldMk cId="323851071" sldId="266"/>
            <ac:spMk id="3" creationId="{0519E1A3-9367-CBC9-EAC2-ED5A1037DAF7}"/>
          </ac:spMkLst>
        </pc:spChg>
        <pc:spChg chg="add del">
          <ac:chgData name="KARTER MAKOTOWINGTIM WONG" userId="87f3421f-7e5f-4328-a49b-3eb6eaf73452" providerId="ADAL" clId="{F2485CE7-6657-48F0-9070-2BBE8AD2F5C5}" dt="2025-01-19T00:37:02.153" v="137"/>
          <ac:spMkLst>
            <pc:docMk/>
            <pc:sldMk cId="323851071" sldId="266"/>
            <ac:spMk id="5" creationId="{09588DA8-065E-4F6F-8EFD-43104AB2E0CF}"/>
          </ac:spMkLst>
        </pc:spChg>
        <pc:spChg chg="add del">
          <ac:chgData name="KARTER MAKOTOWINGTIM WONG" userId="87f3421f-7e5f-4328-a49b-3eb6eaf73452" providerId="ADAL" clId="{F2485CE7-6657-48F0-9070-2BBE8AD2F5C5}" dt="2025-01-19T00:37:02.153" v="137"/>
          <ac:spMkLst>
            <pc:docMk/>
            <pc:sldMk cId="323851071" sldId="266"/>
            <ac:spMk id="6" creationId="{C4285719-470E-454C-AF62-8323075F1F5B}"/>
          </ac:spMkLst>
        </pc:spChg>
        <pc:spChg chg="add del">
          <ac:chgData name="KARTER MAKOTOWINGTIM WONG" userId="87f3421f-7e5f-4328-a49b-3eb6eaf73452" providerId="ADAL" clId="{F2485CE7-6657-48F0-9070-2BBE8AD2F5C5}" dt="2025-01-19T00:37:02.153" v="137"/>
          <ac:spMkLst>
            <pc:docMk/>
            <pc:sldMk cId="323851071" sldId="266"/>
            <ac:spMk id="7" creationId="{CD9FE4EF-C4D8-49A0-B2FF-81D8DB7D8A24}"/>
          </ac:spMkLst>
        </pc:spChg>
        <pc:spChg chg="add del">
          <ac:chgData name="KARTER MAKOTOWINGTIM WONG" userId="87f3421f-7e5f-4328-a49b-3eb6eaf73452" providerId="ADAL" clId="{F2485CE7-6657-48F0-9070-2BBE8AD2F5C5}" dt="2025-01-19T00:37:02.153" v="137"/>
          <ac:spMkLst>
            <pc:docMk/>
            <pc:sldMk cId="323851071" sldId="266"/>
            <ac:spMk id="9" creationId="{38FAA1A1-D861-433F-88FA-1E9D6FD31D11}"/>
          </ac:spMkLst>
        </pc:spChg>
        <pc:spChg chg="add del">
          <ac:chgData name="KARTER MAKOTOWINGTIM WONG" userId="87f3421f-7e5f-4328-a49b-3eb6eaf73452" providerId="ADAL" clId="{F2485CE7-6657-48F0-9070-2BBE8AD2F5C5}" dt="2025-01-19T00:37:02.153" v="137"/>
          <ac:spMkLst>
            <pc:docMk/>
            <pc:sldMk cId="323851071" sldId="266"/>
            <ac:spMk id="14" creationId="{4300840D-0A0B-4512-BACA-B439D5B9C57C}"/>
          </ac:spMkLst>
        </pc:spChg>
        <pc:spChg chg="add del">
          <ac:chgData name="KARTER MAKOTOWINGTIM WONG" userId="87f3421f-7e5f-4328-a49b-3eb6eaf73452" providerId="ADAL" clId="{F2485CE7-6657-48F0-9070-2BBE8AD2F5C5}" dt="2025-01-19T00:37:02.153" v="137"/>
          <ac:spMkLst>
            <pc:docMk/>
            <pc:sldMk cId="323851071" sldId="266"/>
            <ac:spMk id="16" creationId="{D2B78728-A580-49A7-84F9-6EF6F583ADE0}"/>
          </ac:spMkLst>
        </pc:spChg>
        <pc:spChg chg="add del">
          <ac:chgData name="KARTER MAKOTOWINGTIM WONG" userId="87f3421f-7e5f-4328-a49b-3eb6eaf73452" providerId="ADAL" clId="{F2485CE7-6657-48F0-9070-2BBE8AD2F5C5}" dt="2025-01-19T00:37:02.153" v="137"/>
          <ac:spMkLst>
            <pc:docMk/>
            <pc:sldMk cId="323851071" sldId="266"/>
            <ac:spMk id="20" creationId="{8D71EDA1-87BF-4D5D-AB79-F346FD19278A}"/>
          </ac:spMkLst>
        </pc:spChg>
      </pc:sldChg>
      <pc:sldChg chg="addSp delSp modSp mod setBg delDesignElem modNotesTx">
        <pc:chgData name="KARTER MAKOTOWINGTIM WONG" userId="87f3421f-7e5f-4328-a49b-3eb6eaf73452" providerId="ADAL" clId="{F2485CE7-6657-48F0-9070-2BBE8AD2F5C5}" dt="2025-01-20T00:28:48.762" v="403"/>
        <pc:sldMkLst>
          <pc:docMk/>
          <pc:sldMk cId="1423999976" sldId="273"/>
        </pc:sldMkLst>
        <pc:spChg chg="mod">
          <ac:chgData name="KARTER MAKOTOWINGTIM WONG" userId="87f3421f-7e5f-4328-a49b-3eb6eaf73452" providerId="ADAL" clId="{F2485CE7-6657-48F0-9070-2BBE8AD2F5C5}" dt="2025-01-19T01:14:48.508" v="361" actId="20577"/>
          <ac:spMkLst>
            <pc:docMk/>
            <pc:sldMk cId="1423999976" sldId="273"/>
            <ac:spMk id="2" creationId="{F9AD78BE-4A2E-D77E-C603-9403FC5F93E1}"/>
          </ac:spMkLst>
        </pc:spChg>
        <pc:spChg chg="mod">
          <ac:chgData name="KARTER MAKOTOWINGTIM WONG" userId="87f3421f-7e5f-4328-a49b-3eb6eaf73452" providerId="ADAL" clId="{F2485CE7-6657-48F0-9070-2BBE8AD2F5C5}" dt="2025-01-19T01:13:06.821" v="342"/>
          <ac:spMkLst>
            <pc:docMk/>
            <pc:sldMk cId="1423999976" sldId="273"/>
            <ac:spMk id="3" creationId="{291A44A6-DDCE-9622-51F8-23F43B6D3BAA}"/>
          </ac:spMkLst>
        </pc:spChg>
        <pc:spChg chg="add del">
          <ac:chgData name="KARTER MAKOTOWINGTIM WONG" userId="87f3421f-7e5f-4328-a49b-3eb6eaf73452" providerId="ADAL" clId="{F2485CE7-6657-48F0-9070-2BBE8AD2F5C5}" dt="2025-01-19T00:37:02.153" v="137"/>
          <ac:spMkLst>
            <pc:docMk/>
            <pc:sldMk cId="1423999976" sldId="273"/>
            <ac:spMk id="68" creationId="{C4285719-470E-454C-AF62-8323075F1F5B}"/>
          </ac:spMkLst>
        </pc:spChg>
        <pc:spChg chg="add del">
          <ac:chgData name="KARTER MAKOTOWINGTIM WONG" userId="87f3421f-7e5f-4328-a49b-3eb6eaf73452" providerId="ADAL" clId="{F2485CE7-6657-48F0-9070-2BBE8AD2F5C5}" dt="2025-01-19T00:37:02.153" v="137"/>
          <ac:spMkLst>
            <pc:docMk/>
            <pc:sldMk cId="1423999976" sldId="273"/>
            <ac:spMk id="69" creationId="{CD9FE4EF-C4D8-49A0-B2FF-81D8DB7D8A24}"/>
          </ac:spMkLst>
        </pc:spChg>
        <pc:spChg chg="add del">
          <ac:chgData name="KARTER MAKOTOWINGTIM WONG" userId="87f3421f-7e5f-4328-a49b-3eb6eaf73452" providerId="ADAL" clId="{F2485CE7-6657-48F0-9070-2BBE8AD2F5C5}" dt="2025-01-19T00:37:02.153" v="137"/>
          <ac:spMkLst>
            <pc:docMk/>
            <pc:sldMk cId="1423999976" sldId="273"/>
            <ac:spMk id="70" creationId="{4300840D-0A0B-4512-BACA-B439D5B9C57C}"/>
          </ac:spMkLst>
        </pc:spChg>
        <pc:spChg chg="add del">
          <ac:chgData name="KARTER MAKOTOWINGTIM WONG" userId="87f3421f-7e5f-4328-a49b-3eb6eaf73452" providerId="ADAL" clId="{F2485CE7-6657-48F0-9070-2BBE8AD2F5C5}" dt="2025-01-19T00:37:02.153" v="137"/>
          <ac:spMkLst>
            <pc:docMk/>
            <pc:sldMk cId="1423999976" sldId="273"/>
            <ac:spMk id="71" creationId="{D2B78728-A580-49A7-84F9-6EF6F583ADE0}"/>
          </ac:spMkLst>
        </pc:spChg>
        <pc:spChg chg="add del">
          <ac:chgData name="KARTER MAKOTOWINGTIM WONG" userId="87f3421f-7e5f-4328-a49b-3eb6eaf73452" providerId="ADAL" clId="{F2485CE7-6657-48F0-9070-2BBE8AD2F5C5}" dt="2025-01-19T00:37:02.153" v="137"/>
          <ac:spMkLst>
            <pc:docMk/>
            <pc:sldMk cId="1423999976" sldId="273"/>
            <ac:spMk id="72" creationId="{38FAA1A1-D861-433F-88FA-1E9D6FD31D11}"/>
          </ac:spMkLst>
        </pc:spChg>
        <pc:spChg chg="add del">
          <ac:chgData name="KARTER MAKOTOWINGTIM WONG" userId="87f3421f-7e5f-4328-a49b-3eb6eaf73452" providerId="ADAL" clId="{F2485CE7-6657-48F0-9070-2BBE8AD2F5C5}" dt="2025-01-19T00:37:02.153" v="137"/>
          <ac:spMkLst>
            <pc:docMk/>
            <pc:sldMk cId="1423999976" sldId="273"/>
            <ac:spMk id="73" creationId="{8D71EDA1-87BF-4D5D-AB79-F346FD19278A}"/>
          </ac:spMkLst>
        </pc:spChg>
      </pc:sldChg>
      <pc:sldChg chg="setBg">
        <pc:chgData name="KARTER MAKOTOWINGTIM WONG" userId="87f3421f-7e5f-4328-a49b-3eb6eaf73452" providerId="ADAL" clId="{F2485CE7-6657-48F0-9070-2BBE8AD2F5C5}" dt="2025-01-19T00:36:57.796" v="126"/>
        <pc:sldMkLst>
          <pc:docMk/>
          <pc:sldMk cId="1209194065" sldId="274"/>
        </pc:sldMkLst>
      </pc:sldChg>
      <pc:sldChg chg="addSp delSp modSp mod setBg delDesignElem modNotesTx">
        <pc:chgData name="KARTER MAKOTOWINGTIM WONG" userId="87f3421f-7e5f-4328-a49b-3eb6eaf73452" providerId="ADAL" clId="{F2485CE7-6657-48F0-9070-2BBE8AD2F5C5}" dt="2025-01-20T00:29:38.415" v="412"/>
        <pc:sldMkLst>
          <pc:docMk/>
          <pc:sldMk cId="1818868800" sldId="275"/>
        </pc:sldMkLst>
        <pc:spChg chg="add del">
          <ac:chgData name="KARTER MAKOTOWINGTIM WONG" userId="87f3421f-7e5f-4328-a49b-3eb6eaf73452" providerId="ADAL" clId="{F2485CE7-6657-48F0-9070-2BBE8AD2F5C5}" dt="2025-01-19T00:37:02.153" v="137"/>
          <ac:spMkLst>
            <pc:docMk/>
            <pc:sldMk cId="1818868800" sldId="275"/>
            <ac:spMk id="6" creationId="{09588DA8-065E-4F6F-8EFD-43104AB2E0CF}"/>
          </ac:spMkLst>
        </pc:spChg>
        <pc:spChg chg="add del">
          <ac:chgData name="KARTER MAKOTOWINGTIM WONG" userId="87f3421f-7e5f-4328-a49b-3eb6eaf73452" providerId="ADAL" clId="{F2485CE7-6657-48F0-9070-2BBE8AD2F5C5}" dt="2025-01-19T00:37:02.153" v="137"/>
          <ac:spMkLst>
            <pc:docMk/>
            <pc:sldMk cId="1818868800" sldId="275"/>
            <ac:spMk id="7" creationId="{C4285719-470E-454C-AF62-8323075F1F5B}"/>
          </ac:spMkLst>
        </pc:spChg>
        <pc:spChg chg="add del">
          <ac:chgData name="KARTER MAKOTOWINGTIM WONG" userId="87f3421f-7e5f-4328-a49b-3eb6eaf73452" providerId="ADAL" clId="{F2485CE7-6657-48F0-9070-2BBE8AD2F5C5}" dt="2025-01-19T00:37:02.153" v="137"/>
          <ac:spMkLst>
            <pc:docMk/>
            <pc:sldMk cId="1818868800" sldId="275"/>
            <ac:spMk id="9" creationId="{CD9FE4EF-C4D8-49A0-B2FF-81D8DB7D8A24}"/>
          </ac:spMkLst>
        </pc:spChg>
        <pc:spChg chg="add del">
          <ac:chgData name="KARTER MAKOTOWINGTIM WONG" userId="87f3421f-7e5f-4328-a49b-3eb6eaf73452" providerId="ADAL" clId="{F2485CE7-6657-48F0-9070-2BBE8AD2F5C5}" dt="2025-01-19T00:37:02.153" v="137"/>
          <ac:spMkLst>
            <pc:docMk/>
            <pc:sldMk cId="1818868800" sldId="275"/>
            <ac:spMk id="11" creationId="{4300840D-0A0B-4512-BACA-B439D5B9C57C}"/>
          </ac:spMkLst>
        </pc:spChg>
        <pc:spChg chg="add del">
          <ac:chgData name="KARTER MAKOTOWINGTIM WONG" userId="87f3421f-7e5f-4328-a49b-3eb6eaf73452" providerId="ADAL" clId="{F2485CE7-6657-48F0-9070-2BBE8AD2F5C5}" dt="2025-01-19T00:37:02.153" v="137"/>
          <ac:spMkLst>
            <pc:docMk/>
            <pc:sldMk cId="1818868800" sldId="275"/>
            <ac:spMk id="17" creationId="{D2B78728-A580-49A7-84F9-6EF6F583ADE0}"/>
          </ac:spMkLst>
        </pc:spChg>
        <pc:spChg chg="add del">
          <ac:chgData name="KARTER MAKOTOWINGTIM WONG" userId="87f3421f-7e5f-4328-a49b-3eb6eaf73452" providerId="ADAL" clId="{F2485CE7-6657-48F0-9070-2BBE8AD2F5C5}" dt="2025-01-19T00:37:02.153" v="137"/>
          <ac:spMkLst>
            <pc:docMk/>
            <pc:sldMk cId="1818868800" sldId="275"/>
            <ac:spMk id="23" creationId="{38FAA1A1-D861-433F-88FA-1E9D6FD31D11}"/>
          </ac:spMkLst>
        </pc:spChg>
        <pc:spChg chg="add del">
          <ac:chgData name="KARTER MAKOTOWINGTIM WONG" userId="87f3421f-7e5f-4328-a49b-3eb6eaf73452" providerId="ADAL" clId="{F2485CE7-6657-48F0-9070-2BBE8AD2F5C5}" dt="2025-01-19T00:37:02.153" v="137"/>
          <ac:spMkLst>
            <pc:docMk/>
            <pc:sldMk cId="1818868800" sldId="275"/>
            <ac:spMk id="24" creationId="{8D71EDA1-87BF-4D5D-AB79-F346FD19278A}"/>
          </ac:spMkLst>
        </pc:spChg>
        <pc:graphicFrameChg chg="add mod">
          <ac:chgData name="KARTER MAKOTOWINGTIM WONG" userId="87f3421f-7e5f-4328-a49b-3eb6eaf73452" providerId="ADAL" clId="{F2485CE7-6657-48F0-9070-2BBE8AD2F5C5}" dt="2025-01-19T01:11:43.914" v="329" actId="1076"/>
          <ac:graphicFrameMkLst>
            <pc:docMk/>
            <pc:sldMk cId="1818868800" sldId="275"/>
            <ac:graphicFrameMk id="3" creationId="{FA6FF484-A64D-0EC6-AEC5-CEEAB10947B5}"/>
          </ac:graphicFrameMkLst>
        </pc:graphicFrameChg>
        <pc:graphicFrameChg chg="mod">
          <ac:chgData name="KARTER MAKOTOWINGTIM WONG" userId="87f3421f-7e5f-4328-a49b-3eb6eaf73452" providerId="ADAL" clId="{F2485CE7-6657-48F0-9070-2BBE8AD2F5C5}" dt="2025-01-19T01:15:50.501" v="368" actId="1076"/>
          <ac:graphicFrameMkLst>
            <pc:docMk/>
            <pc:sldMk cId="1818868800" sldId="275"/>
            <ac:graphicFrameMk id="25" creationId="{C0EB39FD-0EBB-BFB8-A431-FF7030F2BC73}"/>
          </ac:graphicFrameMkLst>
        </pc:graphicFrameChg>
        <pc:graphicFrameChg chg="mod">
          <ac:chgData name="KARTER MAKOTOWINGTIM WONG" userId="87f3421f-7e5f-4328-a49b-3eb6eaf73452" providerId="ADAL" clId="{F2485CE7-6657-48F0-9070-2BBE8AD2F5C5}" dt="2025-01-19T01:04:15.147" v="205" actId="20577"/>
          <ac:graphicFrameMkLst>
            <pc:docMk/>
            <pc:sldMk cId="1818868800" sldId="275"/>
            <ac:graphicFrameMk id="26" creationId="{259E3DCF-48BF-76D6-4ED1-D094AAD37222}"/>
          </ac:graphicFrameMkLst>
        </pc:graphicFrameChg>
      </pc:sldChg>
      <pc:sldChg chg="modSp del mod setBg">
        <pc:chgData name="KARTER MAKOTOWINGTIM WONG" userId="87f3421f-7e5f-4328-a49b-3eb6eaf73452" providerId="ADAL" clId="{F2485CE7-6657-48F0-9070-2BBE8AD2F5C5}" dt="2025-01-19T01:29:49.557" v="400" actId="47"/>
        <pc:sldMkLst>
          <pc:docMk/>
          <pc:sldMk cId="1480165170" sldId="276"/>
        </pc:sldMkLst>
        <pc:spChg chg="mod">
          <ac:chgData name="KARTER MAKOTOWINGTIM WONG" userId="87f3421f-7e5f-4328-a49b-3eb6eaf73452" providerId="ADAL" clId="{F2485CE7-6657-48F0-9070-2BBE8AD2F5C5}" dt="2025-01-19T01:29:42.625" v="399" actId="20577"/>
          <ac:spMkLst>
            <pc:docMk/>
            <pc:sldMk cId="1480165170" sldId="276"/>
            <ac:spMk id="3" creationId="{A708BA6A-08D0-23B2-5A63-5318977ECD56}"/>
          </ac:spMkLst>
        </pc:spChg>
        <pc:spChg chg="mod">
          <ac:chgData name="KARTER MAKOTOWINGTIM WONG" userId="87f3421f-7e5f-4328-a49b-3eb6eaf73452" providerId="ADAL" clId="{F2485CE7-6657-48F0-9070-2BBE8AD2F5C5}" dt="2025-01-19T01:29:40.874" v="398" actId="1076"/>
          <ac:spMkLst>
            <pc:docMk/>
            <pc:sldMk cId="1480165170" sldId="276"/>
            <ac:spMk id="31" creationId="{80415642-4925-3226-C95C-F5FA0A5F7A2B}"/>
          </ac:spMkLst>
        </pc:spChg>
        <pc:spChg chg="mod">
          <ac:chgData name="KARTER MAKOTOWINGTIM WONG" userId="87f3421f-7e5f-4328-a49b-3eb6eaf73452" providerId="ADAL" clId="{F2485CE7-6657-48F0-9070-2BBE8AD2F5C5}" dt="2025-01-19T01:29:40.874" v="398" actId="1076"/>
          <ac:spMkLst>
            <pc:docMk/>
            <pc:sldMk cId="1480165170" sldId="276"/>
            <ac:spMk id="38" creationId="{7290A81E-F191-E754-A5B5-63E6A53B9229}"/>
          </ac:spMkLst>
        </pc:spChg>
        <pc:picChg chg="mod">
          <ac:chgData name="KARTER MAKOTOWINGTIM WONG" userId="87f3421f-7e5f-4328-a49b-3eb6eaf73452" providerId="ADAL" clId="{F2485CE7-6657-48F0-9070-2BBE8AD2F5C5}" dt="2025-01-19T01:29:40.874" v="398" actId="1076"/>
          <ac:picMkLst>
            <pc:docMk/>
            <pc:sldMk cId="1480165170" sldId="276"/>
            <ac:picMk id="36" creationId="{8A33E5E3-C1C3-FFEB-B80E-3A128F1FAC2F}"/>
          </ac:picMkLst>
        </pc:picChg>
        <pc:picChg chg="mod">
          <ac:chgData name="KARTER MAKOTOWINGTIM WONG" userId="87f3421f-7e5f-4328-a49b-3eb6eaf73452" providerId="ADAL" clId="{F2485CE7-6657-48F0-9070-2BBE8AD2F5C5}" dt="2025-01-19T01:29:40.874" v="398" actId="1076"/>
          <ac:picMkLst>
            <pc:docMk/>
            <pc:sldMk cId="1480165170" sldId="276"/>
            <ac:picMk id="2066" creationId="{F0135BB7-D521-2641-F638-DE200CCD96DC}"/>
          </ac:picMkLst>
        </pc:picChg>
      </pc:sldChg>
      <pc:sldChg chg="addSp delSp modSp mod setBg delDesignElem modNotesTx">
        <pc:chgData name="KARTER MAKOTOWINGTIM WONG" userId="87f3421f-7e5f-4328-a49b-3eb6eaf73452" providerId="ADAL" clId="{F2485CE7-6657-48F0-9070-2BBE8AD2F5C5}" dt="2025-01-20T00:30:11.431" v="413"/>
        <pc:sldMkLst>
          <pc:docMk/>
          <pc:sldMk cId="2273860798" sldId="277"/>
        </pc:sldMkLst>
        <pc:spChg chg="mod">
          <ac:chgData name="KARTER MAKOTOWINGTIM WONG" userId="87f3421f-7e5f-4328-a49b-3eb6eaf73452" providerId="ADAL" clId="{F2485CE7-6657-48F0-9070-2BBE8AD2F5C5}" dt="2025-01-19T01:18:08.786" v="385" actId="6549"/>
          <ac:spMkLst>
            <pc:docMk/>
            <pc:sldMk cId="2273860798" sldId="277"/>
            <ac:spMk id="3" creationId="{5E53FAC8-7CF8-BA14-CE73-5A06FDD08190}"/>
          </ac:spMkLst>
        </pc:spChg>
        <pc:spChg chg="add del">
          <ac:chgData name="KARTER MAKOTOWINGTIM WONG" userId="87f3421f-7e5f-4328-a49b-3eb6eaf73452" providerId="ADAL" clId="{F2485CE7-6657-48F0-9070-2BBE8AD2F5C5}" dt="2025-01-19T00:37:02.153" v="137"/>
          <ac:spMkLst>
            <pc:docMk/>
            <pc:sldMk cId="2273860798" sldId="277"/>
            <ac:spMk id="9" creationId="{873DDF9D-E27C-4E23-A1E8-CA352535F7C9}"/>
          </ac:spMkLst>
        </pc:spChg>
        <pc:spChg chg="add del">
          <ac:chgData name="KARTER MAKOTOWINGTIM WONG" userId="87f3421f-7e5f-4328-a49b-3eb6eaf73452" providerId="ADAL" clId="{F2485CE7-6657-48F0-9070-2BBE8AD2F5C5}" dt="2025-01-19T00:37:02.153" v="137"/>
          <ac:spMkLst>
            <pc:docMk/>
            <pc:sldMk cId="2273860798" sldId="277"/>
            <ac:spMk id="11" creationId="{ACD0B258-678B-4A8C-894F-848AF24A1922}"/>
          </ac:spMkLst>
        </pc:spChg>
        <pc:spChg chg="add del">
          <ac:chgData name="KARTER MAKOTOWINGTIM WONG" userId="87f3421f-7e5f-4328-a49b-3eb6eaf73452" providerId="ADAL" clId="{F2485CE7-6657-48F0-9070-2BBE8AD2F5C5}" dt="2025-01-19T00:37:02.153" v="137"/>
          <ac:spMkLst>
            <pc:docMk/>
            <pc:sldMk cId="2273860798" sldId="277"/>
            <ac:spMk id="14" creationId="{4C6B5652-C661-4C58-B937-F0F490F7FCB2}"/>
          </ac:spMkLst>
        </pc:spChg>
        <pc:spChg chg="add del">
          <ac:chgData name="KARTER MAKOTOWINGTIM WONG" userId="87f3421f-7e5f-4328-a49b-3eb6eaf73452" providerId="ADAL" clId="{F2485CE7-6657-48F0-9070-2BBE8AD2F5C5}" dt="2025-01-19T00:37:02.153" v="137"/>
          <ac:spMkLst>
            <pc:docMk/>
            <pc:sldMk cId="2273860798" sldId="277"/>
            <ac:spMk id="16" creationId="{0B936867-6407-43FB-9DE6-1B0879D0CB31}"/>
          </ac:spMkLst>
        </pc:spChg>
        <pc:spChg chg="add del">
          <ac:chgData name="KARTER MAKOTOWINGTIM WONG" userId="87f3421f-7e5f-4328-a49b-3eb6eaf73452" providerId="ADAL" clId="{F2485CE7-6657-48F0-9070-2BBE8AD2F5C5}" dt="2025-01-19T00:37:02.153" v="137"/>
          <ac:spMkLst>
            <pc:docMk/>
            <pc:sldMk cId="2273860798" sldId="277"/>
            <ac:spMk id="20" creationId="{2F003F3F-F118-41D2-AA3F-74DB0D1970BB}"/>
          </ac:spMkLst>
        </pc:spChg>
        <pc:spChg chg="add del">
          <ac:chgData name="KARTER MAKOTOWINGTIM WONG" userId="87f3421f-7e5f-4328-a49b-3eb6eaf73452" providerId="ADAL" clId="{F2485CE7-6657-48F0-9070-2BBE8AD2F5C5}" dt="2025-01-19T00:37:02.153" v="137"/>
          <ac:spMkLst>
            <pc:docMk/>
            <pc:sldMk cId="2273860798" sldId="277"/>
            <ac:spMk id="22" creationId="{C8D58395-74AF-401A-AF2F-76B6FCF71DFE}"/>
          </ac:spMkLst>
        </pc:spChg>
        <pc:picChg chg="mod">
          <ac:chgData name="KARTER MAKOTOWINGTIM WONG" userId="87f3421f-7e5f-4328-a49b-3eb6eaf73452" providerId="ADAL" clId="{F2485CE7-6657-48F0-9070-2BBE8AD2F5C5}" dt="2025-01-19T00:38:12.222" v="159" actId="1076"/>
          <ac:picMkLst>
            <pc:docMk/>
            <pc:sldMk cId="2273860798" sldId="277"/>
            <ac:picMk id="5" creationId="{06998268-DE90-684F-CB4D-8B2DF74F43E1}"/>
          </ac:picMkLst>
        </pc:picChg>
        <pc:picChg chg="mod">
          <ac:chgData name="KARTER MAKOTOWINGTIM WONG" userId="87f3421f-7e5f-4328-a49b-3eb6eaf73452" providerId="ADAL" clId="{F2485CE7-6657-48F0-9070-2BBE8AD2F5C5}" dt="2025-01-19T00:38:12.222" v="159" actId="1076"/>
          <ac:picMkLst>
            <pc:docMk/>
            <pc:sldMk cId="2273860798" sldId="277"/>
            <ac:picMk id="7" creationId="{EB0FA635-758A-19EF-D81F-0F694396956C}"/>
          </ac:picMkLst>
        </pc:picChg>
      </pc:sldChg>
      <pc:sldChg chg="addSp delSp modSp mod setBg delDesignElem modNotesTx">
        <pc:chgData name="KARTER MAKOTOWINGTIM WONG" userId="87f3421f-7e5f-4328-a49b-3eb6eaf73452" providerId="ADAL" clId="{F2485CE7-6657-48F0-9070-2BBE8AD2F5C5}" dt="2025-01-20T00:29:01.789" v="406"/>
        <pc:sldMkLst>
          <pc:docMk/>
          <pc:sldMk cId="1672749082" sldId="278"/>
        </pc:sldMkLst>
        <pc:spChg chg="mod">
          <ac:chgData name="KARTER MAKOTOWINGTIM WONG" userId="87f3421f-7e5f-4328-a49b-3eb6eaf73452" providerId="ADAL" clId="{F2485CE7-6657-48F0-9070-2BBE8AD2F5C5}" dt="2025-01-19T01:14:54.916" v="363" actId="20577"/>
          <ac:spMkLst>
            <pc:docMk/>
            <pc:sldMk cId="1672749082" sldId="278"/>
            <ac:spMk id="2" creationId="{B2E41DA8-1500-0937-7228-369C4741139E}"/>
          </ac:spMkLst>
        </pc:spChg>
        <pc:spChg chg="add del mod">
          <ac:chgData name="KARTER MAKOTOWINGTIM WONG" userId="87f3421f-7e5f-4328-a49b-3eb6eaf73452" providerId="ADAL" clId="{F2485CE7-6657-48F0-9070-2BBE8AD2F5C5}" dt="2025-01-19T01:10:13.499" v="321" actId="478"/>
          <ac:spMkLst>
            <pc:docMk/>
            <pc:sldMk cId="1672749082" sldId="278"/>
            <ac:spMk id="3" creationId="{92E835BC-8C37-0940-64AB-747EC466AEF0}"/>
          </ac:spMkLst>
        </pc:spChg>
        <pc:spChg chg="del">
          <ac:chgData name="KARTER MAKOTOWINGTIM WONG" userId="87f3421f-7e5f-4328-a49b-3eb6eaf73452" providerId="ADAL" clId="{F2485CE7-6657-48F0-9070-2BBE8AD2F5C5}" dt="2025-01-19T00:23:07.715" v="3" actId="478"/>
          <ac:spMkLst>
            <pc:docMk/>
            <pc:sldMk cId="1672749082" sldId="278"/>
            <ac:spMk id="5" creationId="{EC2BB71E-9900-AD21-F88C-B10AF8AE8739}"/>
          </ac:spMkLst>
        </pc:spChg>
        <pc:spChg chg="add del">
          <ac:chgData name="KARTER MAKOTOWINGTIM WONG" userId="87f3421f-7e5f-4328-a49b-3eb6eaf73452" providerId="ADAL" clId="{F2485CE7-6657-48F0-9070-2BBE8AD2F5C5}" dt="2025-01-19T00:37:02.153" v="137"/>
          <ac:spMkLst>
            <pc:docMk/>
            <pc:sldMk cId="1672749082" sldId="278"/>
            <ac:spMk id="8" creationId="{09588DA8-065E-4F6F-8EFD-43104AB2E0CF}"/>
          </ac:spMkLst>
        </pc:spChg>
        <pc:spChg chg="add del">
          <ac:chgData name="KARTER MAKOTOWINGTIM WONG" userId="87f3421f-7e5f-4328-a49b-3eb6eaf73452" providerId="ADAL" clId="{F2485CE7-6657-48F0-9070-2BBE8AD2F5C5}" dt="2025-01-19T00:37:02.153" v="137"/>
          <ac:spMkLst>
            <pc:docMk/>
            <pc:sldMk cId="1672749082" sldId="278"/>
            <ac:spMk id="10" creationId="{C4285719-470E-454C-AF62-8323075F1F5B}"/>
          </ac:spMkLst>
        </pc:spChg>
        <pc:spChg chg="add del">
          <ac:chgData name="KARTER MAKOTOWINGTIM WONG" userId="87f3421f-7e5f-4328-a49b-3eb6eaf73452" providerId="ADAL" clId="{F2485CE7-6657-48F0-9070-2BBE8AD2F5C5}" dt="2025-01-19T00:37:02.153" v="137"/>
          <ac:spMkLst>
            <pc:docMk/>
            <pc:sldMk cId="1672749082" sldId="278"/>
            <ac:spMk id="12" creationId="{CD9FE4EF-C4D8-49A0-B2FF-81D8DB7D8A24}"/>
          </ac:spMkLst>
        </pc:spChg>
        <pc:spChg chg="add del mod">
          <ac:chgData name="KARTER MAKOTOWINGTIM WONG" userId="87f3421f-7e5f-4328-a49b-3eb6eaf73452" providerId="ADAL" clId="{F2485CE7-6657-48F0-9070-2BBE8AD2F5C5}" dt="2025-01-19T01:10:13.499" v="321" actId="478"/>
          <ac:spMkLst>
            <pc:docMk/>
            <pc:sldMk cId="1672749082" sldId="278"/>
            <ac:spMk id="13" creationId="{269D53B5-3702-CBD6-1C97-6A1240D25230}"/>
          </ac:spMkLst>
        </pc:spChg>
        <pc:spChg chg="add del">
          <ac:chgData name="KARTER MAKOTOWINGTIM WONG" userId="87f3421f-7e5f-4328-a49b-3eb6eaf73452" providerId="ADAL" clId="{F2485CE7-6657-48F0-9070-2BBE8AD2F5C5}" dt="2025-01-19T00:37:02.153" v="137"/>
          <ac:spMkLst>
            <pc:docMk/>
            <pc:sldMk cId="1672749082" sldId="278"/>
            <ac:spMk id="14" creationId="{4300840D-0A0B-4512-BACA-B439D5B9C57C}"/>
          </ac:spMkLst>
        </pc:spChg>
        <pc:spChg chg="add del mod">
          <ac:chgData name="KARTER MAKOTOWINGTIM WONG" userId="87f3421f-7e5f-4328-a49b-3eb6eaf73452" providerId="ADAL" clId="{F2485CE7-6657-48F0-9070-2BBE8AD2F5C5}" dt="2025-01-19T01:10:13.499" v="321" actId="478"/>
          <ac:spMkLst>
            <pc:docMk/>
            <pc:sldMk cId="1672749082" sldId="278"/>
            <ac:spMk id="15" creationId="{73182321-0547-B127-7372-F84DCC21FC90}"/>
          </ac:spMkLst>
        </pc:spChg>
        <pc:spChg chg="add del">
          <ac:chgData name="KARTER MAKOTOWINGTIM WONG" userId="87f3421f-7e5f-4328-a49b-3eb6eaf73452" providerId="ADAL" clId="{F2485CE7-6657-48F0-9070-2BBE8AD2F5C5}" dt="2025-01-19T00:37:02.153" v="137"/>
          <ac:spMkLst>
            <pc:docMk/>
            <pc:sldMk cId="1672749082" sldId="278"/>
            <ac:spMk id="16" creationId="{D2B78728-A580-49A7-84F9-6EF6F583ADE0}"/>
          </ac:spMkLst>
        </pc:spChg>
        <pc:spChg chg="add del mod">
          <ac:chgData name="KARTER MAKOTOWINGTIM WONG" userId="87f3421f-7e5f-4328-a49b-3eb6eaf73452" providerId="ADAL" clId="{F2485CE7-6657-48F0-9070-2BBE8AD2F5C5}" dt="2025-01-19T01:10:13.499" v="321" actId="478"/>
          <ac:spMkLst>
            <pc:docMk/>
            <pc:sldMk cId="1672749082" sldId="278"/>
            <ac:spMk id="17" creationId="{DB9B4EBA-C352-C94B-86EE-C1F701F03486}"/>
          </ac:spMkLst>
        </pc:spChg>
        <pc:spChg chg="add del">
          <ac:chgData name="KARTER MAKOTOWINGTIM WONG" userId="87f3421f-7e5f-4328-a49b-3eb6eaf73452" providerId="ADAL" clId="{F2485CE7-6657-48F0-9070-2BBE8AD2F5C5}" dt="2025-01-19T00:37:02.153" v="137"/>
          <ac:spMkLst>
            <pc:docMk/>
            <pc:sldMk cId="1672749082" sldId="278"/>
            <ac:spMk id="18" creationId="{38FAA1A1-D861-433F-88FA-1E9D6FD31D11}"/>
          </ac:spMkLst>
        </pc:spChg>
        <pc:spChg chg="add del">
          <ac:chgData name="KARTER MAKOTOWINGTIM WONG" userId="87f3421f-7e5f-4328-a49b-3eb6eaf73452" providerId="ADAL" clId="{F2485CE7-6657-48F0-9070-2BBE8AD2F5C5}" dt="2025-01-19T00:37:02.153" v="137"/>
          <ac:spMkLst>
            <pc:docMk/>
            <pc:sldMk cId="1672749082" sldId="278"/>
            <ac:spMk id="20" creationId="{8D71EDA1-87BF-4D5D-AB79-F346FD19278A}"/>
          </ac:spMkLst>
        </pc:spChg>
        <pc:picChg chg="del mod">
          <ac:chgData name="KARTER MAKOTOWINGTIM WONG" userId="87f3421f-7e5f-4328-a49b-3eb6eaf73452" providerId="ADAL" clId="{F2485CE7-6657-48F0-9070-2BBE8AD2F5C5}" dt="2025-01-19T01:09:28.939" v="319" actId="478"/>
          <ac:picMkLst>
            <pc:docMk/>
            <pc:sldMk cId="1672749082" sldId="278"/>
            <ac:picMk id="4" creationId="{3B87B849-732E-3C76-03F8-B37EF9019414}"/>
          </ac:picMkLst>
        </pc:picChg>
        <pc:picChg chg="add mod">
          <ac:chgData name="KARTER MAKOTOWINGTIM WONG" userId="87f3421f-7e5f-4328-a49b-3eb6eaf73452" providerId="ADAL" clId="{F2485CE7-6657-48F0-9070-2BBE8AD2F5C5}" dt="2025-01-19T01:12:20.179" v="340" actId="1076"/>
          <ac:picMkLst>
            <pc:docMk/>
            <pc:sldMk cId="1672749082" sldId="278"/>
            <ac:picMk id="6" creationId="{9EFE1A62-0B36-4CC0-3EEC-40DAB9CA758B}"/>
          </ac:picMkLst>
        </pc:picChg>
        <pc:picChg chg="add mod">
          <ac:chgData name="KARTER MAKOTOWINGTIM WONG" userId="87f3421f-7e5f-4328-a49b-3eb6eaf73452" providerId="ADAL" clId="{F2485CE7-6657-48F0-9070-2BBE8AD2F5C5}" dt="2025-01-19T01:12:17.466" v="339" actId="1076"/>
          <ac:picMkLst>
            <pc:docMk/>
            <pc:sldMk cId="1672749082" sldId="278"/>
            <ac:picMk id="29" creationId="{0B27CC7D-3C25-990A-CF1E-0788C5E03DE3}"/>
          </ac:picMkLst>
        </pc:picChg>
        <pc:picChg chg="add mod">
          <ac:chgData name="KARTER MAKOTOWINGTIM WONG" userId="87f3421f-7e5f-4328-a49b-3eb6eaf73452" providerId="ADAL" clId="{F2485CE7-6657-48F0-9070-2BBE8AD2F5C5}" dt="2025-01-19T01:12:17.466" v="339" actId="1076"/>
          <ac:picMkLst>
            <pc:docMk/>
            <pc:sldMk cId="1672749082" sldId="278"/>
            <ac:picMk id="30" creationId="{68763345-6590-E9A6-F096-FCA2A4DFADA1}"/>
          </ac:picMkLst>
        </pc:picChg>
        <pc:cxnChg chg="add del mod">
          <ac:chgData name="KARTER MAKOTOWINGTIM WONG" userId="87f3421f-7e5f-4328-a49b-3eb6eaf73452" providerId="ADAL" clId="{F2485CE7-6657-48F0-9070-2BBE8AD2F5C5}" dt="2025-01-19T01:10:13.499" v="321" actId="478"/>
          <ac:cxnSpMkLst>
            <pc:docMk/>
            <pc:sldMk cId="1672749082" sldId="278"/>
            <ac:cxnSpMk id="7" creationId="{B6FE0588-C03E-0157-FE51-1AE0BB0ADF32}"/>
          </ac:cxnSpMkLst>
        </pc:cxnChg>
        <pc:cxnChg chg="add del mod">
          <ac:chgData name="KARTER MAKOTOWINGTIM WONG" userId="87f3421f-7e5f-4328-a49b-3eb6eaf73452" providerId="ADAL" clId="{F2485CE7-6657-48F0-9070-2BBE8AD2F5C5}" dt="2025-01-19T01:07:33.187" v="249" actId="478"/>
          <ac:cxnSpMkLst>
            <pc:docMk/>
            <pc:sldMk cId="1672749082" sldId="278"/>
            <ac:cxnSpMk id="19" creationId="{95BB786E-807E-F6D5-7BF3-67A6FCD441D3}"/>
          </ac:cxnSpMkLst>
        </pc:cxnChg>
        <pc:cxnChg chg="add del mod">
          <ac:chgData name="KARTER MAKOTOWINGTIM WONG" userId="87f3421f-7e5f-4328-a49b-3eb6eaf73452" providerId="ADAL" clId="{F2485CE7-6657-48F0-9070-2BBE8AD2F5C5}" dt="2025-01-19T01:10:13.499" v="321" actId="478"/>
          <ac:cxnSpMkLst>
            <pc:docMk/>
            <pc:sldMk cId="1672749082" sldId="278"/>
            <ac:cxnSpMk id="23" creationId="{8D905E18-05C5-15DF-4CFE-9423E7ABC288}"/>
          </ac:cxnSpMkLst>
        </pc:cxnChg>
        <pc:cxnChg chg="add del mod">
          <ac:chgData name="KARTER MAKOTOWINGTIM WONG" userId="87f3421f-7e5f-4328-a49b-3eb6eaf73452" providerId="ADAL" clId="{F2485CE7-6657-48F0-9070-2BBE8AD2F5C5}" dt="2025-01-19T01:10:13.499" v="321" actId="478"/>
          <ac:cxnSpMkLst>
            <pc:docMk/>
            <pc:sldMk cId="1672749082" sldId="278"/>
            <ac:cxnSpMk id="26" creationId="{13571F09-3340-A549-3955-8D0B1D783591}"/>
          </ac:cxnSpMkLst>
        </pc:cxnChg>
      </pc:sldChg>
      <pc:sldChg chg="addSp delSp modSp new mod ord setBg modShow">
        <pc:chgData name="KARTER MAKOTOWINGTIM WONG" userId="87f3421f-7e5f-4328-a49b-3eb6eaf73452" providerId="ADAL" clId="{F2485CE7-6657-48F0-9070-2BBE8AD2F5C5}" dt="2025-01-19T00:55:03.137" v="175" actId="729"/>
        <pc:sldMkLst>
          <pc:docMk/>
          <pc:sldMk cId="1112608476" sldId="279"/>
        </pc:sldMkLst>
        <pc:spChg chg="del">
          <ac:chgData name="KARTER MAKOTOWINGTIM WONG" userId="87f3421f-7e5f-4328-a49b-3eb6eaf73452" providerId="ADAL" clId="{F2485CE7-6657-48F0-9070-2BBE8AD2F5C5}" dt="2025-01-19T00:25:29.060" v="12" actId="478"/>
          <ac:spMkLst>
            <pc:docMk/>
            <pc:sldMk cId="1112608476" sldId="279"/>
            <ac:spMk id="2" creationId="{FA2246DC-54A9-822A-848A-F3046CFFEA22}"/>
          </ac:spMkLst>
        </pc:spChg>
        <pc:spChg chg="del">
          <ac:chgData name="KARTER MAKOTOWINGTIM WONG" userId="87f3421f-7e5f-4328-a49b-3eb6eaf73452" providerId="ADAL" clId="{F2485CE7-6657-48F0-9070-2BBE8AD2F5C5}" dt="2025-01-19T00:25:26.560" v="11" actId="478"/>
          <ac:spMkLst>
            <pc:docMk/>
            <pc:sldMk cId="1112608476" sldId="279"/>
            <ac:spMk id="3" creationId="{C5EFB13C-2538-F225-6205-92479A5F5555}"/>
          </ac:spMkLst>
        </pc:spChg>
        <pc:spChg chg="add del">
          <ac:chgData name="KARTER MAKOTOWINGTIM WONG" userId="87f3421f-7e5f-4328-a49b-3eb6eaf73452" providerId="ADAL" clId="{F2485CE7-6657-48F0-9070-2BBE8AD2F5C5}" dt="2025-01-19T00:27:48.528" v="18" actId="26606"/>
          <ac:spMkLst>
            <pc:docMk/>
            <pc:sldMk cId="1112608476" sldId="279"/>
            <ac:spMk id="16" creationId="{417CDA24-35F8-4540-8C52-3096D6D94949}"/>
          </ac:spMkLst>
        </pc:spChg>
        <pc:spChg chg="add del">
          <ac:chgData name="KARTER MAKOTOWINGTIM WONG" userId="87f3421f-7e5f-4328-a49b-3eb6eaf73452" providerId="ADAL" clId="{F2485CE7-6657-48F0-9070-2BBE8AD2F5C5}" dt="2025-01-19T00:27:48.528" v="18" actId="26606"/>
          <ac:spMkLst>
            <pc:docMk/>
            <pc:sldMk cId="1112608476" sldId="279"/>
            <ac:spMk id="18" creationId="{8658BFE0-4E65-4174-9C75-687C94E88273}"/>
          </ac:spMkLst>
        </pc:spChg>
        <pc:spChg chg="add del">
          <ac:chgData name="KARTER MAKOTOWINGTIM WONG" userId="87f3421f-7e5f-4328-a49b-3eb6eaf73452" providerId="ADAL" clId="{F2485CE7-6657-48F0-9070-2BBE8AD2F5C5}" dt="2025-01-19T00:27:48.528" v="18" actId="26606"/>
          <ac:spMkLst>
            <pc:docMk/>
            <pc:sldMk cId="1112608476" sldId="279"/>
            <ac:spMk id="20" creationId="{FA75DFED-A0C1-4A83-BE1D-0271C1826EF6}"/>
          </ac:spMkLst>
        </pc:spChg>
        <pc:picChg chg="add mod">
          <ac:chgData name="KARTER MAKOTOWINGTIM WONG" userId="87f3421f-7e5f-4328-a49b-3eb6eaf73452" providerId="ADAL" clId="{F2485CE7-6657-48F0-9070-2BBE8AD2F5C5}" dt="2025-01-19T00:35:35.592" v="104" actId="14100"/>
          <ac:picMkLst>
            <pc:docMk/>
            <pc:sldMk cId="1112608476" sldId="279"/>
            <ac:picMk id="5" creationId="{82973E6B-1EA3-C0A3-A8C2-6A3B36DCD070}"/>
          </ac:picMkLst>
        </pc:picChg>
        <pc:picChg chg="add del mod">
          <ac:chgData name="KARTER MAKOTOWINGTIM WONG" userId="87f3421f-7e5f-4328-a49b-3eb6eaf73452" providerId="ADAL" clId="{F2485CE7-6657-48F0-9070-2BBE8AD2F5C5}" dt="2025-01-19T00:32:50.996" v="80" actId="478"/>
          <ac:picMkLst>
            <pc:docMk/>
            <pc:sldMk cId="1112608476" sldId="279"/>
            <ac:picMk id="7" creationId="{5037D5DC-1C9E-4D78-F418-DEB1ADFDCE82}"/>
          </ac:picMkLst>
        </pc:picChg>
        <pc:picChg chg="add mod">
          <ac:chgData name="KARTER MAKOTOWINGTIM WONG" userId="87f3421f-7e5f-4328-a49b-3eb6eaf73452" providerId="ADAL" clId="{F2485CE7-6657-48F0-9070-2BBE8AD2F5C5}" dt="2025-01-19T00:35:46.430" v="107" actId="1076"/>
          <ac:picMkLst>
            <pc:docMk/>
            <pc:sldMk cId="1112608476" sldId="279"/>
            <ac:picMk id="9" creationId="{544283E4-D2E7-1764-90B3-07A9B0EFC5A0}"/>
          </ac:picMkLst>
        </pc:picChg>
        <pc:picChg chg="add mod ord">
          <ac:chgData name="KARTER MAKOTOWINGTIM WONG" userId="87f3421f-7e5f-4328-a49b-3eb6eaf73452" providerId="ADAL" clId="{F2485CE7-6657-48F0-9070-2BBE8AD2F5C5}" dt="2025-01-19T00:36:12.726" v="113" actId="1076"/>
          <ac:picMkLst>
            <pc:docMk/>
            <pc:sldMk cId="1112608476" sldId="279"/>
            <ac:picMk id="11" creationId="{DC350398-03B6-B300-AA2A-E6D7C460340A}"/>
          </ac:picMkLst>
        </pc:picChg>
        <pc:picChg chg="add del mod">
          <ac:chgData name="KARTER MAKOTOWINGTIM WONG" userId="87f3421f-7e5f-4328-a49b-3eb6eaf73452" providerId="ADAL" clId="{F2485CE7-6657-48F0-9070-2BBE8AD2F5C5}" dt="2025-01-19T00:34:29.440" v="86" actId="478"/>
          <ac:picMkLst>
            <pc:docMk/>
            <pc:sldMk cId="1112608476" sldId="279"/>
            <ac:picMk id="13" creationId="{2AEA723E-81DE-C04A-BABD-28CC37443967}"/>
          </ac:picMkLst>
        </pc:picChg>
        <pc:picChg chg="add mod">
          <ac:chgData name="KARTER MAKOTOWINGTIM WONG" userId="87f3421f-7e5f-4328-a49b-3eb6eaf73452" providerId="ADAL" clId="{F2485CE7-6657-48F0-9070-2BBE8AD2F5C5}" dt="2025-01-19T00:35:37.173" v="105" actId="1076"/>
          <ac:picMkLst>
            <pc:docMk/>
            <pc:sldMk cId="1112608476" sldId="279"/>
            <ac:picMk id="15" creationId="{7822E9CE-2AEF-2ECF-3689-5AC980B69AE5}"/>
          </ac:picMkLst>
        </pc:picChg>
      </pc:sldChg>
      <pc:sldMasterChg chg="setBg">
        <pc:chgData name="KARTER MAKOTOWINGTIM WONG" userId="87f3421f-7e5f-4328-a49b-3eb6eaf73452" providerId="ADAL" clId="{F2485CE7-6657-48F0-9070-2BBE8AD2F5C5}" dt="2025-01-19T00:36:57.796" v="126"/>
        <pc:sldMasterMkLst>
          <pc:docMk/>
          <pc:sldMasterMk cId="1862854002" sldId="2147483773"/>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2EF8A0-CC9C-4FDF-9F1E-8C939EDF7A59}"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5D955B14-EB6C-4322-B255-C38C77EB77DA}">
      <dgm:prSet/>
      <dgm:spPr/>
      <dgm:t>
        <a:bodyPr/>
        <a:lstStyle/>
        <a:p>
          <a:r>
            <a:rPr lang="en-US" dirty="0"/>
            <a:t>Introduction</a:t>
          </a:r>
        </a:p>
      </dgm:t>
    </dgm:pt>
    <dgm:pt modelId="{EE551BC2-92F9-41AF-81F4-325AC1837938}" type="parTrans" cxnId="{6BA734B5-2C47-4451-A5EF-03FE9C0D24A1}">
      <dgm:prSet/>
      <dgm:spPr/>
      <dgm:t>
        <a:bodyPr/>
        <a:lstStyle/>
        <a:p>
          <a:endParaRPr lang="en-US"/>
        </a:p>
      </dgm:t>
    </dgm:pt>
    <dgm:pt modelId="{34770A81-48D2-48EF-9954-37632E0B6216}" type="sibTrans" cxnId="{6BA734B5-2C47-4451-A5EF-03FE9C0D24A1}">
      <dgm:prSet/>
      <dgm:spPr/>
      <dgm:t>
        <a:bodyPr/>
        <a:lstStyle/>
        <a:p>
          <a:endParaRPr lang="en-US"/>
        </a:p>
      </dgm:t>
    </dgm:pt>
    <dgm:pt modelId="{4BD5A6C5-3FA1-4168-B0B2-CAC7C217A65C}">
      <dgm:prSet/>
      <dgm:spPr/>
      <dgm:t>
        <a:bodyPr/>
        <a:lstStyle/>
        <a:p>
          <a:r>
            <a:rPr lang="en-US" dirty="0"/>
            <a:t>Progress</a:t>
          </a:r>
        </a:p>
      </dgm:t>
    </dgm:pt>
    <dgm:pt modelId="{DA7D033C-0A12-4C14-9315-BA24549606C0}" type="parTrans" cxnId="{5F3887F2-12F9-40E7-A433-E598C71EFC41}">
      <dgm:prSet/>
      <dgm:spPr/>
      <dgm:t>
        <a:bodyPr/>
        <a:lstStyle/>
        <a:p>
          <a:endParaRPr lang="en-US"/>
        </a:p>
      </dgm:t>
    </dgm:pt>
    <dgm:pt modelId="{DA2BEA65-B8AA-43DD-A124-BAAC76C2CEE8}" type="sibTrans" cxnId="{5F3887F2-12F9-40E7-A433-E598C71EFC41}">
      <dgm:prSet/>
      <dgm:spPr/>
      <dgm:t>
        <a:bodyPr/>
        <a:lstStyle/>
        <a:p>
          <a:endParaRPr lang="en-US"/>
        </a:p>
      </dgm:t>
    </dgm:pt>
    <dgm:pt modelId="{769EBC84-4E5B-4043-88AC-24C2953EE96B}">
      <dgm:prSet/>
      <dgm:spPr/>
      <dgm:t>
        <a:bodyPr/>
        <a:lstStyle/>
        <a:p>
          <a:r>
            <a:rPr lang="en-US" dirty="0"/>
            <a:t>Future steps</a:t>
          </a:r>
        </a:p>
      </dgm:t>
    </dgm:pt>
    <dgm:pt modelId="{BDABF31D-6B3E-4C3D-91FF-E8261BB70855}" type="parTrans" cxnId="{99462B09-94B3-489A-B866-08604A952264}">
      <dgm:prSet/>
      <dgm:spPr/>
      <dgm:t>
        <a:bodyPr/>
        <a:lstStyle/>
        <a:p>
          <a:endParaRPr lang="en-US"/>
        </a:p>
      </dgm:t>
    </dgm:pt>
    <dgm:pt modelId="{BC9BF901-DF2D-4F44-B77A-E4CE4075641F}" type="sibTrans" cxnId="{99462B09-94B3-489A-B866-08604A952264}">
      <dgm:prSet/>
      <dgm:spPr/>
      <dgm:t>
        <a:bodyPr/>
        <a:lstStyle/>
        <a:p>
          <a:endParaRPr lang="en-US"/>
        </a:p>
      </dgm:t>
    </dgm:pt>
    <dgm:pt modelId="{EA2B8999-0ACF-4420-B794-FD0D91BD5747}" type="pres">
      <dgm:prSet presAssocID="{AB2EF8A0-CC9C-4FDF-9F1E-8C939EDF7A59}" presName="diagram" presStyleCnt="0">
        <dgm:presLayoutVars>
          <dgm:dir/>
          <dgm:resizeHandles val="exact"/>
        </dgm:presLayoutVars>
      </dgm:prSet>
      <dgm:spPr/>
    </dgm:pt>
    <dgm:pt modelId="{2324B4E9-76AD-49AA-97CA-05962AE88E93}" type="pres">
      <dgm:prSet presAssocID="{5D955B14-EB6C-4322-B255-C38C77EB77DA}" presName="node" presStyleLbl="node1" presStyleIdx="0" presStyleCnt="3">
        <dgm:presLayoutVars>
          <dgm:bulletEnabled val="1"/>
        </dgm:presLayoutVars>
      </dgm:prSet>
      <dgm:spPr>
        <a:prstGeom prst="roundRect">
          <a:avLst/>
        </a:prstGeom>
      </dgm:spPr>
    </dgm:pt>
    <dgm:pt modelId="{53D1EAB0-52B2-4493-B425-77D1D74D1A26}" type="pres">
      <dgm:prSet presAssocID="{34770A81-48D2-48EF-9954-37632E0B6216}" presName="sibTrans" presStyleCnt="0"/>
      <dgm:spPr/>
    </dgm:pt>
    <dgm:pt modelId="{42E1B48F-4E02-4B37-B72C-261ECB24AD90}" type="pres">
      <dgm:prSet presAssocID="{4BD5A6C5-3FA1-4168-B0B2-CAC7C217A65C}" presName="node" presStyleLbl="node1" presStyleIdx="1" presStyleCnt="3">
        <dgm:presLayoutVars>
          <dgm:bulletEnabled val="1"/>
        </dgm:presLayoutVars>
      </dgm:prSet>
      <dgm:spPr>
        <a:prstGeom prst="roundRect">
          <a:avLst/>
        </a:prstGeom>
      </dgm:spPr>
    </dgm:pt>
    <dgm:pt modelId="{BA13B294-13EE-48D9-AC57-0A4DF6AABBB8}" type="pres">
      <dgm:prSet presAssocID="{DA2BEA65-B8AA-43DD-A124-BAAC76C2CEE8}" presName="sibTrans" presStyleCnt="0"/>
      <dgm:spPr/>
    </dgm:pt>
    <dgm:pt modelId="{9737A1F8-ED2B-41BC-91D9-CF8E77CDFE06}" type="pres">
      <dgm:prSet presAssocID="{769EBC84-4E5B-4043-88AC-24C2953EE96B}" presName="node" presStyleLbl="node1" presStyleIdx="2" presStyleCnt="3">
        <dgm:presLayoutVars>
          <dgm:bulletEnabled val="1"/>
        </dgm:presLayoutVars>
      </dgm:prSet>
      <dgm:spPr>
        <a:prstGeom prst="roundRect">
          <a:avLst/>
        </a:prstGeom>
      </dgm:spPr>
    </dgm:pt>
  </dgm:ptLst>
  <dgm:cxnLst>
    <dgm:cxn modelId="{99462B09-94B3-489A-B866-08604A952264}" srcId="{AB2EF8A0-CC9C-4FDF-9F1E-8C939EDF7A59}" destId="{769EBC84-4E5B-4043-88AC-24C2953EE96B}" srcOrd="2" destOrd="0" parTransId="{BDABF31D-6B3E-4C3D-91FF-E8261BB70855}" sibTransId="{BC9BF901-DF2D-4F44-B77A-E4CE4075641F}"/>
    <dgm:cxn modelId="{010C8970-147A-4AC6-AAA3-6D34F8E457ED}" type="presOf" srcId="{AB2EF8A0-CC9C-4FDF-9F1E-8C939EDF7A59}" destId="{EA2B8999-0ACF-4420-B794-FD0D91BD5747}" srcOrd="0" destOrd="0" presId="urn:microsoft.com/office/officeart/2005/8/layout/default"/>
    <dgm:cxn modelId="{3F73B076-2F6B-4256-BCFB-B7E66A313407}" type="presOf" srcId="{4BD5A6C5-3FA1-4168-B0B2-CAC7C217A65C}" destId="{42E1B48F-4E02-4B37-B72C-261ECB24AD90}" srcOrd="0" destOrd="0" presId="urn:microsoft.com/office/officeart/2005/8/layout/default"/>
    <dgm:cxn modelId="{6BA734B5-2C47-4451-A5EF-03FE9C0D24A1}" srcId="{AB2EF8A0-CC9C-4FDF-9F1E-8C939EDF7A59}" destId="{5D955B14-EB6C-4322-B255-C38C77EB77DA}" srcOrd="0" destOrd="0" parTransId="{EE551BC2-92F9-41AF-81F4-325AC1837938}" sibTransId="{34770A81-48D2-48EF-9954-37632E0B6216}"/>
    <dgm:cxn modelId="{47F7CFE7-165A-4824-A862-F6B749FB9521}" type="presOf" srcId="{5D955B14-EB6C-4322-B255-C38C77EB77DA}" destId="{2324B4E9-76AD-49AA-97CA-05962AE88E93}" srcOrd="0" destOrd="0" presId="urn:microsoft.com/office/officeart/2005/8/layout/default"/>
    <dgm:cxn modelId="{EE742DED-631E-4B38-831B-D934A9EF4137}" type="presOf" srcId="{769EBC84-4E5B-4043-88AC-24C2953EE96B}" destId="{9737A1F8-ED2B-41BC-91D9-CF8E77CDFE06}" srcOrd="0" destOrd="0" presId="urn:microsoft.com/office/officeart/2005/8/layout/default"/>
    <dgm:cxn modelId="{5F3887F2-12F9-40E7-A433-E598C71EFC41}" srcId="{AB2EF8A0-CC9C-4FDF-9F1E-8C939EDF7A59}" destId="{4BD5A6C5-3FA1-4168-B0B2-CAC7C217A65C}" srcOrd="1" destOrd="0" parTransId="{DA7D033C-0A12-4C14-9315-BA24549606C0}" sibTransId="{DA2BEA65-B8AA-43DD-A124-BAAC76C2CEE8}"/>
    <dgm:cxn modelId="{E75D1719-CEDD-491D-8A34-13B17604DBAF}" type="presParOf" srcId="{EA2B8999-0ACF-4420-B794-FD0D91BD5747}" destId="{2324B4E9-76AD-49AA-97CA-05962AE88E93}" srcOrd="0" destOrd="0" presId="urn:microsoft.com/office/officeart/2005/8/layout/default"/>
    <dgm:cxn modelId="{5E3C1A43-3B07-4259-A115-8DDCD8458A2C}" type="presParOf" srcId="{EA2B8999-0ACF-4420-B794-FD0D91BD5747}" destId="{53D1EAB0-52B2-4493-B425-77D1D74D1A26}" srcOrd="1" destOrd="0" presId="urn:microsoft.com/office/officeart/2005/8/layout/default"/>
    <dgm:cxn modelId="{2960896C-85F7-4B3E-B880-68A11F2B94F5}" type="presParOf" srcId="{EA2B8999-0ACF-4420-B794-FD0D91BD5747}" destId="{42E1B48F-4E02-4B37-B72C-261ECB24AD90}" srcOrd="2" destOrd="0" presId="urn:microsoft.com/office/officeart/2005/8/layout/default"/>
    <dgm:cxn modelId="{B2950328-355C-4A04-8D0D-8105B47C78CC}" type="presParOf" srcId="{EA2B8999-0ACF-4420-B794-FD0D91BD5747}" destId="{BA13B294-13EE-48D9-AC57-0A4DF6AABBB8}" srcOrd="3" destOrd="0" presId="urn:microsoft.com/office/officeart/2005/8/layout/default"/>
    <dgm:cxn modelId="{E1A4A085-C7F2-42DE-859C-42A877DA0C3F}" type="presParOf" srcId="{EA2B8999-0ACF-4420-B794-FD0D91BD5747}" destId="{9737A1F8-ED2B-41BC-91D9-CF8E77CDFE0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E152B0-7B9B-431A-999E-3D88C92A1EA4}" type="doc">
      <dgm:prSet loTypeId="urn:microsoft.com/office/officeart/2005/8/layout/process4" loCatId="process" qsTypeId="urn:microsoft.com/office/officeart/2005/8/quickstyle/simple1" qsCatId="simple" csTypeId="urn:microsoft.com/office/officeart/2005/8/colors/accent1_2" csCatId="accent1" phldr="1"/>
      <dgm:spPr/>
    </dgm:pt>
    <dgm:pt modelId="{6BE772F6-D4D6-4267-B335-CBFDA4166931}">
      <dgm:prSet phldrT="[Text]" custT="1"/>
      <dgm:spPr/>
      <dgm:t>
        <a:bodyPr/>
        <a:lstStyle/>
        <a:p>
          <a:r>
            <a:rPr lang="en-US" sz="500" dirty="0"/>
            <a:t>Program start</a:t>
          </a:r>
        </a:p>
      </dgm:t>
    </dgm:pt>
    <dgm:pt modelId="{FF02A9A0-9513-458A-82CD-1D65A2D25BF0}" type="parTrans" cxnId="{D6C2F659-DE50-4B77-9844-4294513A05C0}">
      <dgm:prSet/>
      <dgm:spPr/>
      <dgm:t>
        <a:bodyPr/>
        <a:lstStyle/>
        <a:p>
          <a:endParaRPr lang="en-US"/>
        </a:p>
      </dgm:t>
    </dgm:pt>
    <dgm:pt modelId="{D66DF1B2-8F4A-4CE6-8205-5045F575D589}" type="sibTrans" cxnId="{D6C2F659-DE50-4B77-9844-4294513A05C0}">
      <dgm:prSet/>
      <dgm:spPr/>
      <dgm:t>
        <a:bodyPr/>
        <a:lstStyle/>
        <a:p>
          <a:endParaRPr lang="en-US"/>
        </a:p>
      </dgm:t>
    </dgm:pt>
    <dgm:pt modelId="{4EB3A2A0-C34C-47D0-A891-8E297DDD012B}">
      <dgm:prSet custT="1"/>
      <dgm:spPr/>
      <dgm:t>
        <a:bodyPr/>
        <a:lstStyle/>
        <a:p>
          <a:r>
            <a:rPr lang="en-US" sz="500" dirty="0"/>
            <a:t>Calculating TSP</a:t>
          </a:r>
        </a:p>
      </dgm:t>
    </dgm:pt>
    <dgm:pt modelId="{DB054D2E-82E8-499D-928F-F37D4AD5F039}" type="parTrans" cxnId="{6221C63C-B2B7-497B-8652-227FD0867A8D}">
      <dgm:prSet/>
      <dgm:spPr/>
      <dgm:t>
        <a:bodyPr/>
        <a:lstStyle/>
        <a:p>
          <a:endParaRPr lang="en-US"/>
        </a:p>
      </dgm:t>
    </dgm:pt>
    <dgm:pt modelId="{21F2C2BA-3C2C-43B0-AAB1-48385246F853}" type="sibTrans" cxnId="{6221C63C-B2B7-497B-8652-227FD0867A8D}">
      <dgm:prSet/>
      <dgm:spPr/>
      <dgm:t>
        <a:bodyPr/>
        <a:lstStyle/>
        <a:p>
          <a:endParaRPr lang="en-US"/>
        </a:p>
      </dgm:t>
    </dgm:pt>
    <dgm:pt modelId="{393CAB92-3D8A-4740-8D92-B74628929A4F}">
      <dgm:prSet custT="1"/>
      <dgm:spPr/>
      <dgm:t>
        <a:bodyPr/>
        <a:lstStyle/>
        <a:p>
          <a:r>
            <a:rPr lang="en-US" sz="500" dirty="0"/>
            <a:t>Sorting the points in a clockwise direction </a:t>
          </a:r>
        </a:p>
      </dgm:t>
    </dgm:pt>
    <dgm:pt modelId="{1F8CA61B-9568-407C-9ED4-EF3BE4DD20B2}" type="parTrans" cxnId="{BAE9DF01-9AA2-4ADA-A64B-560CCAE6BD8B}">
      <dgm:prSet/>
      <dgm:spPr/>
      <dgm:t>
        <a:bodyPr/>
        <a:lstStyle/>
        <a:p>
          <a:endParaRPr lang="en-US"/>
        </a:p>
      </dgm:t>
    </dgm:pt>
    <dgm:pt modelId="{699271F4-EE87-4012-BB63-C660F2F701C4}" type="sibTrans" cxnId="{BAE9DF01-9AA2-4ADA-A64B-560CCAE6BD8B}">
      <dgm:prSet/>
      <dgm:spPr/>
      <dgm:t>
        <a:bodyPr/>
        <a:lstStyle/>
        <a:p>
          <a:endParaRPr lang="en-US"/>
        </a:p>
      </dgm:t>
    </dgm:pt>
    <dgm:pt modelId="{BAC7C49A-EAC4-4B55-95F4-C0D32C49B67C}">
      <dgm:prSet custT="1"/>
      <dgm:spPr/>
      <dgm:t>
        <a:bodyPr/>
        <a:lstStyle/>
        <a:p>
          <a:r>
            <a:rPr lang="en-US" sz="500" dirty="0"/>
            <a:t>If the shape is circular the program uses the circular processing module</a:t>
          </a:r>
        </a:p>
      </dgm:t>
    </dgm:pt>
    <dgm:pt modelId="{1FCDE2EF-2150-43C7-A240-764A5816E551}" type="parTrans" cxnId="{F9AAA5CA-3955-4A49-BE70-712814666EE6}">
      <dgm:prSet/>
      <dgm:spPr/>
      <dgm:t>
        <a:bodyPr/>
        <a:lstStyle/>
        <a:p>
          <a:endParaRPr lang="en-US"/>
        </a:p>
      </dgm:t>
    </dgm:pt>
    <dgm:pt modelId="{0D281A36-36BD-4E96-A90F-90C64E46E215}" type="sibTrans" cxnId="{F9AAA5CA-3955-4A49-BE70-712814666EE6}">
      <dgm:prSet/>
      <dgm:spPr/>
      <dgm:t>
        <a:bodyPr/>
        <a:lstStyle/>
        <a:p>
          <a:endParaRPr lang="en-US"/>
        </a:p>
      </dgm:t>
    </dgm:pt>
    <dgm:pt modelId="{4135E3D2-A8C2-43FB-8731-2CD72F2644B8}">
      <dgm:prSet custT="1"/>
      <dgm:spPr/>
      <dgm:t>
        <a:bodyPr/>
        <a:lstStyle/>
        <a:p>
          <a:r>
            <a:rPr lang="en-US" sz="500" dirty="0"/>
            <a:t>Converting the toolpath to G-code</a:t>
          </a:r>
        </a:p>
      </dgm:t>
    </dgm:pt>
    <dgm:pt modelId="{E83B39E1-FE33-4A1E-9F82-E4FB6FC75A09}" type="parTrans" cxnId="{A8F82AAF-853A-453C-8DC6-E196B2280434}">
      <dgm:prSet/>
      <dgm:spPr/>
      <dgm:t>
        <a:bodyPr/>
        <a:lstStyle/>
        <a:p>
          <a:endParaRPr lang="en-US"/>
        </a:p>
      </dgm:t>
    </dgm:pt>
    <dgm:pt modelId="{BBC77789-D6DE-4936-8C44-E63A1BB52405}" type="sibTrans" cxnId="{A8F82AAF-853A-453C-8DC6-E196B2280434}">
      <dgm:prSet/>
      <dgm:spPr/>
      <dgm:t>
        <a:bodyPr/>
        <a:lstStyle/>
        <a:p>
          <a:endParaRPr lang="en-US"/>
        </a:p>
      </dgm:t>
    </dgm:pt>
    <dgm:pt modelId="{320206F9-EC96-4A41-98EA-CEE0E5886341}">
      <dgm:prSet custT="1"/>
      <dgm:spPr/>
      <dgm:t>
        <a:bodyPr/>
        <a:lstStyle/>
        <a:p>
          <a:r>
            <a:rPr lang="en-US" sz="500" dirty="0"/>
            <a:t>If the shape is not circular the program uses the noncircular processing module</a:t>
          </a:r>
        </a:p>
      </dgm:t>
    </dgm:pt>
    <dgm:pt modelId="{414C077B-6A01-46BE-B3E6-AF34C49C3ED7}" type="parTrans" cxnId="{241BCC03-836D-4866-8D06-88A19E231FD0}">
      <dgm:prSet/>
      <dgm:spPr/>
      <dgm:t>
        <a:bodyPr/>
        <a:lstStyle/>
        <a:p>
          <a:endParaRPr lang="en-US"/>
        </a:p>
      </dgm:t>
    </dgm:pt>
    <dgm:pt modelId="{FAB7D949-C1B9-49C5-B644-538F629F8165}" type="sibTrans" cxnId="{241BCC03-836D-4866-8D06-88A19E231FD0}">
      <dgm:prSet/>
      <dgm:spPr/>
      <dgm:t>
        <a:bodyPr/>
        <a:lstStyle/>
        <a:p>
          <a:endParaRPr lang="en-US"/>
        </a:p>
      </dgm:t>
    </dgm:pt>
    <dgm:pt modelId="{DFD06D89-A7BE-4833-B44C-94869130C355}">
      <dgm:prSet custT="1"/>
      <dgm:spPr/>
      <dgm:t>
        <a:bodyPr/>
        <a:lstStyle/>
        <a:p>
          <a:r>
            <a:rPr lang="en-US" sz="500" dirty="0"/>
            <a:t>Is the shape mostly circular?</a:t>
          </a:r>
        </a:p>
      </dgm:t>
    </dgm:pt>
    <dgm:pt modelId="{DE447EB7-D9C2-4759-9BFE-E48AFA4732FB}" type="parTrans" cxnId="{E036E8A1-D759-43E0-B63E-310CF767DA09}">
      <dgm:prSet/>
      <dgm:spPr/>
      <dgm:t>
        <a:bodyPr/>
        <a:lstStyle/>
        <a:p>
          <a:endParaRPr lang="en-US"/>
        </a:p>
      </dgm:t>
    </dgm:pt>
    <dgm:pt modelId="{197900C6-1929-4B05-A207-9E0A14195BE4}" type="sibTrans" cxnId="{E036E8A1-D759-43E0-B63E-310CF767DA09}">
      <dgm:prSet/>
      <dgm:spPr/>
      <dgm:t>
        <a:bodyPr/>
        <a:lstStyle/>
        <a:p>
          <a:endParaRPr lang="en-US"/>
        </a:p>
      </dgm:t>
    </dgm:pt>
    <dgm:pt modelId="{4583C349-BD48-4C8D-ACF1-B60D79003A6A}" type="pres">
      <dgm:prSet presAssocID="{6FE152B0-7B9B-431A-999E-3D88C92A1EA4}" presName="Name0" presStyleCnt="0">
        <dgm:presLayoutVars>
          <dgm:dir/>
          <dgm:animLvl val="lvl"/>
          <dgm:resizeHandles val="exact"/>
        </dgm:presLayoutVars>
      </dgm:prSet>
      <dgm:spPr/>
    </dgm:pt>
    <dgm:pt modelId="{F921D3BB-683A-4F57-AB8B-73EEE5A42807}" type="pres">
      <dgm:prSet presAssocID="{4135E3D2-A8C2-43FB-8731-2CD72F2644B8}" presName="boxAndChildren" presStyleCnt="0"/>
      <dgm:spPr/>
    </dgm:pt>
    <dgm:pt modelId="{3CA6CC1F-64C8-427C-892C-37337CFC7392}" type="pres">
      <dgm:prSet presAssocID="{4135E3D2-A8C2-43FB-8731-2CD72F2644B8}" presName="parentTextBox" presStyleLbl="node1" presStyleIdx="0" presStyleCnt="5"/>
      <dgm:spPr/>
    </dgm:pt>
    <dgm:pt modelId="{C78D04FE-AD16-4F22-B8C1-4604D1C992E1}" type="pres">
      <dgm:prSet presAssocID="{197900C6-1929-4B05-A207-9E0A14195BE4}" presName="sp" presStyleCnt="0"/>
      <dgm:spPr/>
    </dgm:pt>
    <dgm:pt modelId="{C6D6C0B7-3E89-417E-B10D-838C0D8150A4}" type="pres">
      <dgm:prSet presAssocID="{DFD06D89-A7BE-4833-B44C-94869130C355}" presName="arrowAndChildren" presStyleCnt="0"/>
      <dgm:spPr/>
    </dgm:pt>
    <dgm:pt modelId="{691FEC46-D01A-4DFA-B224-1BBD0DCE35CF}" type="pres">
      <dgm:prSet presAssocID="{DFD06D89-A7BE-4833-B44C-94869130C355}" presName="parentTextArrow" presStyleLbl="node1" presStyleIdx="0" presStyleCnt="5"/>
      <dgm:spPr/>
    </dgm:pt>
    <dgm:pt modelId="{1287A1E5-9CCF-4F7C-B189-1DD7D5919A8E}" type="pres">
      <dgm:prSet presAssocID="{DFD06D89-A7BE-4833-B44C-94869130C355}" presName="arrow" presStyleLbl="node1" presStyleIdx="1" presStyleCnt="5"/>
      <dgm:spPr/>
    </dgm:pt>
    <dgm:pt modelId="{BA9D5D25-8807-43EC-AA03-692B5F31029A}" type="pres">
      <dgm:prSet presAssocID="{DFD06D89-A7BE-4833-B44C-94869130C355}" presName="descendantArrow" presStyleCnt="0"/>
      <dgm:spPr/>
    </dgm:pt>
    <dgm:pt modelId="{A66A37B0-BDE2-49E1-9D0F-C985A874318C}" type="pres">
      <dgm:prSet presAssocID="{BAC7C49A-EAC4-4B55-95F4-C0D32C49B67C}" presName="childTextArrow" presStyleLbl="fgAccFollowNode1" presStyleIdx="0" presStyleCnt="2">
        <dgm:presLayoutVars>
          <dgm:bulletEnabled val="1"/>
        </dgm:presLayoutVars>
      </dgm:prSet>
      <dgm:spPr/>
    </dgm:pt>
    <dgm:pt modelId="{7DE11579-2A3F-46C6-B721-FAD2C3FBB2F4}" type="pres">
      <dgm:prSet presAssocID="{320206F9-EC96-4A41-98EA-CEE0E5886341}" presName="childTextArrow" presStyleLbl="fgAccFollowNode1" presStyleIdx="1" presStyleCnt="2">
        <dgm:presLayoutVars>
          <dgm:bulletEnabled val="1"/>
        </dgm:presLayoutVars>
      </dgm:prSet>
      <dgm:spPr/>
    </dgm:pt>
    <dgm:pt modelId="{F67B4566-3587-44F6-AB09-7AB119096631}" type="pres">
      <dgm:prSet presAssocID="{699271F4-EE87-4012-BB63-C660F2F701C4}" presName="sp" presStyleCnt="0"/>
      <dgm:spPr/>
    </dgm:pt>
    <dgm:pt modelId="{205F4A5E-0C7F-4ADA-BD11-430A21EEC4E6}" type="pres">
      <dgm:prSet presAssocID="{393CAB92-3D8A-4740-8D92-B74628929A4F}" presName="arrowAndChildren" presStyleCnt="0"/>
      <dgm:spPr/>
    </dgm:pt>
    <dgm:pt modelId="{95CAB6BF-FE3B-46CB-804D-57208D6F44E2}" type="pres">
      <dgm:prSet presAssocID="{393CAB92-3D8A-4740-8D92-B74628929A4F}" presName="parentTextArrow" presStyleLbl="node1" presStyleIdx="2" presStyleCnt="5"/>
      <dgm:spPr/>
    </dgm:pt>
    <dgm:pt modelId="{49948199-4FB7-47F8-8794-41F16DF64D83}" type="pres">
      <dgm:prSet presAssocID="{21F2C2BA-3C2C-43B0-AAB1-48385246F853}" presName="sp" presStyleCnt="0"/>
      <dgm:spPr/>
    </dgm:pt>
    <dgm:pt modelId="{BF330780-D164-4612-920E-8590995EC560}" type="pres">
      <dgm:prSet presAssocID="{4EB3A2A0-C34C-47D0-A891-8E297DDD012B}" presName="arrowAndChildren" presStyleCnt="0"/>
      <dgm:spPr/>
    </dgm:pt>
    <dgm:pt modelId="{5F32816D-FF2D-4862-A265-D18F5FF817ED}" type="pres">
      <dgm:prSet presAssocID="{4EB3A2A0-C34C-47D0-A891-8E297DDD012B}" presName="parentTextArrow" presStyleLbl="node1" presStyleIdx="3" presStyleCnt="5" custLinFactNeighborX="-1146"/>
      <dgm:spPr/>
    </dgm:pt>
    <dgm:pt modelId="{2CB72DBA-7C34-4062-BA32-7DE2E125BFD1}" type="pres">
      <dgm:prSet presAssocID="{D66DF1B2-8F4A-4CE6-8205-5045F575D589}" presName="sp" presStyleCnt="0"/>
      <dgm:spPr/>
    </dgm:pt>
    <dgm:pt modelId="{205CF5B9-9E92-4B38-B01A-D44856D3B2B8}" type="pres">
      <dgm:prSet presAssocID="{6BE772F6-D4D6-4267-B335-CBFDA4166931}" presName="arrowAndChildren" presStyleCnt="0"/>
      <dgm:spPr/>
    </dgm:pt>
    <dgm:pt modelId="{059C69ED-9B49-441F-959D-4C2923B32970}" type="pres">
      <dgm:prSet presAssocID="{6BE772F6-D4D6-4267-B335-CBFDA4166931}" presName="parentTextArrow" presStyleLbl="node1" presStyleIdx="4" presStyleCnt="5"/>
      <dgm:spPr/>
    </dgm:pt>
  </dgm:ptLst>
  <dgm:cxnLst>
    <dgm:cxn modelId="{BAE9DF01-9AA2-4ADA-A64B-560CCAE6BD8B}" srcId="{6FE152B0-7B9B-431A-999E-3D88C92A1EA4}" destId="{393CAB92-3D8A-4740-8D92-B74628929A4F}" srcOrd="2" destOrd="0" parTransId="{1F8CA61B-9568-407C-9ED4-EF3BE4DD20B2}" sibTransId="{699271F4-EE87-4012-BB63-C660F2F701C4}"/>
    <dgm:cxn modelId="{241BCC03-836D-4866-8D06-88A19E231FD0}" srcId="{DFD06D89-A7BE-4833-B44C-94869130C355}" destId="{320206F9-EC96-4A41-98EA-CEE0E5886341}" srcOrd="1" destOrd="0" parTransId="{414C077B-6A01-46BE-B3E6-AF34C49C3ED7}" sibTransId="{FAB7D949-C1B9-49C5-B644-538F629F8165}"/>
    <dgm:cxn modelId="{87B3DC13-0FD1-4944-8E6F-B9DDF26BEDBE}" type="presOf" srcId="{320206F9-EC96-4A41-98EA-CEE0E5886341}" destId="{7DE11579-2A3F-46C6-B721-FAD2C3FBB2F4}" srcOrd="0" destOrd="0" presId="urn:microsoft.com/office/officeart/2005/8/layout/process4"/>
    <dgm:cxn modelId="{FF013919-FC2E-466F-BBDA-8DE19D34DBB0}" type="presOf" srcId="{DFD06D89-A7BE-4833-B44C-94869130C355}" destId="{691FEC46-D01A-4DFA-B224-1BBD0DCE35CF}" srcOrd="0" destOrd="0" presId="urn:microsoft.com/office/officeart/2005/8/layout/process4"/>
    <dgm:cxn modelId="{6221C63C-B2B7-497B-8652-227FD0867A8D}" srcId="{6FE152B0-7B9B-431A-999E-3D88C92A1EA4}" destId="{4EB3A2A0-C34C-47D0-A891-8E297DDD012B}" srcOrd="1" destOrd="0" parTransId="{DB054D2E-82E8-499D-928F-F37D4AD5F039}" sibTransId="{21F2C2BA-3C2C-43B0-AAB1-48385246F853}"/>
    <dgm:cxn modelId="{2F094C43-12EF-4374-B013-D52F790C676F}" type="presOf" srcId="{6FE152B0-7B9B-431A-999E-3D88C92A1EA4}" destId="{4583C349-BD48-4C8D-ACF1-B60D79003A6A}" srcOrd="0" destOrd="0" presId="urn:microsoft.com/office/officeart/2005/8/layout/process4"/>
    <dgm:cxn modelId="{7113AB65-01C7-4B5C-B911-1D4B49AD3059}" type="presOf" srcId="{6BE772F6-D4D6-4267-B335-CBFDA4166931}" destId="{059C69ED-9B49-441F-959D-4C2923B32970}" srcOrd="0" destOrd="0" presId="urn:microsoft.com/office/officeart/2005/8/layout/process4"/>
    <dgm:cxn modelId="{DED2EB6C-A115-482F-81E1-1A7C6AF9C0E2}" type="presOf" srcId="{393CAB92-3D8A-4740-8D92-B74628929A4F}" destId="{95CAB6BF-FE3B-46CB-804D-57208D6F44E2}" srcOrd="0" destOrd="0" presId="urn:microsoft.com/office/officeart/2005/8/layout/process4"/>
    <dgm:cxn modelId="{7210D278-2B2B-48C1-9BF9-716DA7328C6C}" type="presOf" srcId="{4EB3A2A0-C34C-47D0-A891-8E297DDD012B}" destId="{5F32816D-FF2D-4862-A265-D18F5FF817ED}" srcOrd="0" destOrd="0" presId="urn:microsoft.com/office/officeart/2005/8/layout/process4"/>
    <dgm:cxn modelId="{D6C2F659-DE50-4B77-9844-4294513A05C0}" srcId="{6FE152B0-7B9B-431A-999E-3D88C92A1EA4}" destId="{6BE772F6-D4D6-4267-B335-CBFDA4166931}" srcOrd="0" destOrd="0" parTransId="{FF02A9A0-9513-458A-82CD-1D65A2D25BF0}" sibTransId="{D66DF1B2-8F4A-4CE6-8205-5045F575D589}"/>
    <dgm:cxn modelId="{7D0C6C7F-04F1-4FE3-9FF7-1EF45B5812F0}" type="presOf" srcId="{BAC7C49A-EAC4-4B55-95F4-C0D32C49B67C}" destId="{A66A37B0-BDE2-49E1-9D0F-C985A874318C}" srcOrd="0" destOrd="0" presId="urn:microsoft.com/office/officeart/2005/8/layout/process4"/>
    <dgm:cxn modelId="{E036E8A1-D759-43E0-B63E-310CF767DA09}" srcId="{6FE152B0-7B9B-431A-999E-3D88C92A1EA4}" destId="{DFD06D89-A7BE-4833-B44C-94869130C355}" srcOrd="3" destOrd="0" parTransId="{DE447EB7-D9C2-4759-9BFE-E48AFA4732FB}" sibTransId="{197900C6-1929-4B05-A207-9E0A14195BE4}"/>
    <dgm:cxn modelId="{A8F82AAF-853A-453C-8DC6-E196B2280434}" srcId="{6FE152B0-7B9B-431A-999E-3D88C92A1EA4}" destId="{4135E3D2-A8C2-43FB-8731-2CD72F2644B8}" srcOrd="4" destOrd="0" parTransId="{E83B39E1-FE33-4A1E-9F82-E4FB6FC75A09}" sibTransId="{BBC77789-D6DE-4936-8C44-E63A1BB52405}"/>
    <dgm:cxn modelId="{F9AAA5CA-3955-4A49-BE70-712814666EE6}" srcId="{DFD06D89-A7BE-4833-B44C-94869130C355}" destId="{BAC7C49A-EAC4-4B55-95F4-C0D32C49B67C}" srcOrd="0" destOrd="0" parTransId="{1FCDE2EF-2150-43C7-A240-764A5816E551}" sibTransId="{0D281A36-36BD-4E96-A90F-90C64E46E215}"/>
    <dgm:cxn modelId="{DEB2A4D1-8728-402B-B08E-DA7967277CAA}" type="presOf" srcId="{DFD06D89-A7BE-4833-B44C-94869130C355}" destId="{1287A1E5-9CCF-4F7C-B189-1DD7D5919A8E}" srcOrd="1" destOrd="0" presId="urn:microsoft.com/office/officeart/2005/8/layout/process4"/>
    <dgm:cxn modelId="{0651D2E0-5D28-4A71-9295-F27933CE83E3}" type="presOf" srcId="{4135E3D2-A8C2-43FB-8731-2CD72F2644B8}" destId="{3CA6CC1F-64C8-427C-892C-37337CFC7392}" srcOrd="0" destOrd="0" presId="urn:microsoft.com/office/officeart/2005/8/layout/process4"/>
    <dgm:cxn modelId="{A89925DD-2A3F-469F-8005-0AE5E837C830}" type="presParOf" srcId="{4583C349-BD48-4C8D-ACF1-B60D79003A6A}" destId="{F921D3BB-683A-4F57-AB8B-73EEE5A42807}" srcOrd="0" destOrd="0" presId="urn:microsoft.com/office/officeart/2005/8/layout/process4"/>
    <dgm:cxn modelId="{D9475828-B458-4901-B630-20071C674D30}" type="presParOf" srcId="{F921D3BB-683A-4F57-AB8B-73EEE5A42807}" destId="{3CA6CC1F-64C8-427C-892C-37337CFC7392}" srcOrd="0" destOrd="0" presId="urn:microsoft.com/office/officeart/2005/8/layout/process4"/>
    <dgm:cxn modelId="{2CB73D22-46AD-40FD-9F3C-AACD9242572C}" type="presParOf" srcId="{4583C349-BD48-4C8D-ACF1-B60D79003A6A}" destId="{C78D04FE-AD16-4F22-B8C1-4604D1C992E1}" srcOrd="1" destOrd="0" presId="urn:microsoft.com/office/officeart/2005/8/layout/process4"/>
    <dgm:cxn modelId="{80327747-8291-4912-9AB7-032999CCC830}" type="presParOf" srcId="{4583C349-BD48-4C8D-ACF1-B60D79003A6A}" destId="{C6D6C0B7-3E89-417E-B10D-838C0D8150A4}" srcOrd="2" destOrd="0" presId="urn:microsoft.com/office/officeart/2005/8/layout/process4"/>
    <dgm:cxn modelId="{F797B9D2-6063-4C7D-9F17-7EFBD9DF674C}" type="presParOf" srcId="{C6D6C0B7-3E89-417E-B10D-838C0D8150A4}" destId="{691FEC46-D01A-4DFA-B224-1BBD0DCE35CF}" srcOrd="0" destOrd="0" presId="urn:microsoft.com/office/officeart/2005/8/layout/process4"/>
    <dgm:cxn modelId="{BAC71B02-0057-4E1D-B651-314994473069}" type="presParOf" srcId="{C6D6C0B7-3E89-417E-B10D-838C0D8150A4}" destId="{1287A1E5-9CCF-4F7C-B189-1DD7D5919A8E}" srcOrd="1" destOrd="0" presId="urn:microsoft.com/office/officeart/2005/8/layout/process4"/>
    <dgm:cxn modelId="{3FA0FF62-E7CE-433A-A4A5-ECB8EE4F67EC}" type="presParOf" srcId="{C6D6C0B7-3E89-417E-B10D-838C0D8150A4}" destId="{BA9D5D25-8807-43EC-AA03-692B5F31029A}" srcOrd="2" destOrd="0" presId="urn:microsoft.com/office/officeart/2005/8/layout/process4"/>
    <dgm:cxn modelId="{6E3F6BFA-7CBD-4F6C-9949-411EEAD65A23}" type="presParOf" srcId="{BA9D5D25-8807-43EC-AA03-692B5F31029A}" destId="{A66A37B0-BDE2-49E1-9D0F-C985A874318C}" srcOrd="0" destOrd="0" presId="urn:microsoft.com/office/officeart/2005/8/layout/process4"/>
    <dgm:cxn modelId="{0AD4B1F2-F5F8-45B4-BEA8-9B08A27D098E}" type="presParOf" srcId="{BA9D5D25-8807-43EC-AA03-692B5F31029A}" destId="{7DE11579-2A3F-46C6-B721-FAD2C3FBB2F4}" srcOrd="1" destOrd="0" presId="urn:microsoft.com/office/officeart/2005/8/layout/process4"/>
    <dgm:cxn modelId="{1ADB5132-2A2F-42E4-8024-76440BA408F5}" type="presParOf" srcId="{4583C349-BD48-4C8D-ACF1-B60D79003A6A}" destId="{F67B4566-3587-44F6-AB09-7AB119096631}" srcOrd="3" destOrd="0" presId="urn:microsoft.com/office/officeart/2005/8/layout/process4"/>
    <dgm:cxn modelId="{6E576C57-8F2F-4D25-AB07-61474672BB12}" type="presParOf" srcId="{4583C349-BD48-4C8D-ACF1-B60D79003A6A}" destId="{205F4A5E-0C7F-4ADA-BD11-430A21EEC4E6}" srcOrd="4" destOrd="0" presId="urn:microsoft.com/office/officeart/2005/8/layout/process4"/>
    <dgm:cxn modelId="{ED7EE04B-954C-44F5-90A2-CE73BEAD2974}" type="presParOf" srcId="{205F4A5E-0C7F-4ADA-BD11-430A21EEC4E6}" destId="{95CAB6BF-FE3B-46CB-804D-57208D6F44E2}" srcOrd="0" destOrd="0" presId="urn:microsoft.com/office/officeart/2005/8/layout/process4"/>
    <dgm:cxn modelId="{57ED4A1A-400A-4C4A-96F8-7398E4A2AF53}" type="presParOf" srcId="{4583C349-BD48-4C8D-ACF1-B60D79003A6A}" destId="{49948199-4FB7-47F8-8794-41F16DF64D83}" srcOrd="5" destOrd="0" presId="urn:microsoft.com/office/officeart/2005/8/layout/process4"/>
    <dgm:cxn modelId="{1173A439-382B-4DE4-BE57-968A0F3626BD}" type="presParOf" srcId="{4583C349-BD48-4C8D-ACF1-B60D79003A6A}" destId="{BF330780-D164-4612-920E-8590995EC560}" srcOrd="6" destOrd="0" presId="urn:microsoft.com/office/officeart/2005/8/layout/process4"/>
    <dgm:cxn modelId="{1C368BA6-B10C-4E05-91DF-6ED7C9B21279}" type="presParOf" srcId="{BF330780-D164-4612-920E-8590995EC560}" destId="{5F32816D-FF2D-4862-A265-D18F5FF817ED}" srcOrd="0" destOrd="0" presId="urn:microsoft.com/office/officeart/2005/8/layout/process4"/>
    <dgm:cxn modelId="{2124273D-B2A7-4686-AB46-42EEC6C378B8}" type="presParOf" srcId="{4583C349-BD48-4C8D-ACF1-B60D79003A6A}" destId="{2CB72DBA-7C34-4062-BA32-7DE2E125BFD1}" srcOrd="7" destOrd="0" presId="urn:microsoft.com/office/officeart/2005/8/layout/process4"/>
    <dgm:cxn modelId="{9EFD2E71-4F86-4C2D-862A-936539B07DB6}" type="presParOf" srcId="{4583C349-BD48-4C8D-ACF1-B60D79003A6A}" destId="{205CF5B9-9E92-4B38-B01A-D44856D3B2B8}" srcOrd="8" destOrd="0" presId="urn:microsoft.com/office/officeart/2005/8/layout/process4"/>
    <dgm:cxn modelId="{423474F8-C72E-46FF-A05B-C0F5C93656FE}" type="presParOf" srcId="{205CF5B9-9E92-4B38-B01A-D44856D3B2B8}" destId="{059C69ED-9B49-441F-959D-4C2923B3297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E152B0-7B9B-431A-999E-3D88C92A1EA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4583C349-BD48-4C8D-ACF1-B60D79003A6A}" type="pres">
      <dgm:prSet presAssocID="{6FE152B0-7B9B-431A-999E-3D88C92A1EA4}" presName="Name0" presStyleCnt="0">
        <dgm:presLayoutVars>
          <dgm:dir/>
          <dgm:animLvl val="lvl"/>
          <dgm:resizeHandles val="exact"/>
        </dgm:presLayoutVars>
      </dgm:prSet>
      <dgm:spPr/>
    </dgm:pt>
  </dgm:ptLst>
  <dgm:cxnLst>
    <dgm:cxn modelId="{2F094C43-12EF-4374-B013-D52F790C676F}" type="presOf" srcId="{6FE152B0-7B9B-431A-999E-3D88C92A1EA4}" destId="{4583C349-BD48-4C8D-ACF1-B60D79003A6A}"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E152B0-7B9B-431A-999E-3D88C92A1EA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F9A920A1-1B80-4BDF-BDF2-D198C03CFA50}">
      <dgm:prSet/>
      <dgm:spPr/>
      <dgm:t>
        <a:bodyPr/>
        <a:lstStyle/>
        <a:p>
          <a:r>
            <a:rPr lang="ja-JP" altLang="en-US"/>
            <a:t>プログラムの開始</a:t>
          </a:r>
          <a:endParaRPr lang="en-US"/>
        </a:p>
      </dgm:t>
    </dgm:pt>
    <dgm:pt modelId="{9D0E5652-189A-4DD6-80FC-364575F513EF}" type="parTrans" cxnId="{92A2CF5F-6CA2-4962-AD14-16342015D3E7}">
      <dgm:prSet/>
      <dgm:spPr/>
      <dgm:t>
        <a:bodyPr/>
        <a:lstStyle/>
        <a:p>
          <a:endParaRPr lang="en-US"/>
        </a:p>
      </dgm:t>
    </dgm:pt>
    <dgm:pt modelId="{742F7C0E-A1D1-4A74-8BC3-BAE98AF2FAFC}" type="sibTrans" cxnId="{92A2CF5F-6CA2-4962-AD14-16342015D3E7}">
      <dgm:prSet/>
      <dgm:spPr/>
      <dgm:t>
        <a:bodyPr/>
        <a:lstStyle/>
        <a:p>
          <a:endParaRPr lang="en-US"/>
        </a:p>
      </dgm:t>
    </dgm:pt>
    <dgm:pt modelId="{A7918FA7-28C3-4C3C-B2EB-404064939BAF}">
      <dgm:prSet/>
      <dgm:spPr/>
      <dgm:t>
        <a:bodyPr/>
        <a:lstStyle/>
        <a:p>
          <a:r>
            <a:rPr lang="en-US"/>
            <a:t>TSP</a:t>
          </a:r>
          <a:r>
            <a:rPr lang="ja-JP" altLang="en-US"/>
            <a:t>の計算</a:t>
          </a:r>
          <a:endParaRPr lang="en-US"/>
        </a:p>
      </dgm:t>
    </dgm:pt>
    <dgm:pt modelId="{1E327B66-3B1E-4CA2-BC52-EA51DD9D5642}" type="parTrans" cxnId="{0742D2DD-5744-482C-BBE2-59CC137BC066}">
      <dgm:prSet/>
      <dgm:spPr/>
      <dgm:t>
        <a:bodyPr/>
        <a:lstStyle/>
        <a:p>
          <a:endParaRPr lang="en-US"/>
        </a:p>
      </dgm:t>
    </dgm:pt>
    <dgm:pt modelId="{F0A13343-33D0-4966-8876-439214CD9C84}" type="sibTrans" cxnId="{0742D2DD-5744-482C-BBE2-59CC137BC066}">
      <dgm:prSet/>
      <dgm:spPr/>
      <dgm:t>
        <a:bodyPr/>
        <a:lstStyle/>
        <a:p>
          <a:endParaRPr lang="en-US"/>
        </a:p>
      </dgm:t>
    </dgm:pt>
    <dgm:pt modelId="{06771EFE-753D-4043-97B1-ED1833437881}">
      <dgm:prSet/>
      <dgm:spPr/>
      <dgm:t>
        <a:bodyPr/>
        <a:lstStyle/>
        <a:p>
          <a:r>
            <a:rPr lang="ja-JP" altLang="en-US"/>
            <a:t>ポイントを時計回りに並べ替える </a:t>
          </a:r>
          <a:endParaRPr lang="en-US"/>
        </a:p>
      </dgm:t>
    </dgm:pt>
    <dgm:pt modelId="{DA232761-4941-401A-B60F-865A2E6FF8F4}" type="parTrans" cxnId="{765AFBE5-AF3F-408A-B898-D8FAB1A0E93B}">
      <dgm:prSet/>
      <dgm:spPr/>
      <dgm:t>
        <a:bodyPr/>
        <a:lstStyle/>
        <a:p>
          <a:endParaRPr lang="en-US"/>
        </a:p>
      </dgm:t>
    </dgm:pt>
    <dgm:pt modelId="{AC2667C7-80AB-411E-99A9-E248FF545A2D}" type="sibTrans" cxnId="{765AFBE5-AF3F-408A-B898-D8FAB1A0E93B}">
      <dgm:prSet/>
      <dgm:spPr/>
      <dgm:t>
        <a:bodyPr/>
        <a:lstStyle/>
        <a:p>
          <a:endParaRPr lang="en-US"/>
        </a:p>
      </dgm:t>
    </dgm:pt>
    <dgm:pt modelId="{C7A5A72F-2543-4917-B263-9CEFD2091265}">
      <dgm:prSet/>
      <dgm:spPr/>
      <dgm:t>
        <a:bodyPr/>
        <a:lstStyle/>
        <a:p>
          <a:r>
            <a:rPr lang="ja-JP" altLang="en-US"/>
            <a:t>形はほぼ円形でしょうか？</a:t>
          </a:r>
          <a:endParaRPr lang="en-US"/>
        </a:p>
      </dgm:t>
    </dgm:pt>
    <dgm:pt modelId="{31E1C417-79CE-4DBB-A04E-C45B5068F7AE}" type="parTrans" cxnId="{965971E7-5BC2-4C24-A9E4-833B5C9C9D6F}">
      <dgm:prSet/>
      <dgm:spPr/>
      <dgm:t>
        <a:bodyPr/>
        <a:lstStyle/>
        <a:p>
          <a:endParaRPr lang="en-US"/>
        </a:p>
      </dgm:t>
    </dgm:pt>
    <dgm:pt modelId="{7564F669-8C25-4E97-80EE-8FE8E2BA3370}" type="sibTrans" cxnId="{965971E7-5BC2-4C24-A9E4-833B5C9C9D6F}">
      <dgm:prSet/>
      <dgm:spPr/>
      <dgm:t>
        <a:bodyPr/>
        <a:lstStyle/>
        <a:p>
          <a:endParaRPr lang="en-US"/>
        </a:p>
      </dgm:t>
    </dgm:pt>
    <dgm:pt modelId="{652CD29D-255F-4AAE-B1AC-2996F08B3C87}">
      <dgm:prSet/>
      <dgm:spPr/>
      <dgm:t>
        <a:bodyPr/>
        <a:lstStyle/>
        <a:p>
          <a:r>
            <a:rPr lang="ja-JP" altLang="en-US"/>
            <a:t>形状が円形の場合、プログラムは円形処理モジュールを使用します。</a:t>
          </a:r>
          <a:endParaRPr lang="en-US"/>
        </a:p>
      </dgm:t>
    </dgm:pt>
    <dgm:pt modelId="{0552D4C1-F573-4967-B841-88D4E46B40F6}" type="parTrans" cxnId="{99BC8F9B-D6AC-4BFB-8591-7BDF649B644F}">
      <dgm:prSet/>
      <dgm:spPr/>
      <dgm:t>
        <a:bodyPr/>
        <a:lstStyle/>
        <a:p>
          <a:endParaRPr lang="en-US"/>
        </a:p>
      </dgm:t>
    </dgm:pt>
    <dgm:pt modelId="{C49131BB-5F8B-4D3B-BA3C-C29193F42B72}" type="sibTrans" cxnId="{99BC8F9B-D6AC-4BFB-8591-7BDF649B644F}">
      <dgm:prSet/>
      <dgm:spPr/>
      <dgm:t>
        <a:bodyPr/>
        <a:lstStyle/>
        <a:p>
          <a:endParaRPr lang="en-US"/>
        </a:p>
      </dgm:t>
    </dgm:pt>
    <dgm:pt modelId="{9FD42DA2-D501-40D4-8D45-6EB5E9B86984}">
      <dgm:prSet/>
      <dgm:spPr/>
      <dgm:t>
        <a:bodyPr/>
        <a:lstStyle/>
        <a:p>
          <a:r>
            <a:rPr lang="ja-JP" altLang="en-US"/>
            <a:t>形状が円形でない場合、プログラムは非円形処理モジュールを使用します。</a:t>
          </a:r>
          <a:endParaRPr lang="en-US"/>
        </a:p>
      </dgm:t>
    </dgm:pt>
    <dgm:pt modelId="{81A708A0-7F8B-4D1F-84DC-89117FEAB4AE}" type="parTrans" cxnId="{63B7D1B3-28F5-4AF7-B0F8-5E06803FC536}">
      <dgm:prSet/>
      <dgm:spPr/>
      <dgm:t>
        <a:bodyPr/>
        <a:lstStyle/>
        <a:p>
          <a:endParaRPr lang="en-US"/>
        </a:p>
      </dgm:t>
    </dgm:pt>
    <dgm:pt modelId="{E5F09014-A9B5-4121-AA99-D268142054DD}" type="sibTrans" cxnId="{63B7D1B3-28F5-4AF7-B0F8-5E06803FC536}">
      <dgm:prSet/>
      <dgm:spPr/>
      <dgm:t>
        <a:bodyPr/>
        <a:lstStyle/>
        <a:p>
          <a:endParaRPr lang="en-US"/>
        </a:p>
      </dgm:t>
    </dgm:pt>
    <dgm:pt modelId="{42DE67E7-8372-44C5-B427-866436249404}">
      <dgm:prSet/>
      <dgm:spPr/>
      <dgm:t>
        <a:bodyPr/>
        <a:lstStyle/>
        <a:p>
          <a:r>
            <a:rPr lang="ja-JP" altLang="en-US"/>
            <a:t>ツールパスを </a:t>
          </a:r>
          <a:r>
            <a:rPr lang="en-US" altLang="ja-JP"/>
            <a:t>G </a:t>
          </a:r>
          <a:r>
            <a:rPr lang="ja-JP" altLang="en-US"/>
            <a:t>コードに変換する</a:t>
          </a:r>
          <a:endParaRPr lang="en-US"/>
        </a:p>
      </dgm:t>
    </dgm:pt>
    <dgm:pt modelId="{EDE37DC9-39ED-48F9-AC03-3CA4B1C4AD8D}" type="parTrans" cxnId="{CDB71207-D8F2-4804-8013-9ACA82FF2700}">
      <dgm:prSet/>
      <dgm:spPr/>
      <dgm:t>
        <a:bodyPr/>
        <a:lstStyle/>
        <a:p>
          <a:endParaRPr lang="en-US"/>
        </a:p>
      </dgm:t>
    </dgm:pt>
    <dgm:pt modelId="{0D797CBB-FBE8-409F-AC5A-73E3220E5AF2}" type="sibTrans" cxnId="{CDB71207-D8F2-4804-8013-9ACA82FF2700}">
      <dgm:prSet/>
      <dgm:spPr/>
      <dgm:t>
        <a:bodyPr/>
        <a:lstStyle/>
        <a:p>
          <a:endParaRPr lang="en-US"/>
        </a:p>
      </dgm:t>
    </dgm:pt>
    <dgm:pt modelId="{4583C349-BD48-4C8D-ACF1-B60D79003A6A}" type="pres">
      <dgm:prSet presAssocID="{6FE152B0-7B9B-431A-999E-3D88C92A1EA4}" presName="Name0" presStyleCnt="0">
        <dgm:presLayoutVars>
          <dgm:dir/>
          <dgm:animLvl val="lvl"/>
          <dgm:resizeHandles val="exact"/>
        </dgm:presLayoutVars>
      </dgm:prSet>
      <dgm:spPr/>
    </dgm:pt>
    <dgm:pt modelId="{5B6FD0C3-1FD7-43D3-AAD8-78158496BA8E}" type="pres">
      <dgm:prSet presAssocID="{42DE67E7-8372-44C5-B427-866436249404}" presName="boxAndChildren" presStyleCnt="0"/>
      <dgm:spPr/>
    </dgm:pt>
    <dgm:pt modelId="{22E43B2D-F5C2-4246-9C84-E1340A3158AB}" type="pres">
      <dgm:prSet presAssocID="{42DE67E7-8372-44C5-B427-866436249404}" presName="parentTextBox" presStyleLbl="node1" presStyleIdx="0" presStyleCnt="5"/>
      <dgm:spPr/>
    </dgm:pt>
    <dgm:pt modelId="{EB07F837-978A-427C-A45A-315F7C613F34}" type="pres">
      <dgm:prSet presAssocID="{7564F669-8C25-4E97-80EE-8FE8E2BA3370}" presName="sp" presStyleCnt="0"/>
      <dgm:spPr/>
    </dgm:pt>
    <dgm:pt modelId="{EE06B10E-1A21-4C65-80F7-4C5126E98063}" type="pres">
      <dgm:prSet presAssocID="{C7A5A72F-2543-4917-B263-9CEFD2091265}" presName="arrowAndChildren" presStyleCnt="0"/>
      <dgm:spPr/>
    </dgm:pt>
    <dgm:pt modelId="{7A63C082-B7AB-48B2-AD7E-E4FE7FDEC1A4}" type="pres">
      <dgm:prSet presAssocID="{C7A5A72F-2543-4917-B263-9CEFD2091265}" presName="parentTextArrow" presStyleLbl="node1" presStyleIdx="0" presStyleCnt="5"/>
      <dgm:spPr/>
    </dgm:pt>
    <dgm:pt modelId="{01EBA1FD-6166-4F5F-9C6C-D6985A827EED}" type="pres">
      <dgm:prSet presAssocID="{C7A5A72F-2543-4917-B263-9CEFD2091265}" presName="arrow" presStyleLbl="node1" presStyleIdx="1" presStyleCnt="5"/>
      <dgm:spPr/>
    </dgm:pt>
    <dgm:pt modelId="{54454EC7-C8D0-44A0-B9CD-F9068B8E10F5}" type="pres">
      <dgm:prSet presAssocID="{C7A5A72F-2543-4917-B263-9CEFD2091265}" presName="descendantArrow" presStyleCnt="0"/>
      <dgm:spPr/>
    </dgm:pt>
    <dgm:pt modelId="{964C4A14-ECF4-4A2B-B889-B43759DD5385}" type="pres">
      <dgm:prSet presAssocID="{652CD29D-255F-4AAE-B1AC-2996F08B3C87}" presName="childTextArrow" presStyleLbl="fgAccFollowNode1" presStyleIdx="0" presStyleCnt="2">
        <dgm:presLayoutVars>
          <dgm:bulletEnabled val="1"/>
        </dgm:presLayoutVars>
      </dgm:prSet>
      <dgm:spPr/>
    </dgm:pt>
    <dgm:pt modelId="{730EBB34-122E-4BA9-86BC-0D44AFAFC304}" type="pres">
      <dgm:prSet presAssocID="{9FD42DA2-D501-40D4-8D45-6EB5E9B86984}" presName="childTextArrow" presStyleLbl="fgAccFollowNode1" presStyleIdx="1" presStyleCnt="2">
        <dgm:presLayoutVars>
          <dgm:bulletEnabled val="1"/>
        </dgm:presLayoutVars>
      </dgm:prSet>
      <dgm:spPr/>
    </dgm:pt>
    <dgm:pt modelId="{088F47D9-9805-444A-A8D3-AE0125641178}" type="pres">
      <dgm:prSet presAssocID="{AC2667C7-80AB-411E-99A9-E248FF545A2D}" presName="sp" presStyleCnt="0"/>
      <dgm:spPr/>
    </dgm:pt>
    <dgm:pt modelId="{0840BE33-0565-4064-BC8E-FBB181AFE435}" type="pres">
      <dgm:prSet presAssocID="{06771EFE-753D-4043-97B1-ED1833437881}" presName="arrowAndChildren" presStyleCnt="0"/>
      <dgm:spPr/>
    </dgm:pt>
    <dgm:pt modelId="{EF9E1F5A-9C68-47F5-ADAF-4B2FCF7CEF7E}" type="pres">
      <dgm:prSet presAssocID="{06771EFE-753D-4043-97B1-ED1833437881}" presName="parentTextArrow" presStyleLbl="node1" presStyleIdx="2" presStyleCnt="5"/>
      <dgm:spPr/>
    </dgm:pt>
    <dgm:pt modelId="{D98B396A-850F-4501-B8CB-B232E58BE23F}" type="pres">
      <dgm:prSet presAssocID="{F0A13343-33D0-4966-8876-439214CD9C84}" presName="sp" presStyleCnt="0"/>
      <dgm:spPr/>
    </dgm:pt>
    <dgm:pt modelId="{5EAB83E0-750B-4C5D-84D6-0D7542EFCEC9}" type="pres">
      <dgm:prSet presAssocID="{A7918FA7-28C3-4C3C-B2EB-404064939BAF}" presName="arrowAndChildren" presStyleCnt="0"/>
      <dgm:spPr/>
    </dgm:pt>
    <dgm:pt modelId="{3D94CC61-A334-4279-AFA7-C226F8BFEBAF}" type="pres">
      <dgm:prSet presAssocID="{A7918FA7-28C3-4C3C-B2EB-404064939BAF}" presName="parentTextArrow" presStyleLbl="node1" presStyleIdx="3" presStyleCnt="5"/>
      <dgm:spPr/>
    </dgm:pt>
    <dgm:pt modelId="{3445359F-EFAB-441D-85E4-C6E8D83DABA4}" type="pres">
      <dgm:prSet presAssocID="{742F7C0E-A1D1-4A74-8BC3-BAE98AF2FAFC}" presName="sp" presStyleCnt="0"/>
      <dgm:spPr/>
    </dgm:pt>
    <dgm:pt modelId="{9024C0E1-2EFE-40BF-A335-26948462EC59}" type="pres">
      <dgm:prSet presAssocID="{F9A920A1-1B80-4BDF-BDF2-D198C03CFA50}" presName="arrowAndChildren" presStyleCnt="0"/>
      <dgm:spPr/>
    </dgm:pt>
    <dgm:pt modelId="{3114CA54-5868-4FE4-A88E-7455F9A49CDA}" type="pres">
      <dgm:prSet presAssocID="{F9A920A1-1B80-4BDF-BDF2-D198C03CFA50}" presName="parentTextArrow" presStyleLbl="node1" presStyleIdx="4" presStyleCnt="5"/>
      <dgm:spPr/>
    </dgm:pt>
  </dgm:ptLst>
  <dgm:cxnLst>
    <dgm:cxn modelId="{CDB71207-D8F2-4804-8013-9ACA82FF2700}" srcId="{6FE152B0-7B9B-431A-999E-3D88C92A1EA4}" destId="{42DE67E7-8372-44C5-B427-866436249404}" srcOrd="4" destOrd="0" parTransId="{EDE37DC9-39ED-48F9-AC03-3CA4B1C4AD8D}" sibTransId="{0D797CBB-FBE8-409F-AC5A-73E3220E5AF2}"/>
    <dgm:cxn modelId="{46EB3821-B631-471F-81AA-CBEED9636B8F}" type="presOf" srcId="{A7918FA7-28C3-4C3C-B2EB-404064939BAF}" destId="{3D94CC61-A334-4279-AFA7-C226F8BFEBAF}" srcOrd="0" destOrd="0" presId="urn:microsoft.com/office/officeart/2005/8/layout/process4"/>
    <dgm:cxn modelId="{92A2CF5F-6CA2-4962-AD14-16342015D3E7}" srcId="{6FE152B0-7B9B-431A-999E-3D88C92A1EA4}" destId="{F9A920A1-1B80-4BDF-BDF2-D198C03CFA50}" srcOrd="0" destOrd="0" parTransId="{9D0E5652-189A-4DD6-80FC-364575F513EF}" sibTransId="{742F7C0E-A1D1-4A74-8BC3-BAE98AF2FAFC}"/>
    <dgm:cxn modelId="{226C7A61-7CC7-43DF-B3DB-956D7DA1F96B}" type="presOf" srcId="{652CD29D-255F-4AAE-B1AC-2996F08B3C87}" destId="{964C4A14-ECF4-4A2B-B889-B43759DD5385}" srcOrd="0" destOrd="0" presId="urn:microsoft.com/office/officeart/2005/8/layout/process4"/>
    <dgm:cxn modelId="{2F094C43-12EF-4374-B013-D52F790C676F}" type="presOf" srcId="{6FE152B0-7B9B-431A-999E-3D88C92A1EA4}" destId="{4583C349-BD48-4C8D-ACF1-B60D79003A6A}" srcOrd="0" destOrd="0" presId="urn:microsoft.com/office/officeart/2005/8/layout/process4"/>
    <dgm:cxn modelId="{26A24274-C6CD-4423-B913-9167D286A092}" type="presOf" srcId="{C7A5A72F-2543-4917-B263-9CEFD2091265}" destId="{7A63C082-B7AB-48B2-AD7E-E4FE7FDEC1A4}" srcOrd="0" destOrd="0" presId="urn:microsoft.com/office/officeart/2005/8/layout/process4"/>
    <dgm:cxn modelId="{E55FA891-AF5D-4A43-A4F7-446F140A9778}" type="presOf" srcId="{F9A920A1-1B80-4BDF-BDF2-D198C03CFA50}" destId="{3114CA54-5868-4FE4-A88E-7455F9A49CDA}" srcOrd="0" destOrd="0" presId="urn:microsoft.com/office/officeart/2005/8/layout/process4"/>
    <dgm:cxn modelId="{99BC8F9B-D6AC-4BFB-8591-7BDF649B644F}" srcId="{C7A5A72F-2543-4917-B263-9CEFD2091265}" destId="{652CD29D-255F-4AAE-B1AC-2996F08B3C87}" srcOrd="0" destOrd="0" parTransId="{0552D4C1-F573-4967-B841-88D4E46B40F6}" sibTransId="{C49131BB-5F8B-4D3B-BA3C-C29193F42B72}"/>
    <dgm:cxn modelId="{63B7D1B3-28F5-4AF7-B0F8-5E06803FC536}" srcId="{C7A5A72F-2543-4917-B263-9CEFD2091265}" destId="{9FD42DA2-D501-40D4-8D45-6EB5E9B86984}" srcOrd="1" destOrd="0" parTransId="{81A708A0-7F8B-4D1F-84DC-89117FEAB4AE}" sibTransId="{E5F09014-A9B5-4121-AA99-D268142054DD}"/>
    <dgm:cxn modelId="{0742D2DD-5744-482C-BBE2-59CC137BC066}" srcId="{6FE152B0-7B9B-431A-999E-3D88C92A1EA4}" destId="{A7918FA7-28C3-4C3C-B2EB-404064939BAF}" srcOrd="1" destOrd="0" parTransId="{1E327B66-3B1E-4CA2-BC52-EA51DD9D5642}" sibTransId="{F0A13343-33D0-4966-8876-439214CD9C84}"/>
    <dgm:cxn modelId="{F3BAC2E0-5434-466F-919F-403823644BD0}" type="presOf" srcId="{06771EFE-753D-4043-97B1-ED1833437881}" destId="{EF9E1F5A-9C68-47F5-ADAF-4B2FCF7CEF7E}" srcOrd="0" destOrd="0" presId="urn:microsoft.com/office/officeart/2005/8/layout/process4"/>
    <dgm:cxn modelId="{1AB9B8E4-77D3-4C64-A28E-44D999D31A76}" type="presOf" srcId="{C7A5A72F-2543-4917-B263-9CEFD2091265}" destId="{01EBA1FD-6166-4F5F-9C6C-D6985A827EED}" srcOrd="1" destOrd="0" presId="urn:microsoft.com/office/officeart/2005/8/layout/process4"/>
    <dgm:cxn modelId="{765AFBE5-AF3F-408A-B898-D8FAB1A0E93B}" srcId="{6FE152B0-7B9B-431A-999E-3D88C92A1EA4}" destId="{06771EFE-753D-4043-97B1-ED1833437881}" srcOrd="2" destOrd="0" parTransId="{DA232761-4941-401A-B60F-865A2E6FF8F4}" sibTransId="{AC2667C7-80AB-411E-99A9-E248FF545A2D}"/>
    <dgm:cxn modelId="{730C99E6-7D73-40BF-AE76-087E113580BF}" type="presOf" srcId="{42DE67E7-8372-44C5-B427-866436249404}" destId="{22E43B2D-F5C2-4246-9C84-E1340A3158AB}" srcOrd="0" destOrd="0" presId="urn:microsoft.com/office/officeart/2005/8/layout/process4"/>
    <dgm:cxn modelId="{965971E7-5BC2-4C24-A9E4-833B5C9C9D6F}" srcId="{6FE152B0-7B9B-431A-999E-3D88C92A1EA4}" destId="{C7A5A72F-2543-4917-B263-9CEFD2091265}" srcOrd="3" destOrd="0" parTransId="{31E1C417-79CE-4DBB-A04E-C45B5068F7AE}" sibTransId="{7564F669-8C25-4E97-80EE-8FE8E2BA3370}"/>
    <dgm:cxn modelId="{740237FB-C111-4E87-8048-A6700F543D35}" type="presOf" srcId="{9FD42DA2-D501-40D4-8D45-6EB5E9B86984}" destId="{730EBB34-122E-4BA9-86BC-0D44AFAFC304}" srcOrd="0" destOrd="0" presId="urn:microsoft.com/office/officeart/2005/8/layout/process4"/>
    <dgm:cxn modelId="{9818448A-465F-4535-87D3-E1B6330B2815}" type="presParOf" srcId="{4583C349-BD48-4C8D-ACF1-B60D79003A6A}" destId="{5B6FD0C3-1FD7-43D3-AAD8-78158496BA8E}" srcOrd="0" destOrd="0" presId="urn:microsoft.com/office/officeart/2005/8/layout/process4"/>
    <dgm:cxn modelId="{E525EC54-84E4-45DC-B2AE-CB7A738E7BA1}" type="presParOf" srcId="{5B6FD0C3-1FD7-43D3-AAD8-78158496BA8E}" destId="{22E43B2D-F5C2-4246-9C84-E1340A3158AB}" srcOrd="0" destOrd="0" presId="urn:microsoft.com/office/officeart/2005/8/layout/process4"/>
    <dgm:cxn modelId="{29106447-F6B8-4E27-B28F-BEB8313179D7}" type="presParOf" srcId="{4583C349-BD48-4C8D-ACF1-B60D79003A6A}" destId="{EB07F837-978A-427C-A45A-315F7C613F34}" srcOrd="1" destOrd="0" presId="urn:microsoft.com/office/officeart/2005/8/layout/process4"/>
    <dgm:cxn modelId="{C4D510AA-C011-4AF7-AFB5-43B66D4009B8}" type="presParOf" srcId="{4583C349-BD48-4C8D-ACF1-B60D79003A6A}" destId="{EE06B10E-1A21-4C65-80F7-4C5126E98063}" srcOrd="2" destOrd="0" presId="urn:microsoft.com/office/officeart/2005/8/layout/process4"/>
    <dgm:cxn modelId="{CBFB17B0-9A33-45BD-93C6-C8E420D82ECF}" type="presParOf" srcId="{EE06B10E-1A21-4C65-80F7-4C5126E98063}" destId="{7A63C082-B7AB-48B2-AD7E-E4FE7FDEC1A4}" srcOrd="0" destOrd="0" presId="urn:microsoft.com/office/officeart/2005/8/layout/process4"/>
    <dgm:cxn modelId="{CF843251-7700-4BB6-ABB5-1912F0EE3E7D}" type="presParOf" srcId="{EE06B10E-1A21-4C65-80F7-4C5126E98063}" destId="{01EBA1FD-6166-4F5F-9C6C-D6985A827EED}" srcOrd="1" destOrd="0" presId="urn:microsoft.com/office/officeart/2005/8/layout/process4"/>
    <dgm:cxn modelId="{1F35E4A3-C41A-466A-9947-F1E319A004A5}" type="presParOf" srcId="{EE06B10E-1A21-4C65-80F7-4C5126E98063}" destId="{54454EC7-C8D0-44A0-B9CD-F9068B8E10F5}" srcOrd="2" destOrd="0" presId="urn:microsoft.com/office/officeart/2005/8/layout/process4"/>
    <dgm:cxn modelId="{AF9ADE4D-83CE-4035-97E6-4115A3F3CF1A}" type="presParOf" srcId="{54454EC7-C8D0-44A0-B9CD-F9068B8E10F5}" destId="{964C4A14-ECF4-4A2B-B889-B43759DD5385}" srcOrd="0" destOrd="0" presId="urn:microsoft.com/office/officeart/2005/8/layout/process4"/>
    <dgm:cxn modelId="{7E417CC4-12B3-494D-8B11-80423010ADB0}" type="presParOf" srcId="{54454EC7-C8D0-44A0-B9CD-F9068B8E10F5}" destId="{730EBB34-122E-4BA9-86BC-0D44AFAFC304}" srcOrd="1" destOrd="0" presId="urn:microsoft.com/office/officeart/2005/8/layout/process4"/>
    <dgm:cxn modelId="{524E6608-3341-4F03-94C0-307891DD0752}" type="presParOf" srcId="{4583C349-BD48-4C8D-ACF1-B60D79003A6A}" destId="{088F47D9-9805-444A-A8D3-AE0125641178}" srcOrd="3" destOrd="0" presId="urn:microsoft.com/office/officeart/2005/8/layout/process4"/>
    <dgm:cxn modelId="{E7FAD590-94AA-40D0-8D85-7F9DAFCAEFFE}" type="presParOf" srcId="{4583C349-BD48-4C8D-ACF1-B60D79003A6A}" destId="{0840BE33-0565-4064-BC8E-FBB181AFE435}" srcOrd="4" destOrd="0" presId="urn:microsoft.com/office/officeart/2005/8/layout/process4"/>
    <dgm:cxn modelId="{6ADFECA3-DFF3-4FF9-B0FE-DB31CDB951BA}" type="presParOf" srcId="{0840BE33-0565-4064-BC8E-FBB181AFE435}" destId="{EF9E1F5A-9C68-47F5-ADAF-4B2FCF7CEF7E}" srcOrd="0" destOrd="0" presId="urn:microsoft.com/office/officeart/2005/8/layout/process4"/>
    <dgm:cxn modelId="{3B702C34-D59F-4432-B087-FE6BAA77BD92}" type="presParOf" srcId="{4583C349-BD48-4C8D-ACF1-B60D79003A6A}" destId="{D98B396A-850F-4501-B8CB-B232E58BE23F}" srcOrd="5" destOrd="0" presId="urn:microsoft.com/office/officeart/2005/8/layout/process4"/>
    <dgm:cxn modelId="{D861A61F-AA84-4BCD-9C0C-66B708CF7795}" type="presParOf" srcId="{4583C349-BD48-4C8D-ACF1-B60D79003A6A}" destId="{5EAB83E0-750B-4C5D-84D6-0D7542EFCEC9}" srcOrd="6" destOrd="0" presId="urn:microsoft.com/office/officeart/2005/8/layout/process4"/>
    <dgm:cxn modelId="{2FCEF654-9E15-4BDC-8669-7B1D769B932F}" type="presParOf" srcId="{5EAB83E0-750B-4C5D-84D6-0D7542EFCEC9}" destId="{3D94CC61-A334-4279-AFA7-C226F8BFEBAF}" srcOrd="0" destOrd="0" presId="urn:microsoft.com/office/officeart/2005/8/layout/process4"/>
    <dgm:cxn modelId="{5F836361-19FC-4089-BAB4-CA16A5B741FA}" type="presParOf" srcId="{4583C349-BD48-4C8D-ACF1-B60D79003A6A}" destId="{3445359F-EFAB-441D-85E4-C6E8D83DABA4}" srcOrd="7" destOrd="0" presId="urn:microsoft.com/office/officeart/2005/8/layout/process4"/>
    <dgm:cxn modelId="{FCB4FD1B-5134-4FDA-AC7B-71BD29E05B98}" type="presParOf" srcId="{4583C349-BD48-4C8D-ACF1-B60D79003A6A}" destId="{9024C0E1-2EFE-40BF-A335-26948462EC59}" srcOrd="8" destOrd="0" presId="urn:microsoft.com/office/officeart/2005/8/layout/process4"/>
    <dgm:cxn modelId="{827D3067-3F8F-4B13-B0B1-707C631AC2B8}" type="presParOf" srcId="{9024C0E1-2EFE-40BF-A335-26948462EC59}" destId="{3114CA54-5868-4FE4-A88E-7455F9A49CDA}" srcOrd="0" destOrd="0" presId="urn:microsoft.com/office/officeart/2005/8/layout/process4"/>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4B4E9-76AD-49AA-97CA-05962AE88E93}">
      <dsp:nvSpPr>
        <dsp:cNvPr id="0" name=""/>
        <dsp:cNvSpPr/>
      </dsp:nvSpPr>
      <dsp:spPr>
        <a:xfrm>
          <a:off x="813" y="663920"/>
          <a:ext cx="3173907" cy="190434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Introduction</a:t>
          </a:r>
        </a:p>
      </dsp:txBody>
      <dsp:txXfrm>
        <a:off x="93775" y="756882"/>
        <a:ext cx="2987983" cy="1718420"/>
      </dsp:txXfrm>
    </dsp:sp>
    <dsp:sp modelId="{42E1B48F-4E02-4B37-B72C-261ECB24AD90}">
      <dsp:nvSpPr>
        <dsp:cNvPr id="0" name=""/>
        <dsp:cNvSpPr/>
      </dsp:nvSpPr>
      <dsp:spPr>
        <a:xfrm>
          <a:off x="3492111" y="663920"/>
          <a:ext cx="3173907" cy="190434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Progress</a:t>
          </a:r>
        </a:p>
      </dsp:txBody>
      <dsp:txXfrm>
        <a:off x="3585073" y="756882"/>
        <a:ext cx="2987983" cy="1718420"/>
      </dsp:txXfrm>
    </dsp:sp>
    <dsp:sp modelId="{9737A1F8-ED2B-41BC-91D9-CF8E77CDFE06}">
      <dsp:nvSpPr>
        <dsp:cNvPr id="0" name=""/>
        <dsp:cNvSpPr/>
      </dsp:nvSpPr>
      <dsp:spPr>
        <a:xfrm>
          <a:off x="1746462" y="2885655"/>
          <a:ext cx="3173907" cy="190434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Future steps</a:t>
          </a:r>
        </a:p>
      </dsp:txBody>
      <dsp:txXfrm>
        <a:off x="1839424" y="2978617"/>
        <a:ext cx="2987983" cy="1718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6CC1F-64C8-427C-892C-37337CFC7392}">
      <dsp:nvSpPr>
        <dsp:cNvPr id="0" name=""/>
        <dsp:cNvSpPr/>
      </dsp:nvSpPr>
      <dsp:spPr>
        <a:xfrm>
          <a:off x="0" y="5120936"/>
          <a:ext cx="2437764" cy="84013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US" sz="500" kern="1200" dirty="0"/>
            <a:t>Converting the toolpath to G-code</a:t>
          </a:r>
        </a:p>
      </dsp:txBody>
      <dsp:txXfrm>
        <a:off x="0" y="5120936"/>
        <a:ext cx="2437764" cy="840132"/>
      </dsp:txXfrm>
    </dsp:sp>
    <dsp:sp modelId="{1287A1E5-9CCF-4F7C-B189-1DD7D5919A8E}">
      <dsp:nvSpPr>
        <dsp:cNvPr id="0" name=""/>
        <dsp:cNvSpPr/>
      </dsp:nvSpPr>
      <dsp:spPr>
        <a:xfrm rot="10800000">
          <a:off x="0" y="3841415"/>
          <a:ext cx="2437764" cy="1292123"/>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US" sz="500" kern="1200" dirty="0"/>
            <a:t>Is the shape mostly circular?</a:t>
          </a:r>
        </a:p>
      </dsp:txBody>
      <dsp:txXfrm rot="-10800000">
        <a:off x="0" y="3841415"/>
        <a:ext cx="2437764" cy="453535"/>
      </dsp:txXfrm>
    </dsp:sp>
    <dsp:sp modelId="{A66A37B0-BDE2-49E1-9D0F-C985A874318C}">
      <dsp:nvSpPr>
        <dsp:cNvPr id="0" name=""/>
        <dsp:cNvSpPr/>
      </dsp:nvSpPr>
      <dsp:spPr>
        <a:xfrm>
          <a:off x="0" y="4294950"/>
          <a:ext cx="1218882" cy="38634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ctr" defTabSz="222250">
            <a:lnSpc>
              <a:spcPct val="90000"/>
            </a:lnSpc>
            <a:spcBef>
              <a:spcPct val="0"/>
            </a:spcBef>
            <a:spcAft>
              <a:spcPct val="35000"/>
            </a:spcAft>
            <a:buNone/>
          </a:pPr>
          <a:r>
            <a:rPr lang="en-US" sz="500" kern="1200" dirty="0"/>
            <a:t>If the shape is circular the program uses the circular processing module</a:t>
          </a:r>
        </a:p>
      </dsp:txBody>
      <dsp:txXfrm>
        <a:off x="0" y="4294950"/>
        <a:ext cx="1218882" cy="386344"/>
      </dsp:txXfrm>
    </dsp:sp>
    <dsp:sp modelId="{7DE11579-2A3F-46C6-B721-FAD2C3FBB2F4}">
      <dsp:nvSpPr>
        <dsp:cNvPr id="0" name=""/>
        <dsp:cNvSpPr/>
      </dsp:nvSpPr>
      <dsp:spPr>
        <a:xfrm>
          <a:off x="1218882" y="4294950"/>
          <a:ext cx="1218882" cy="38634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ctr" defTabSz="222250">
            <a:lnSpc>
              <a:spcPct val="90000"/>
            </a:lnSpc>
            <a:spcBef>
              <a:spcPct val="0"/>
            </a:spcBef>
            <a:spcAft>
              <a:spcPct val="35000"/>
            </a:spcAft>
            <a:buNone/>
          </a:pPr>
          <a:r>
            <a:rPr lang="en-US" sz="500" kern="1200" dirty="0"/>
            <a:t>If the shape is not circular the program uses the noncircular processing module</a:t>
          </a:r>
        </a:p>
      </dsp:txBody>
      <dsp:txXfrm>
        <a:off x="1218882" y="4294950"/>
        <a:ext cx="1218882" cy="386344"/>
      </dsp:txXfrm>
    </dsp:sp>
    <dsp:sp modelId="{95CAB6BF-FE3B-46CB-804D-57208D6F44E2}">
      <dsp:nvSpPr>
        <dsp:cNvPr id="0" name=""/>
        <dsp:cNvSpPr/>
      </dsp:nvSpPr>
      <dsp:spPr>
        <a:xfrm rot="10800000">
          <a:off x="0" y="2561893"/>
          <a:ext cx="2437764" cy="1292123"/>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US" sz="500" kern="1200" dirty="0"/>
            <a:t>Sorting the points in a clockwise direction </a:t>
          </a:r>
        </a:p>
      </dsp:txBody>
      <dsp:txXfrm rot="10800000">
        <a:off x="0" y="2561893"/>
        <a:ext cx="2437764" cy="839583"/>
      </dsp:txXfrm>
    </dsp:sp>
    <dsp:sp modelId="{5F32816D-FF2D-4862-A265-D18F5FF817ED}">
      <dsp:nvSpPr>
        <dsp:cNvPr id="0" name=""/>
        <dsp:cNvSpPr/>
      </dsp:nvSpPr>
      <dsp:spPr>
        <a:xfrm rot="10800000">
          <a:off x="0" y="1282372"/>
          <a:ext cx="2437764" cy="1292123"/>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US" sz="500" kern="1200" dirty="0"/>
            <a:t>Calculating TSP</a:t>
          </a:r>
        </a:p>
      </dsp:txBody>
      <dsp:txXfrm rot="10800000">
        <a:off x="0" y="1282372"/>
        <a:ext cx="2437764" cy="839583"/>
      </dsp:txXfrm>
    </dsp:sp>
    <dsp:sp modelId="{059C69ED-9B49-441F-959D-4C2923B32970}">
      <dsp:nvSpPr>
        <dsp:cNvPr id="0" name=""/>
        <dsp:cNvSpPr/>
      </dsp:nvSpPr>
      <dsp:spPr>
        <a:xfrm rot="10800000">
          <a:off x="0" y="2850"/>
          <a:ext cx="2437764" cy="1292123"/>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US" sz="500" kern="1200" dirty="0"/>
            <a:t>Program start</a:t>
          </a:r>
        </a:p>
      </dsp:txBody>
      <dsp:txXfrm rot="10800000">
        <a:off x="0" y="2850"/>
        <a:ext cx="2437764" cy="8395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43B2D-F5C2-4246-9C84-E1340A3158AB}">
      <dsp:nvSpPr>
        <dsp:cNvPr id="0" name=""/>
        <dsp:cNvSpPr/>
      </dsp:nvSpPr>
      <dsp:spPr>
        <a:xfrm>
          <a:off x="0" y="5114939"/>
          <a:ext cx="2437764" cy="83914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ja-JP" altLang="en-US" sz="1300" kern="1200"/>
            <a:t>ツールパスを </a:t>
          </a:r>
          <a:r>
            <a:rPr lang="en-US" altLang="ja-JP" sz="1300" kern="1200"/>
            <a:t>G </a:t>
          </a:r>
          <a:r>
            <a:rPr lang="ja-JP" altLang="en-US" sz="1300" kern="1200"/>
            <a:t>コードに変換する</a:t>
          </a:r>
          <a:endParaRPr lang="en-US" sz="1300" kern="1200"/>
        </a:p>
      </dsp:txBody>
      <dsp:txXfrm>
        <a:off x="0" y="5114939"/>
        <a:ext cx="2437764" cy="839148"/>
      </dsp:txXfrm>
    </dsp:sp>
    <dsp:sp modelId="{01EBA1FD-6166-4F5F-9C6C-D6985A827EED}">
      <dsp:nvSpPr>
        <dsp:cNvPr id="0" name=""/>
        <dsp:cNvSpPr/>
      </dsp:nvSpPr>
      <dsp:spPr>
        <a:xfrm rot="10800000">
          <a:off x="0" y="3836916"/>
          <a:ext cx="2437764" cy="1290610"/>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ja-JP" altLang="en-US" sz="1300" kern="1200"/>
            <a:t>形はほぼ円形でしょうか？</a:t>
          </a:r>
          <a:endParaRPr lang="en-US" sz="1300" kern="1200"/>
        </a:p>
      </dsp:txBody>
      <dsp:txXfrm rot="-10800000">
        <a:off x="0" y="3836916"/>
        <a:ext cx="2437764" cy="453004"/>
      </dsp:txXfrm>
    </dsp:sp>
    <dsp:sp modelId="{964C4A14-ECF4-4A2B-B889-B43759DD5385}">
      <dsp:nvSpPr>
        <dsp:cNvPr id="0" name=""/>
        <dsp:cNvSpPr/>
      </dsp:nvSpPr>
      <dsp:spPr>
        <a:xfrm>
          <a:off x="0" y="4289920"/>
          <a:ext cx="1218882" cy="38589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672" tIns="7620" rIns="42672" bIns="7620" numCol="1" spcCol="1270" anchor="ctr" anchorCtr="0">
          <a:noAutofit/>
        </a:bodyPr>
        <a:lstStyle/>
        <a:p>
          <a:pPr marL="0" lvl="0" indent="0" algn="ctr" defTabSz="266700">
            <a:lnSpc>
              <a:spcPct val="90000"/>
            </a:lnSpc>
            <a:spcBef>
              <a:spcPct val="0"/>
            </a:spcBef>
            <a:spcAft>
              <a:spcPct val="35000"/>
            </a:spcAft>
            <a:buNone/>
          </a:pPr>
          <a:r>
            <a:rPr lang="ja-JP" altLang="en-US" sz="600" kern="1200"/>
            <a:t>形状が円形の場合、プログラムは円形処理モジュールを使用します。</a:t>
          </a:r>
          <a:endParaRPr lang="en-US" sz="600" kern="1200"/>
        </a:p>
      </dsp:txBody>
      <dsp:txXfrm>
        <a:off x="0" y="4289920"/>
        <a:ext cx="1218882" cy="385892"/>
      </dsp:txXfrm>
    </dsp:sp>
    <dsp:sp modelId="{730EBB34-122E-4BA9-86BC-0D44AFAFC304}">
      <dsp:nvSpPr>
        <dsp:cNvPr id="0" name=""/>
        <dsp:cNvSpPr/>
      </dsp:nvSpPr>
      <dsp:spPr>
        <a:xfrm>
          <a:off x="1218882" y="4289920"/>
          <a:ext cx="1218882" cy="38589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672" tIns="7620" rIns="42672" bIns="7620" numCol="1" spcCol="1270" anchor="ctr" anchorCtr="0">
          <a:noAutofit/>
        </a:bodyPr>
        <a:lstStyle/>
        <a:p>
          <a:pPr marL="0" lvl="0" indent="0" algn="ctr" defTabSz="266700">
            <a:lnSpc>
              <a:spcPct val="90000"/>
            </a:lnSpc>
            <a:spcBef>
              <a:spcPct val="0"/>
            </a:spcBef>
            <a:spcAft>
              <a:spcPct val="35000"/>
            </a:spcAft>
            <a:buNone/>
          </a:pPr>
          <a:r>
            <a:rPr lang="ja-JP" altLang="en-US" sz="600" kern="1200"/>
            <a:t>形状が円形でない場合、プログラムは非円形処理モジュールを使用します。</a:t>
          </a:r>
          <a:endParaRPr lang="en-US" sz="600" kern="1200"/>
        </a:p>
      </dsp:txBody>
      <dsp:txXfrm>
        <a:off x="1218882" y="4289920"/>
        <a:ext cx="1218882" cy="385892"/>
      </dsp:txXfrm>
    </dsp:sp>
    <dsp:sp modelId="{EF9E1F5A-9C68-47F5-ADAF-4B2FCF7CEF7E}">
      <dsp:nvSpPr>
        <dsp:cNvPr id="0" name=""/>
        <dsp:cNvSpPr/>
      </dsp:nvSpPr>
      <dsp:spPr>
        <a:xfrm rot="10800000">
          <a:off x="0" y="2558893"/>
          <a:ext cx="2437764" cy="1290610"/>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ja-JP" altLang="en-US" sz="1300" kern="1200"/>
            <a:t>ポイントを時計回りに並べ替える </a:t>
          </a:r>
          <a:endParaRPr lang="en-US" sz="1300" kern="1200"/>
        </a:p>
      </dsp:txBody>
      <dsp:txXfrm rot="10800000">
        <a:off x="0" y="2558893"/>
        <a:ext cx="2437764" cy="838600"/>
      </dsp:txXfrm>
    </dsp:sp>
    <dsp:sp modelId="{3D94CC61-A334-4279-AFA7-C226F8BFEBAF}">
      <dsp:nvSpPr>
        <dsp:cNvPr id="0" name=""/>
        <dsp:cNvSpPr/>
      </dsp:nvSpPr>
      <dsp:spPr>
        <a:xfrm rot="10800000">
          <a:off x="0" y="1280870"/>
          <a:ext cx="2437764" cy="1290610"/>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TSP</a:t>
          </a:r>
          <a:r>
            <a:rPr lang="ja-JP" altLang="en-US" sz="1300" kern="1200"/>
            <a:t>の計算</a:t>
          </a:r>
          <a:endParaRPr lang="en-US" sz="1300" kern="1200"/>
        </a:p>
      </dsp:txBody>
      <dsp:txXfrm rot="10800000">
        <a:off x="0" y="1280870"/>
        <a:ext cx="2437764" cy="838600"/>
      </dsp:txXfrm>
    </dsp:sp>
    <dsp:sp modelId="{3114CA54-5868-4FE4-A88E-7455F9A49CDA}">
      <dsp:nvSpPr>
        <dsp:cNvPr id="0" name=""/>
        <dsp:cNvSpPr/>
      </dsp:nvSpPr>
      <dsp:spPr>
        <a:xfrm rot="10800000">
          <a:off x="0" y="2847"/>
          <a:ext cx="2437764" cy="1290610"/>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ja-JP" altLang="en-US" sz="1300" kern="1200"/>
            <a:t>プログラムの開始</a:t>
          </a:r>
          <a:endParaRPr lang="en-US" sz="1300" kern="1200"/>
        </a:p>
      </dsp:txBody>
      <dsp:txXfrm rot="10800000">
        <a:off x="0" y="2847"/>
        <a:ext cx="2437764" cy="8386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98C0FA-92A1-496F-B98C-7931EE087918}" type="datetimeFigureOut">
              <a:rPr lang="en-US" smtClean="0"/>
              <a:t>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183D23-8FBC-4E98-9694-D7E599E97223}" type="slidenum">
              <a:rPr lang="en-US" smtClean="0"/>
              <a:t>‹#›</a:t>
            </a:fld>
            <a:endParaRPr lang="en-US"/>
          </a:p>
        </p:txBody>
      </p:sp>
    </p:spTree>
    <p:extLst>
      <p:ext uri="{BB962C8B-B14F-4D97-AF65-F5344CB8AC3E}">
        <p14:creationId xmlns:p14="http://schemas.microsoft.com/office/powerpoint/2010/main" val="3587720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Hello. My name is Karter Wong, and I will present my research project on the development of a CAM system for incremental forming from 3D CAD data.</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1</a:t>
            </a:fld>
            <a:endParaRPr lang="en-US"/>
          </a:p>
        </p:txBody>
      </p:sp>
    </p:spTree>
    <p:extLst>
      <p:ext uri="{BB962C8B-B14F-4D97-AF65-F5344CB8AC3E}">
        <p14:creationId xmlns:p14="http://schemas.microsoft.com/office/powerpoint/2010/main" val="2202426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I will first introduce the topic, show my progress, and discuss the next steps for next semester.</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2</a:t>
            </a:fld>
            <a:endParaRPr lang="en-US"/>
          </a:p>
        </p:txBody>
      </p:sp>
    </p:spTree>
    <p:extLst>
      <p:ext uri="{BB962C8B-B14F-4D97-AF65-F5344CB8AC3E}">
        <p14:creationId xmlns:p14="http://schemas.microsoft.com/office/powerpoint/2010/main" val="25614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C436-742B-5668-8808-5E3EA631C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94498-6D40-E165-DF09-A15F2FEA1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8B2A5-6624-6004-5236-91234F73EA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As I mentioned at the beginning of the presentation, my research topic is the development of CAM systems for incremental forming from 3D CAD data. My research project is based on Mitsumori Senpai’s research paper, which showcased a CAM system modeling and machining a truncated cone by converting STL data into G-code. My goal for this project is to make a CAM system that could model a bit more complex shapes, and the test shape I used was a dome with a square base as you will see later.</a:t>
            </a:r>
          </a:p>
          <a:p>
            <a:endParaRPr lang="en-US" dirty="0"/>
          </a:p>
        </p:txBody>
      </p:sp>
      <p:sp>
        <p:nvSpPr>
          <p:cNvPr id="4" name="Slide Number Placeholder 3">
            <a:extLst>
              <a:ext uri="{FF2B5EF4-FFF2-40B4-BE49-F238E27FC236}">
                <a16:creationId xmlns:a16="http://schemas.microsoft.com/office/drawing/2014/main" id="{2174EB65-A922-CAC1-3346-762BBE2EBF81}"/>
              </a:ext>
            </a:extLst>
          </p:cNvPr>
          <p:cNvSpPr>
            <a:spLocks noGrp="1"/>
          </p:cNvSpPr>
          <p:nvPr>
            <p:ph type="sldNum" sz="quarter" idx="5"/>
          </p:nvPr>
        </p:nvSpPr>
        <p:spPr/>
        <p:txBody>
          <a:bodyPr/>
          <a:lstStyle/>
          <a:p>
            <a:fld id="{2C183D23-8FBC-4E98-9694-D7E599E97223}" type="slidenum">
              <a:rPr lang="en-US" smtClean="0"/>
              <a:t>3</a:t>
            </a:fld>
            <a:endParaRPr lang="en-US" dirty="0"/>
          </a:p>
        </p:txBody>
      </p:sp>
    </p:spTree>
    <p:extLst>
      <p:ext uri="{BB962C8B-B14F-4D97-AF65-F5344CB8AC3E}">
        <p14:creationId xmlns:p14="http://schemas.microsoft.com/office/powerpoint/2010/main" val="1030600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The CAM system from Mitsumori Senpai’s research can be broken into four simple steps: 1, taking the STL data from the STL file from the modeling software of your choice. 2, convert that data to a point cloud, which is all the corners of the triangles from the STL data. 3, sort the points by contour lines or the Z coordinate and nearest points . And 4, convert the sorted points into G-code.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This semester, I further developed this program to have a few more steps to improve the CAM system.</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4</a:t>
            </a:fld>
            <a:endParaRPr lang="en-US"/>
          </a:p>
        </p:txBody>
      </p:sp>
    </p:spTree>
    <p:extLst>
      <p:ext uri="{BB962C8B-B14F-4D97-AF65-F5344CB8AC3E}">
        <p14:creationId xmlns:p14="http://schemas.microsoft.com/office/powerpoint/2010/main" val="3115954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C2008-1C8A-0595-B403-E6FDA500C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0222F-75CC-E4C3-1039-F2DBE87C9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7E2B4-1761-9312-5941-F5F50D45E7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My code starts by also taking the STL data and converting it to a point cloud; it identifies the variables that you set, like the number of layers you want your shape to have or the tolerance on how big the distance between the layers should be, which is represented by the program start section. Next, the program starts calculating the toolpath by using the Traveling salesperson method, essentially ensuring that the toolpath always moves to the closest point on the layer and then sorts those points so that the toolpath moves in a clockwise direction, ensuring a smooth toolpath. Then, it detects if a layer is circular or noncircular and determines which method to use to process the points.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11111"/>
              </a:solidFill>
              <a:effectLst/>
              <a:latin typeface="Roboto" panose="020F05020202040302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After the program generates a tool path, it converts it to G-code and adds the general parameters for G-code, such as Absolute positioning (G90) and end program (M30).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11111"/>
              </a:solidFill>
              <a:effectLst/>
              <a:latin typeface="Roboto" panose="020F05020202040302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11111"/>
              </a:solidFill>
              <a:effectLst/>
              <a:latin typeface="Roboto" panose="020F05020202040302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11111"/>
                </a:solidFill>
                <a:effectLst/>
                <a:latin typeface="Roboto" panose="020F0502020204030204" pitchFamily="2" charset="0"/>
              </a:rPr>
              <a:t>*TSP is a </a:t>
            </a:r>
            <a:r>
              <a:rPr lang="en-US" sz="1200" b="1" i="0" dirty="0">
                <a:solidFill>
                  <a:srgbClr val="111111"/>
                </a:solidFill>
                <a:effectLst/>
                <a:latin typeface="Roboto" panose="020F0502020204030204" pitchFamily="2" charset="0"/>
              </a:rPr>
              <a:t>programming optimization problem</a:t>
            </a:r>
            <a:r>
              <a:rPr lang="en-US" sz="1200" b="0" i="0" dirty="0">
                <a:solidFill>
                  <a:srgbClr val="111111"/>
                </a:solidFill>
                <a:effectLst/>
                <a:latin typeface="Roboto" panose="020F0502020204030204" pitchFamily="2" charset="0"/>
              </a:rPr>
              <a:t> to find the shortest path that connects a given set of points. </a:t>
            </a:r>
            <a:endParaRPr lang="en-US" dirty="0">
              <a:solidFill>
                <a:schemeClr val="tx2"/>
              </a:solidFill>
            </a:endParaRPr>
          </a:p>
          <a:p>
            <a:endParaRPr lang="en-US" dirty="0"/>
          </a:p>
        </p:txBody>
      </p:sp>
      <p:sp>
        <p:nvSpPr>
          <p:cNvPr id="4" name="Slide Number Placeholder 3">
            <a:extLst>
              <a:ext uri="{FF2B5EF4-FFF2-40B4-BE49-F238E27FC236}">
                <a16:creationId xmlns:a16="http://schemas.microsoft.com/office/drawing/2014/main" id="{F6F7B8AA-1B93-2B9A-2D0C-96FEC9B676C2}"/>
              </a:ext>
            </a:extLst>
          </p:cNvPr>
          <p:cNvSpPr>
            <a:spLocks noGrp="1"/>
          </p:cNvSpPr>
          <p:nvPr>
            <p:ph type="sldNum" sz="quarter" idx="5"/>
          </p:nvPr>
        </p:nvSpPr>
        <p:spPr/>
        <p:txBody>
          <a:bodyPr/>
          <a:lstStyle/>
          <a:p>
            <a:fld id="{2C183D23-8FBC-4E98-9694-D7E599E97223}" type="slidenum">
              <a:rPr lang="en-US" smtClean="0"/>
              <a:t>5</a:t>
            </a:fld>
            <a:endParaRPr lang="en-US"/>
          </a:p>
        </p:txBody>
      </p:sp>
    </p:spTree>
    <p:extLst>
      <p:ext uri="{BB962C8B-B14F-4D97-AF65-F5344CB8AC3E}">
        <p14:creationId xmlns:p14="http://schemas.microsoft.com/office/powerpoint/2010/main" val="2393682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A10A-E8D2-9358-0023-F9E16E5DB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A92A3-664E-7786-6688-FB0309699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3F6D2-0EA5-CF92-D8FB-66401D15480B}"/>
              </a:ext>
            </a:extLst>
          </p:cNvPr>
          <p:cNvSpPr>
            <a:spLocks noGrp="1"/>
          </p:cNvSpPr>
          <p:nvPr>
            <p:ph type="body" idx="1"/>
          </p:nvPr>
        </p:nvSpPr>
        <p:spPr/>
        <p:txBody>
          <a:bodyPr/>
          <a:lstStyle/>
          <a:p>
            <a:pPr marL="0" marR="0">
              <a:lnSpc>
                <a:spcPct val="115000"/>
              </a:lnSpc>
              <a:spcAft>
                <a:spcPts val="800"/>
              </a:spcAft>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The following functions allow the Toolpath to generate shapes like the ones you see here: rounding, TSP, Convexhull, and adjustable variables. These features are essential to the clear that you see at the top right corner.  The rounding groups the layers to the nearest number you wish and eliminates redundant points. The TSP ensures that all the points on a layer are “reached” in order. Convexhull ensures that the outermost points are the only points used in the generation of the tool path, and adjustable variables allow you to have as much details as you want. Without these functions you would get something like the bottom right figure.</a:t>
            </a:r>
          </a:p>
        </p:txBody>
      </p:sp>
      <p:sp>
        <p:nvSpPr>
          <p:cNvPr id="4" name="Slide Number Placeholder 3">
            <a:extLst>
              <a:ext uri="{FF2B5EF4-FFF2-40B4-BE49-F238E27FC236}">
                <a16:creationId xmlns:a16="http://schemas.microsoft.com/office/drawing/2014/main" id="{48739FA8-5DA5-C232-5BD5-39D7BF52C2BA}"/>
              </a:ext>
            </a:extLst>
          </p:cNvPr>
          <p:cNvSpPr>
            <a:spLocks noGrp="1"/>
          </p:cNvSpPr>
          <p:nvPr>
            <p:ph type="sldNum" sz="quarter" idx="5"/>
          </p:nvPr>
        </p:nvSpPr>
        <p:spPr/>
        <p:txBody>
          <a:bodyPr/>
          <a:lstStyle/>
          <a:p>
            <a:fld id="{2C183D23-8FBC-4E98-9694-D7E599E97223}" type="slidenum">
              <a:rPr lang="en-US" smtClean="0"/>
              <a:t>6</a:t>
            </a:fld>
            <a:endParaRPr lang="en-US"/>
          </a:p>
        </p:txBody>
      </p:sp>
    </p:spTree>
    <p:extLst>
      <p:ext uri="{BB962C8B-B14F-4D97-AF65-F5344CB8AC3E}">
        <p14:creationId xmlns:p14="http://schemas.microsoft.com/office/powerpoint/2010/main" val="290287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325D-66BD-A0A7-6F66-6776CEC06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80A97-6FD5-8245-A130-4685AA7F0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B6FDD-FC99-9FB1-213D-B1951D1E1174}"/>
              </a:ext>
            </a:extLst>
          </p:cNvPr>
          <p:cNvSpPr>
            <a:spLocks noGrp="1"/>
          </p:cNvSpPr>
          <p:nvPr>
            <p:ph type="body" idx="1"/>
          </p:nvPr>
        </p:nvSpPr>
        <p:spPr/>
        <p:txBody>
          <a:bodyPr/>
          <a:lstStyle/>
          <a:p>
            <a:pPr marL="0" marR="0">
              <a:lnSpc>
                <a:spcPct val="115000"/>
              </a:lnSpc>
              <a:spcAft>
                <a:spcPts val="800"/>
              </a:spcAft>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This slide just shows what the toolpath would look like without the, Convexhull, rounding, and the variables.</a:t>
            </a:r>
          </a:p>
        </p:txBody>
      </p:sp>
      <p:sp>
        <p:nvSpPr>
          <p:cNvPr id="4" name="Slide Number Placeholder 3">
            <a:extLst>
              <a:ext uri="{FF2B5EF4-FFF2-40B4-BE49-F238E27FC236}">
                <a16:creationId xmlns:a16="http://schemas.microsoft.com/office/drawing/2014/main" id="{A027F122-B8AA-2590-14EE-3E184FC1E608}"/>
              </a:ext>
            </a:extLst>
          </p:cNvPr>
          <p:cNvSpPr>
            <a:spLocks noGrp="1"/>
          </p:cNvSpPr>
          <p:nvPr>
            <p:ph type="sldNum" sz="quarter" idx="5"/>
          </p:nvPr>
        </p:nvSpPr>
        <p:spPr/>
        <p:txBody>
          <a:bodyPr/>
          <a:lstStyle/>
          <a:p>
            <a:fld id="{2C183D23-8FBC-4E98-9694-D7E599E97223}" type="slidenum">
              <a:rPr lang="en-US" smtClean="0"/>
              <a:t>7</a:t>
            </a:fld>
            <a:endParaRPr lang="en-US"/>
          </a:p>
        </p:txBody>
      </p:sp>
    </p:spTree>
    <p:extLst>
      <p:ext uri="{BB962C8B-B14F-4D97-AF65-F5344CB8AC3E}">
        <p14:creationId xmlns:p14="http://schemas.microsoft.com/office/powerpoint/2010/main" val="1138134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Next semester, I aim to start conducting experiments to see if making these shapes is possible and make the </a:t>
            </a:r>
            <a:r>
              <a:rPr lang="en-US" sz="1800" kern="100">
                <a:effectLst/>
                <a:latin typeface="Aptos" panose="020B0004020202020204" pitchFamily="34" charset="0"/>
                <a:ea typeface="游ゴシック" panose="020B0400000000000000" pitchFamily="50" charset="-128"/>
                <a:cs typeface="Times New Roman" panose="02020603050405020304" pitchFamily="18" charset="0"/>
              </a:rPr>
              <a:t>necessary adjustments. </a:t>
            </a: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After that, I aim to find ways to improve the strength of the shape that is produced. My goal for my final presentation for my graduation thesis is to produce a more complex-looking shape, like this one.</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8</a:t>
            </a:fld>
            <a:endParaRPr lang="en-US"/>
          </a:p>
        </p:txBody>
      </p:sp>
    </p:spTree>
    <p:extLst>
      <p:ext uri="{BB962C8B-B14F-4D97-AF65-F5344CB8AC3E}">
        <p14:creationId xmlns:p14="http://schemas.microsoft.com/office/powerpoint/2010/main" val="200316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游ゴシック" panose="020B0400000000000000" pitchFamily="50" charset="-128"/>
                <a:cs typeface="Times New Roman" panose="02020603050405020304" pitchFamily="18" charset="0"/>
              </a:rPr>
              <a:t>Any questions?</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9</a:t>
            </a:fld>
            <a:endParaRPr lang="en-US"/>
          </a:p>
        </p:txBody>
      </p:sp>
    </p:spTree>
    <p:extLst>
      <p:ext uri="{BB962C8B-B14F-4D97-AF65-F5344CB8AC3E}">
        <p14:creationId xmlns:p14="http://schemas.microsoft.com/office/powerpoint/2010/main" val="2900966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10</a:t>
            </a:fld>
            <a:endParaRPr lang="en-US"/>
          </a:p>
        </p:txBody>
      </p:sp>
    </p:spTree>
    <p:extLst>
      <p:ext uri="{BB962C8B-B14F-4D97-AF65-F5344CB8AC3E}">
        <p14:creationId xmlns:p14="http://schemas.microsoft.com/office/powerpoint/2010/main" val="1206209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Here are my references.</a:t>
            </a:r>
          </a:p>
          <a:p>
            <a:pPr marL="0" marR="0">
              <a:lnSpc>
                <a:spcPct val="115000"/>
              </a:lnSpc>
              <a:spcAft>
                <a:spcPts val="800"/>
              </a:spcAft>
            </a:pPr>
            <a:r>
              <a:rPr lang="en-US" sz="1800" kern="100" dirty="0">
                <a:effectLst/>
                <a:latin typeface="Aptos" panose="020B0004020202020204" pitchFamily="34" charset="0"/>
                <a:ea typeface="游ゴシック" panose="020B0400000000000000" pitchFamily="50" charset="-128"/>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2C183D23-8FBC-4E98-9694-D7E599E97223}" type="slidenum">
              <a:rPr lang="en-US" smtClean="0"/>
              <a:t>11</a:t>
            </a:fld>
            <a:endParaRPr lang="en-US"/>
          </a:p>
        </p:txBody>
      </p:sp>
    </p:spTree>
    <p:extLst>
      <p:ext uri="{BB962C8B-B14F-4D97-AF65-F5344CB8AC3E}">
        <p14:creationId xmlns:p14="http://schemas.microsoft.com/office/powerpoint/2010/main" val="1305423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85C5-C340-57E7-36FE-A4991B795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A4272-28D6-3A13-32C5-C97440CA3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C8E24-3D1C-7FD8-8BE1-B8C387A0366C}"/>
              </a:ext>
            </a:extLst>
          </p:cNvPr>
          <p:cNvSpPr>
            <a:spLocks noGrp="1"/>
          </p:cNvSpPr>
          <p:nvPr>
            <p:ph type="body" idx="1"/>
          </p:nvPr>
        </p:nvSpPr>
        <p:spPr/>
        <p:txBody>
          <a:bodyPr/>
          <a:lstStyle/>
          <a:p>
            <a:r>
              <a:rPr lang="en-US" sz="800" dirty="0">
                <a:solidFill>
                  <a:schemeClr val="tx2"/>
                </a:solidFill>
              </a:rPr>
              <a:t>My research’s goal is to improve the CAM system to allow incremental forming to be done for </a:t>
            </a:r>
          </a:p>
          <a:p>
            <a:endParaRPr lang="en-US" sz="800" dirty="0">
              <a:solidFill>
                <a:schemeClr val="tx2"/>
              </a:solidFill>
            </a:endParaRPr>
          </a:p>
          <a:p>
            <a:r>
              <a:rPr lang="en-US" sz="800" dirty="0">
                <a:solidFill>
                  <a:schemeClr val="tx2"/>
                </a:solidFill>
              </a:rPr>
              <a:t>Incremental forming is the </a:t>
            </a:r>
            <a:r>
              <a:rPr lang="en-US" sz="800" dirty="0"/>
              <a:t>he process of processing without the need of a mold to create high strength molded products. </a:t>
            </a:r>
            <a:endParaRPr lang="en-US" sz="800" dirty="0">
              <a:solidFill>
                <a:schemeClr val="tx2"/>
              </a:solidFill>
            </a:endParaRPr>
          </a:p>
          <a:p>
            <a:r>
              <a:rPr lang="en-US" sz="800" dirty="0">
                <a:solidFill>
                  <a:schemeClr val="tx2"/>
                </a:solidFill>
              </a:rPr>
              <a:t>Due to discontinuous CFRTP’s properties such as recyclability, and ability to hold a shape after being molded, it was selected as the test material.</a:t>
            </a:r>
          </a:p>
          <a:p>
            <a:endParaRPr lang="en-US" sz="800" dirty="0">
              <a:solidFill>
                <a:schemeClr val="tx2"/>
              </a:solidFill>
            </a:endParaRPr>
          </a:p>
          <a:p>
            <a:endParaRPr lang="en-US" sz="800" dirty="0">
              <a:solidFill>
                <a:schemeClr val="tx2"/>
              </a:solidFill>
            </a:endParaRPr>
          </a:p>
          <a:p>
            <a:endParaRPr lang="en-US" sz="300" dirty="0"/>
          </a:p>
          <a:p>
            <a:endParaRPr lang="en-US" sz="800" dirty="0"/>
          </a:p>
        </p:txBody>
      </p:sp>
      <p:sp>
        <p:nvSpPr>
          <p:cNvPr id="4" name="Slide Number Placeholder 3">
            <a:extLst>
              <a:ext uri="{FF2B5EF4-FFF2-40B4-BE49-F238E27FC236}">
                <a16:creationId xmlns:a16="http://schemas.microsoft.com/office/drawing/2014/main" id="{9F00D83E-F84C-89A7-3E84-53E9256A4145}"/>
              </a:ext>
            </a:extLst>
          </p:cNvPr>
          <p:cNvSpPr>
            <a:spLocks noGrp="1"/>
          </p:cNvSpPr>
          <p:nvPr>
            <p:ph type="sldNum" sz="quarter" idx="5"/>
          </p:nvPr>
        </p:nvSpPr>
        <p:spPr/>
        <p:txBody>
          <a:bodyPr/>
          <a:lstStyle/>
          <a:p>
            <a:fld id="{2C183D23-8FBC-4E98-9694-D7E599E97223}" type="slidenum">
              <a:rPr lang="en-US" smtClean="0"/>
              <a:t>12</a:t>
            </a:fld>
            <a:endParaRPr lang="en-US" dirty="0"/>
          </a:p>
        </p:txBody>
      </p:sp>
    </p:spTree>
    <p:extLst>
      <p:ext uri="{BB962C8B-B14F-4D97-AF65-F5344CB8AC3E}">
        <p14:creationId xmlns:p14="http://schemas.microsoft.com/office/powerpoint/2010/main" val="87058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5890-FF5C-FD5D-6BFE-B9B249B863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69FF00-E19C-59D5-9FC0-BC361E79CC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47BA08-2AB0-E22F-31BB-25C476DE0050}"/>
              </a:ext>
            </a:extLst>
          </p:cNvPr>
          <p:cNvSpPr>
            <a:spLocks noGrp="1"/>
          </p:cNvSpPr>
          <p:nvPr>
            <p:ph type="dt" sz="half" idx="10"/>
          </p:nvPr>
        </p:nvSpPr>
        <p:spPr/>
        <p:txBody>
          <a:bodyPr/>
          <a:lstStyle/>
          <a:p>
            <a:fld id="{4B96FA28-E634-426A-81A2-46469472F7E9}" type="datetime1">
              <a:rPr lang="en-US" smtClean="0"/>
              <a:t>1/20/2025</a:t>
            </a:fld>
            <a:endParaRPr lang="en-US"/>
          </a:p>
        </p:txBody>
      </p:sp>
      <p:sp>
        <p:nvSpPr>
          <p:cNvPr id="5" name="Footer Placeholder 4">
            <a:extLst>
              <a:ext uri="{FF2B5EF4-FFF2-40B4-BE49-F238E27FC236}">
                <a16:creationId xmlns:a16="http://schemas.microsoft.com/office/drawing/2014/main" id="{C37EE9FC-D7C0-D7EB-2956-ABCE392D4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FC9AA-345B-87FA-F4E7-0ED0CD18E018}"/>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119323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90A2-6F57-F5AE-B7A8-42ADF3C67B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A50044-B7F9-B10B-0531-55900400D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A8935-53E4-D673-E9A4-FF7304625CE8}"/>
              </a:ext>
            </a:extLst>
          </p:cNvPr>
          <p:cNvSpPr>
            <a:spLocks noGrp="1"/>
          </p:cNvSpPr>
          <p:nvPr>
            <p:ph type="dt" sz="half" idx="10"/>
          </p:nvPr>
        </p:nvSpPr>
        <p:spPr/>
        <p:txBody>
          <a:bodyPr/>
          <a:lstStyle/>
          <a:p>
            <a:fld id="{57A37C51-52E2-4017-9D26-1056F148C248}" type="datetime1">
              <a:rPr lang="en-US" smtClean="0"/>
              <a:t>1/20/2025</a:t>
            </a:fld>
            <a:endParaRPr lang="en-US"/>
          </a:p>
        </p:txBody>
      </p:sp>
      <p:sp>
        <p:nvSpPr>
          <p:cNvPr id="5" name="Footer Placeholder 4">
            <a:extLst>
              <a:ext uri="{FF2B5EF4-FFF2-40B4-BE49-F238E27FC236}">
                <a16:creationId xmlns:a16="http://schemas.microsoft.com/office/drawing/2014/main" id="{B675A192-BF5F-3D5A-2265-7E15DEAA2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061BF5-8264-87EF-DD8C-454B70125F15}"/>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259433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3EFB-F9FC-09A6-21A6-1EFC273639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6B7489-2C51-6F10-D830-B3F7CC202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E7CD12-30FD-2D0F-7E11-14B6F4479C87}"/>
              </a:ext>
            </a:extLst>
          </p:cNvPr>
          <p:cNvSpPr>
            <a:spLocks noGrp="1"/>
          </p:cNvSpPr>
          <p:nvPr>
            <p:ph type="dt" sz="half" idx="10"/>
          </p:nvPr>
        </p:nvSpPr>
        <p:spPr/>
        <p:txBody>
          <a:bodyPr/>
          <a:lstStyle/>
          <a:p>
            <a:fld id="{E39E9A17-9559-46FD-9697-51EE302E3CF0}" type="datetime1">
              <a:rPr lang="en-US" smtClean="0"/>
              <a:t>1/20/2025</a:t>
            </a:fld>
            <a:endParaRPr lang="en-US"/>
          </a:p>
        </p:txBody>
      </p:sp>
      <p:sp>
        <p:nvSpPr>
          <p:cNvPr id="5" name="Footer Placeholder 4">
            <a:extLst>
              <a:ext uri="{FF2B5EF4-FFF2-40B4-BE49-F238E27FC236}">
                <a16:creationId xmlns:a16="http://schemas.microsoft.com/office/drawing/2014/main" id="{075291E5-3C7D-8F71-4860-0C7209DC8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D6559-B1B9-D7A6-5001-5D245B32630C}"/>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1281821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84ED-E3EB-F526-A350-7B331DB886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04B16-D63D-7415-8D78-1973AB9BE0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75EDF5-1A5C-17BA-C86D-C35542058B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852318-229F-0665-58E4-8C4C82B1C65B}"/>
              </a:ext>
            </a:extLst>
          </p:cNvPr>
          <p:cNvSpPr>
            <a:spLocks noGrp="1"/>
          </p:cNvSpPr>
          <p:nvPr>
            <p:ph type="dt" sz="half" idx="10"/>
          </p:nvPr>
        </p:nvSpPr>
        <p:spPr/>
        <p:txBody>
          <a:bodyPr/>
          <a:lstStyle/>
          <a:p>
            <a:fld id="{7BF61E8B-B860-40EF-97A7-58724885E6A9}" type="datetime1">
              <a:rPr lang="en-US" smtClean="0"/>
              <a:t>1/20/2025</a:t>
            </a:fld>
            <a:endParaRPr lang="en-US"/>
          </a:p>
        </p:txBody>
      </p:sp>
      <p:sp>
        <p:nvSpPr>
          <p:cNvPr id="6" name="Footer Placeholder 5">
            <a:extLst>
              <a:ext uri="{FF2B5EF4-FFF2-40B4-BE49-F238E27FC236}">
                <a16:creationId xmlns:a16="http://schemas.microsoft.com/office/drawing/2014/main" id="{EDA2A472-455D-2239-CBDE-2B9DA70236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578BF6-DE5B-B16D-A9C6-0AC1774F5E35}"/>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397987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C969-3004-0A6D-EBCB-23BCA93E22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828EF0-ADA9-D2D0-BE01-F8DED6365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96994C-C07D-6C64-58B3-38ECB4B3AA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768E04-ECB4-1A4C-407E-FB7BC97D8E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A68E8-109A-4771-9624-A46DBACE16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7E7E27-F141-9202-F3BE-7A77F71222E4}"/>
              </a:ext>
            </a:extLst>
          </p:cNvPr>
          <p:cNvSpPr>
            <a:spLocks noGrp="1"/>
          </p:cNvSpPr>
          <p:nvPr>
            <p:ph type="dt" sz="half" idx="10"/>
          </p:nvPr>
        </p:nvSpPr>
        <p:spPr/>
        <p:txBody>
          <a:bodyPr/>
          <a:lstStyle/>
          <a:p>
            <a:fld id="{4BAC6561-3CB9-4862-ABAE-F08CFF959AFE}" type="datetime1">
              <a:rPr lang="en-US" smtClean="0"/>
              <a:t>1/20/2025</a:t>
            </a:fld>
            <a:endParaRPr lang="en-US"/>
          </a:p>
        </p:txBody>
      </p:sp>
      <p:sp>
        <p:nvSpPr>
          <p:cNvPr id="8" name="Footer Placeholder 7">
            <a:extLst>
              <a:ext uri="{FF2B5EF4-FFF2-40B4-BE49-F238E27FC236}">
                <a16:creationId xmlns:a16="http://schemas.microsoft.com/office/drawing/2014/main" id="{708B3813-A690-0CA7-6B45-754A4605D4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E52691-BFF4-2B93-E4EB-FABCFF6C9EAE}"/>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1199341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92DF-41D8-BEC7-1664-2EC31B876F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662328-986A-6528-EBD5-88C8D6540691}"/>
              </a:ext>
            </a:extLst>
          </p:cNvPr>
          <p:cNvSpPr>
            <a:spLocks noGrp="1"/>
          </p:cNvSpPr>
          <p:nvPr>
            <p:ph type="dt" sz="half" idx="10"/>
          </p:nvPr>
        </p:nvSpPr>
        <p:spPr/>
        <p:txBody>
          <a:bodyPr/>
          <a:lstStyle/>
          <a:p>
            <a:fld id="{2E4D6B9C-52F1-41BA-A739-ED0A3163007A}" type="datetime1">
              <a:rPr lang="en-US" smtClean="0"/>
              <a:t>1/20/2025</a:t>
            </a:fld>
            <a:endParaRPr lang="en-US"/>
          </a:p>
        </p:txBody>
      </p:sp>
      <p:sp>
        <p:nvSpPr>
          <p:cNvPr id="4" name="Footer Placeholder 3">
            <a:extLst>
              <a:ext uri="{FF2B5EF4-FFF2-40B4-BE49-F238E27FC236}">
                <a16:creationId xmlns:a16="http://schemas.microsoft.com/office/drawing/2014/main" id="{A64F18A1-34AB-5532-DC09-32FA043E5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478291-723A-2773-B16B-CDB00822D035}"/>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1640652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38FE02-1310-36B1-6A24-68015CBB4650}"/>
              </a:ext>
            </a:extLst>
          </p:cNvPr>
          <p:cNvSpPr>
            <a:spLocks noGrp="1"/>
          </p:cNvSpPr>
          <p:nvPr>
            <p:ph type="dt" sz="half" idx="10"/>
          </p:nvPr>
        </p:nvSpPr>
        <p:spPr/>
        <p:txBody>
          <a:bodyPr/>
          <a:lstStyle/>
          <a:p>
            <a:fld id="{FF7A46DA-2476-4753-9757-C5F37F50F307}" type="datetime1">
              <a:rPr lang="en-US" smtClean="0"/>
              <a:t>1/20/2025</a:t>
            </a:fld>
            <a:endParaRPr lang="en-US"/>
          </a:p>
        </p:txBody>
      </p:sp>
      <p:sp>
        <p:nvSpPr>
          <p:cNvPr id="3" name="Footer Placeholder 2">
            <a:extLst>
              <a:ext uri="{FF2B5EF4-FFF2-40B4-BE49-F238E27FC236}">
                <a16:creationId xmlns:a16="http://schemas.microsoft.com/office/drawing/2014/main" id="{443358A3-01DC-05BF-01A4-88B78A8A1C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08CCA0-6A0E-897A-EC5D-78DD096EB843}"/>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418685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B567F-07C0-24B9-F5BF-9F06FB324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33BF98-C6C7-2E1F-8C6B-638FCE3CE8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CF3F27-F7C3-39EC-5061-05898D334A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DE7B9-73C2-CD6D-410B-9D7749107BBC}"/>
              </a:ext>
            </a:extLst>
          </p:cNvPr>
          <p:cNvSpPr>
            <a:spLocks noGrp="1"/>
          </p:cNvSpPr>
          <p:nvPr>
            <p:ph type="dt" sz="half" idx="10"/>
          </p:nvPr>
        </p:nvSpPr>
        <p:spPr/>
        <p:txBody>
          <a:bodyPr/>
          <a:lstStyle/>
          <a:p>
            <a:fld id="{ABE2379D-B66B-483F-8D76-B80044EC005E}" type="datetime1">
              <a:rPr lang="en-US" smtClean="0"/>
              <a:t>1/20/2025</a:t>
            </a:fld>
            <a:endParaRPr lang="en-US"/>
          </a:p>
        </p:txBody>
      </p:sp>
      <p:sp>
        <p:nvSpPr>
          <p:cNvPr id="6" name="Footer Placeholder 5">
            <a:extLst>
              <a:ext uri="{FF2B5EF4-FFF2-40B4-BE49-F238E27FC236}">
                <a16:creationId xmlns:a16="http://schemas.microsoft.com/office/drawing/2014/main" id="{04187DBF-E958-5D2B-BF35-E1AA9B539B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0D236-F6CE-67B7-FFA1-D556E7F1DA1A}"/>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2789061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5BA9E-23B9-A798-8E00-A5DFE4E280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27C008-592B-671D-FDE7-CCAB1228A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EB784E-C395-C862-5DE6-F9F068CF0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8F45E-C80F-9DD8-ECD2-96FD179CACA7}"/>
              </a:ext>
            </a:extLst>
          </p:cNvPr>
          <p:cNvSpPr>
            <a:spLocks noGrp="1"/>
          </p:cNvSpPr>
          <p:nvPr>
            <p:ph type="dt" sz="half" idx="10"/>
          </p:nvPr>
        </p:nvSpPr>
        <p:spPr/>
        <p:txBody>
          <a:bodyPr/>
          <a:lstStyle/>
          <a:p>
            <a:fld id="{4D3B042A-B97A-4EDD-A3C4-54B1116F28B0}" type="datetime1">
              <a:rPr lang="en-US" smtClean="0"/>
              <a:t>1/20/2025</a:t>
            </a:fld>
            <a:endParaRPr lang="en-US"/>
          </a:p>
        </p:txBody>
      </p:sp>
      <p:sp>
        <p:nvSpPr>
          <p:cNvPr id="6" name="Footer Placeholder 5">
            <a:extLst>
              <a:ext uri="{FF2B5EF4-FFF2-40B4-BE49-F238E27FC236}">
                <a16:creationId xmlns:a16="http://schemas.microsoft.com/office/drawing/2014/main" id="{CB1844DC-4AA5-487E-B737-10C22DC300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77C679-B80B-BF79-9B0F-3E31C14D67AD}"/>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340807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C60D1-3599-9F31-A299-FC57EE184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CE53CE-06CE-2573-2494-B947391A25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CCB3FB-6685-817C-0A6B-05603FDAA307}"/>
              </a:ext>
            </a:extLst>
          </p:cNvPr>
          <p:cNvSpPr>
            <a:spLocks noGrp="1"/>
          </p:cNvSpPr>
          <p:nvPr>
            <p:ph type="dt" sz="half" idx="10"/>
          </p:nvPr>
        </p:nvSpPr>
        <p:spPr/>
        <p:txBody>
          <a:bodyPr/>
          <a:lstStyle/>
          <a:p>
            <a:fld id="{A397FAED-114A-4B3C-A5A7-D2EA39072D91}" type="datetime1">
              <a:rPr lang="en-US" smtClean="0"/>
              <a:t>1/20/2025</a:t>
            </a:fld>
            <a:endParaRPr lang="en-US"/>
          </a:p>
        </p:txBody>
      </p:sp>
      <p:sp>
        <p:nvSpPr>
          <p:cNvPr id="5" name="Footer Placeholder 4">
            <a:extLst>
              <a:ext uri="{FF2B5EF4-FFF2-40B4-BE49-F238E27FC236}">
                <a16:creationId xmlns:a16="http://schemas.microsoft.com/office/drawing/2014/main" id="{28724060-F630-0B5A-CA91-53EAADC6C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50264-D7F0-6C17-3B78-7FA24BDD3A32}"/>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2608083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31B2B1-3AE4-0DED-9E70-36BBF491F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643A4D-C009-4220-9CB9-4C7DECEBA8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AE83D-B05A-A9F8-CF55-E4272BBC3D8A}"/>
              </a:ext>
            </a:extLst>
          </p:cNvPr>
          <p:cNvSpPr>
            <a:spLocks noGrp="1"/>
          </p:cNvSpPr>
          <p:nvPr>
            <p:ph type="dt" sz="half" idx="10"/>
          </p:nvPr>
        </p:nvSpPr>
        <p:spPr/>
        <p:txBody>
          <a:bodyPr/>
          <a:lstStyle/>
          <a:p>
            <a:fld id="{96362464-1EB9-42FE-9F10-4F92CCF71124}" type="datetime1">
              <a:rPr lang="en-US" smtClean="0"/>
              <a:t>1/20/2025</a:t>
            </a:fld>
            <a:endParaRPr lang="en-US"/>
          </a:p>
        </p:txBody>
      </p:sp>
      <p:sp>
        <p:nvSpPr>
          <p:cNvPr id="5" name="Footer Placeholder 4">
            <a:extLst>
              <a:ext uri="{FF2B5EF4-FFF2-40B4-BE49-F238E27FC236}">
                <a16:creationId xmlns:a16="http://schemas.microsoft.com/office/drawing/2014/main" id="{815F36AE-7AC9-F7CD-0424-3C6A31F11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1C742-B186-97EF-3804-E2BDC2F6D363}"/>
              </a:ext>
            </a:extLst>
          </p:cNvPr>
          <p:cNvSpPr>
            <a:spLocks noGrp="1"/>
          </p:cNvSpPr>
          <p:nvPr>
            <p:ph type="sldNum" sz="quarter" idx="12"/>
          </p:nvPr>
        </p:nvSpPr>
        <p:spPr/>
        <p:txBody>
          <a:bodyPr/>
          <a:lstStyle/>
          <a:p>
            <a:fld id="{57074D78-43F8-4D34-8822-1AD70EF53A3A}" type="slidenum">
              <a:rPr lang="en-US" smtClean="0"/>
              <a:t>‹#›</a:t>
            </a:fld>
            <a:endParaRPr lang="en-US"/>
          </a:p>
        </p:txBody>
      </p:sp>
    </p:spTree>
    <p:extLst>
      <p:ext uri="{BB962C8B-B14F-4D97-AF65-F5344CB8AC3E}">
        <p14:creationId xmlns:p14="http://schemas.microsoft.com/office/powerpoint/2010/main" val="258152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1085F2-7567-C98C-5F46-A7F3A8AE8F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C0E393-9EFE-D722-866E-618D6EF24C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EF4BF-034A-2151-42AE-C999E2EC41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533642-9316-4E7D-8723-266E8E658567}" type="datetime1">
              <a:rPr lang="en-US" smtClean="0"/>
              <a:t>1/20/2025</a:t>
            </a:fld>
            <a:endParaRPr lang="en-US"/>
          </a:p>
        </p:txBody>
      </p:sp>
      <p:sp>
        <p:nvSpPr>
          <p:cNvPr id="5" name="Footer Placeholder 4">
            <a:extLst>
              <a:ext uri="{FF2B5EF4-FFF2-40B4-BE49-F238E27FC236}">
                <a16:creationId xmlns:a16="http://schemas.microsoft.com/office/drawing/2014/main" id="{4D2093E3-0F7E-2FA1-FDE0-1B080F6E3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228A67-C960-D0E1-3507-B3F9B04A42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074D78-43F8-4D34-8822-1AD70EF53A3A}" type="slidenum">
              <a:rPr lang="en-US" smtClean="0"/>
              <a:t>‹#›</a:t>
            </a:fld>
            <a:endParaRPr lang="en-US"/>
          </a:p>
        </p:txBody>
      </p:sp>
    </p:spTree>
    <p:extLst>
      <p:ext uri="{BB962C8B-B14F-4D97-AF65-F5344CB8AC3E}">
        <p14:creationId xmlns:p14="http://schemas.microsoft.com/office/powerpoint/2010/main" val="186285400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5.xml"/><Relationship Id="rId16" Type="http://schemas.openxmlformats.org/officeDocument/2006/relationships/diagramColors" Target="../diagrams/colors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F8A7D4A-10BF-0305-6CCD-B5274E10E514}"/>
              </a:ext>
            </a:extLst>
          </p:cNvPr>
          <p:cNvSpPr>
            <a:spLocks noGrp="1"/>
          </p:cNvSpPr>
          <p:nvPr>
            <p:ph type="ctrTitle"/>
          </p:nvPr>
        </p:nvSpPr>
        <p:spPr>
          <a:xfrm>
            <a:off x="1314824" y="735105"/>
            <a:ext cx="10053763" cy="3304331"/>
          </a:xfrm>
        </p:spPr>
        <p:txBody>
          <a:bodyPr anchor="b">
            <a:normAutofit/>
          </a:bodyPr>
          <a:lstStyle/>
          <a:p>
            <a:pPr algn="l"/>
            <a:r>
              <a:rPr lang="en-US" sz="4800" dirty="0">
                <a:solidFill>
                  <a:srgbClr val="FFFFFF"/>
                </a:solidFill>
              </a:rPr>
              <a:t>Development of CAM systems for incremental forming from 3D CAD data</a:t>
            </a:r>
            <a:br>
              <a:rPr lang="en-US" sz="4800" dirty="0">
                <a:solidFill>
                  <a:srgbClr val="FFFFFF"/>
                </a:solidFill>
              </a:rPr>
            </a:br>
            <a:r>
              <a:rPr lang="en-US" altLang="ja-JP" sz="4800" dirty="0">
                <a:solidFill>
                  <a:srgbClr val="FFFFFF"/>
                </a:solidFill>
              </a:rPr>
              <a:t>3D CAD</a:t>
            </a:r>
            <a:r>
              <a:rPr lang="ja-JP" altLang="en-US" sz="4800" dirty="0">
                <a:solidFill>
                  <a:srgbClr val="FFFFFF"/>
                </a:solidFill>
              </a:rPr>
              <a:t>データからの増分成形用</a:t>
            </a:r>
            <a:r>
              <a:rPr lang="en-US" altLang="ja-JP" sz="4800" dirty="0">
                <a:solidFill>
                  <a:srgbClr val="FFFFFF"/>
                </a:solidFill>
              </a:rPr>
              <a:t>CAM</a:t>
            </a:r>
            <a:r>
              <a:rPr lang="ja-JP" altLang="en-US" sz="4800" dirty="0">
                <a:solidFill>
                  <a:srgbClr val="FFFFFF"/>
                </a:solidFill>
              </a:rPr>
              <a:t>システムの開発</a:t>
            </a:r>
            <a:endParaRPr lang="en-US" sz="4800" dirty="0">
              <a:solidFill>
                <a:srgbClr val="FFFFFF"/>
              </a:solidFill>
            </a:endParaRPr>
          </a:p>
        </p:txBody>
      </p:sp>
      <p:sp>
        <p:nvSpPr>
          <p:cNvPr id="3" name="Subtitle 2">
            <a:extLst>
              <a:ext uri="{FF2B5EF4-FFF2-40B4-BE49-F238E27FC236}">
                <a16:creationId xmlns:a16="http://schemas.microsoft.com/office/drawing/2014/main" id="{73A9C2DA-8FF9-C0CF-0421-5E56000A1EFD}"/>
              </a:ext>
            </a:extLst>
          </p:cNvPr>
          <p:cNvSpPr>
            <a:spLocks noGrp="1"/>
          </p:cNvSpPr>
          <p:nvPr>
            <p:ph type="subTitle" idx="1"/>
          </p:nvPr>
        </p:nvSpPr>
        <p:spPr>
          <a:xfrm>
            <a:off x="1350682" y="4870824"/>
            <a:ext cx="10005951" cy="1458258"/>
          </a:xfrm>
        </p:spPr>
        <p:txBody>
          <a:bodyPr anchor="ctr">
            <a:normAutofit/>
          </a:bodyPr>
          <a:lstStyle/>
          <a:p>
            <a:pPr algn="l"/>
            <a:r>
              <a:rPr lang="en-US" dirty="0"/>
              <a:t>By: Karter Wong</a:t>
            </a:r>
          </a:p>
          <a:p>
            <a:pPr algn="l"/>
            <a:r>
              <a:rPr lang="en-US" dirty="0"/>
              <a:t>A2177802</a:t>
            </a:r>
          </a:p>
        </p:txBody>
      </p:sp>
      <p:sp>
        <p:nvSpPr>
          <p:cNvPr id="4" name="Slide Number Placeholder 3">
            <a:extLst>
              <a:ext uri="{FF2B5EF4-FFF2-40B4-BE49-F238E27FC236}">
                <a16:creationId xmlns:a16="http://schemas.microsoft.com/office/drawing/2014/main" id="{35655BA3-73DE-18E0-4EFB-A485685D2AB2}"/>
              </a:ext>
            </a:extLst>
          </p:cNvPr>
          <p:cNvSpPr>
            <a:spLocks noGrp="1"/>
          </p:cNvSpPr>
          <p:nvPr>
            <p:ph type="sldNum" sz="quarter" idx="12"/>
          </p:nvPr>
        </p:nvSpPr>
        <p:spPr/>
        <p:txBody>
          <a:bodyPr/>
          <a:lstStyle/>
          <a:p>
            <a:fld id="{57074D78-43F8-4D34-8822-1AD70EF53A3A}" type="slidenum">
              <a:rPr lang="en-US" smtClean="0"/>
              <a:t>1</a:t>
            </a:fld>
            <a:endParaRPr lang="en-US"/>
          </a:p>
        </p:txBody>
      </p:sp>
    </p:spTree>
    <p:extLst>
      <p:ext uri="{BB962C8B-B14F-4D97-AF65-F5344CB8AC3E}">
        <p14:creationId xmlns:p14="http://schemas.microsoft.com/office/powerpoint/2010/main" val="811558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2D360CD7-05FC-8174-91D3-A10C5D8DC0C3}"/>
              </a:ext>
            </a:extLst>
          </p:cNvPr>
          <p:cNvGraphicFramePr>
            <a:graphicFrameLocks noGrp="1"/>
          </p:cNvGraphicFramePr>
          <p:nvPr>
            <p:ph idx="1"/>
            <p:extLst>
              <p:ext uri="{D42A27DB-BD31-4B8C-83A1-F6EECF244321}">
                <p14:modId xmlns:p14="http://schemas.microsoft.com/office/powerpoint/2010/main" val="2618334371"/>
              </p:ext>
            </p:extLst>
          </p:nvPr>
        </p:nvGraphicFramePr>
        <p:xfrm>
          <a:off x="4781490" y="9790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730B077E-9252-14FD-C011-AAE06685C81B}"/>
              </a:ext>
            </a:extLst>
          </p:cNvPr>
          <p:cNvSpPr>
            <a:spLocks noGrp="1"/>
          </p:cNvSpPr>
          <p:nvPr>
            <p:ph type="sldNum" sz="quarter" idx="12"/>
          </p:nvPr>
        </p:nvSpPr>
        <p:spPr/>
        <p:txBody>
          <a:bodyPr/>
          <a:lstStyle/>
          <a:p>
            <a:fld id="{57074D78-43F8-4D34-8822-1AD70EF53A3A}" type="slidenum">
              <a:rPr lang="en-US" smtClean="0"/>
              <a:t>2</a:t>
            </a:fld>
            <a:endParaRPr lang="en-US"/>
          </a:p>
        </p:txBody>
      </p:sp>
    </p:spTree>
    <p:extLst>
      <p:ext uri="{BB962C8B-B14F-4D97-AF65-F5344CB8AC3E}">
        <p14:creationId xmlns:p14="http://schemas.microsoft.com/office/powerpoint/2010/main" val="287361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551F2C-EC55-E346-D643-6552DF19F888}"/>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Freeform: Shape 7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Rectangle 7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AD78BE-4A2E-D77E-C603-9403FC5F93E1}"/>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Introduction</a:t>
            </a:r>
          </a:p>
        </p:txBody>
      </p:sp>
      <p:sp>
        <p:nvSpPr>
          <p:cNvPr id="3" name="Content Placeholder 2">
            <a:extLst>
              <a:ext uri="{FF2B5EF4-FFF2-40B4-BE49-F238E27FC236}">
                <a16:creationId xmlns:a16="http://schemas.microsoft.com/office/drawing/2014/main" id="{291A44A6-DDCE-9622-51F8-23F43B6D3BAA}"/>
              </a:ext>
            </a:extLst>
          </p:cNvPr>
          <p:cNvSpPr>
            <a:spLocks noGrp="1"/>
          </p:cNvSpPr>
          <p:nvPr>
            <p:ph idx="1"/>
          </p:nvPr>
        </p:nvSpPr>
        <p:spPr>
          <a:xfrm>
            <a:off x="4581727" y="649480"/>
            <a:ext cx="3025303" cy="5546047"/>
          </a:xfrm>
        </p:spPr>
        <p:txBody>
          <a:bodyPr anchor="ctr">
            <a:normAutofit/>
          </a:bodyPr>
          <a:lstStyle/>
          <a:p>
            <a:r>
              <a:rPr lang="en-US" sz="2000" dirty="0"/>
              <a:t>Development of the CAM system for incremental forming from 3D CAD data</a:t>
            </a:r>
          </a:p>
          <a:p>
            <a:r>
              <a:rPr lang="en-US" altLang="ja-JP" sz="2000" dirty="0"/>
              <a:t>3D CAD</a:t>
            </a:r>
            <a:r>
              <a:rPr lang="ja-JP" altLang="en-US" sz="2000" dirty="0"/>
              <a:t>データからのインクリメンタル成形用</a:t>
            </a:r>
            <a:r>
              <a:rPr lang="en-US" altLang="ja-JP" sz="2000" dirty="0"/>
              <a:t>CAM</a:t>
            </a:r>
            <a:r>
              <a:rPr lang="ja-JP" altLang="en-US" sz="2000" dirty="0"/>
              <a:t>システムの開発</a:t>
            </a:r>
            <a:endParaRPr lang="en-US" sz="2000" dirty="0"/>
          </a:p>
        </p:txBody>
      </p:sp>
      <p:pic>
        <p:nvPicPr>
          <p:cNvPr id="4" name="Picture 3" descr="ダイアグラム&#10;&#10;自動的に生成された説明">
            <a:extLst>
              <a:ext uri="{FF2B5EF4-FFF2-40B4-BE49-F238E27FC236}">
                <a16:creationId xmlns:a16="http://schemas.microsoft.com/office/drawing/2014/main" id="{2AA0A522-91BA-7E2C-A882-872CBB87F976}"/>
              </a:ext>
            </a:extLst>
          </p:cNvPr>
          <p:cNvPicPr>
            <a:picLocks noChangeAspect="1"/>
          </p:cNvPicPr>
          <p:nvPr/>
        </p:nvPicPr>
        <p:blipFill>
          <a:blip r:embed="rId3">
            <a:extLst>
              <a:ext uri="{28A0092B-C50C-407E-A947-70E740481C1C}">
                <a14:useLocalDpi xmlns:a14="http://schemas.microsoft.com/office/drawing/2010/main" val="0"/>
              </a:ext>
            </a:extLst>
          </a:blip>
          <a:srcRect r="3514" b="20079"/>
          <a:stretch>
            <a:fillRect/>
          </a:stretch>
        </p:blipFill>
        <p:spPr bwMode="auto">
          <a:xfrm>
            <a:off x="8109502" y="2219713"/>
            <a:ext cx="3615776" cy="2430453"/>
          </a:xfrm>
          <a:prstGeom prst="rect">
            <a:avLst/>
          </a:prstGeom>
          <a:noFill/>
        </p:spPr>
      </p:pic>
      <p:sp>
        <p:nvSpPr>
          <p:cNvPr id="5" name="Slide Number Placeholder 4">
            <a:extLst>
              <a:ext uri="{FF2B5EF4-FFF2-40B4-BE49-F238E27FC236}">
                <a16:creationId xmlns:a16="http://schemas.microsoft.com/office/drawing/2014/main" id="{6903A3C3-C039-170D-DCA6-493801E90128}"/>
              </a:ext>
            </a:extLst>
          </p:cNvPr>
          <p:cNvSpPr>
            <a:spLocks noGrp="1"/>
          </p:cNvSpPr>
          <p:nvPr>
            <p:ph type="sldNum" sz="quarter" idx="12"/>
          </p:nvPr>
        </p:nvSpPr>
        <p:spPr/>
        <p:txBody>
          <a:bodyPr/>
          <a:lstStyle/>
          <a:p>
            <a:fld id="{57074D78-43F8-4D34-8822-1AD70EF53A3A}" type="slidenum">
              <a:rPr lang="en-US" smtClean="0"/>
              <a:t>3</a:t>
            </a:fld>
            <a:endParaRPr lang="en-US"/>
          </a:p>
        </p:txBody>
      </p:sp>
    </p:spTree>
    <p:extLst>
      <p:ext uri="{BB962C8B-B14F-4D97-AF65-F5344CB8AC3E}">
        <p14:creationId xmlns:p14="http://schemas.microsoft.com/office/powerpoint/2010/main" val="1423999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E41DA8-1500-0937-7228-369C4741139E}"/>
              </a:ext>
            </a:extLst>
          </p:cNvPr>
          <p:cNvSpPr>
            <a:spLocks noGrp="1"/>
          </p:cNvSpPr>
          <p:nvPr>
            <p:ph type="title"/>
          </p:nvPr>
        </p:nvSpPr>
        <p:spPr>
          <a:xfrm>
            <a:off x="549020" y="2196056"/>
            <a:ext cx="3201366" cy="2445608"/>
          </a:xfrm>
        </p:spPr>
        <p:txBody>
          <a:bodyPr anchor="b">
            <a:normAutofit/>
          </a:bodyPr>
          <a:lstStyle/>
          <a:p>
            <a:r>
              <a:rPr lang="en-US" sz="3200" dirty="0">
                <a:solidFill>
                  <a:srgbClr val="FFFFFF"/>
                </a:solidFill>
              </a:rPr>
              <a:t>Mitsumori senpai’s </a:t>
            </a:r>
            <a:br>
              <a:rPr lang="en-US" sz="3200" dirty="0">
                <a:solidFill>
                  <a:srgbClr val="FFFFFF"/>
                </a:solidFill>
              </a:rPr>
            </a:br>
            <a:r>
              <a:rPr lang="en-US" sz="3200" dirty="0">
                <a:solidFill>
                  <a:srgbClr val="FFFFFF"/>
                </a:solidFill>
              </a:rPr>
              <a:t>Flow chart</a:t>
            </a:r>
            <a:endParaRPr lang="en-US" sz="4000" dirty="0">
              <a:solidFill>
                <a:srgbClr val="FFFFFF"/>
              </a:solidFill>
            </a:endParaRPr>
          </a:p>
        </p:txBody>
      </p:sp>
      <p:pic>
        <p:nvPicPr>
          <p:cNvPr id="6" name="Picture 5">
            <a:extLst>
              <a:ext uri="{FF2B5EF4-FFF2-40B4-BE49-F238E27FC236}">
                <a16:creationId xmlns:a16="http://schemas.microsoft.com/office/drawing/2014/main" id="{9EFE1A62-0B36-4CC0-3EEC-40DAB9CA758B}"/>
              </a:ext>
            </a:extLst>
          </p:cNvPr>
          <p:cNvPicPr>
            <a:picLocks noChangeAspect="1"/>
          </p:cNvPicPr>
          <p:nvPr/>
        </p:nvPicPr>
        <p:blipFill>
          <a:blip r:embed="rId3"/>
          <a:stretch>
            <a:fillRect/>
          </a:stretch>
        </p:blipFill>
        <p:spPr>
          <a:xfrm>
            <a:off x="6094465" y="3163765"/>
            <a:ext cx="4037839" cy="2981136"/>
          </a:xfrm>
          <a:prstGeom prst="rect">
            <a:avLst/>
          </a:prstGeom>
        </p:spPr>
      </p:pic>
      <p:pic>
        <p:nvPicPr>
          <p:cNvPr id="29" name="Picture 28" descr="A blue rectangular object with white text&#10;&#10;Description automatically generated">
            <a:extLst>
              <a:ext uri="{FF2B5EF4-FFF2-40B4-BE49-F238E27FC236}">
                <a16:creationId xmlns:a16="http://schemas.microsoft.com/office/drawing/2014/main" id="{0B27CC7D-3C25-990A-CF1E-0788C5E03D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1070" y="1974673"/>
            <a:ext cx="5250924" cy="781404"/>
          </a:xfrm>
          <a:prstGeom prst="rect">
            <a:avLst/>
          </a:prstGeom>
          <a:ln>
            <a:noFill/>
          </a:ln>
        </p:spPr>
      </p:pic>
      <p:pic>
        <p:nvPicPr>
          <p:cNvPr id="30" name="Picture 29" descr="A blue square with white text&#10;&#10;Description automatically generated">
            <a:extLst>
              <a:ext uri="{FF2B5EF4-FFF2-40B4-BE49-F238E27FC236}">
                <a16:creationId xmlns:a16="http://schemas.microsoft.com/office/drawing/2014/main" id="{68763345-6590-E9A6-F096-FCA2A4DFADA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45727" y="1030599"/>
            <a:ext cx="5261610" cy="768350"/>
          </a:xfrm>
          <a:prstGeom prst="rect">
            <a:avLst/>
          </a:prstGeom>
          <a:noFill/>
        </p:spPr>
      </p:pic>
      <p:sp>
        <p:nvSpPr>
          <p:cNvPr id="3" name="Slide Number Placeholder 2">
            <a:extLst>
              <a:ext uri="{FF2B5EF4-FFF2-40B4-BE49-F238E27FC236}">
                <a16:creationId xmlns:a16="http://schemas.microsoft.com/office/drawing/2014/main" id="{18758AF3-3C5B-EC22-CE9F-4D06CAD31072}"/>
              </a:ext>
            </a:extLst>
          </p:cNvPr>
          <p:cNvSpPr>
            <a:spLocks noGrp="1"/>
          </p:cNvSpPr>
          <p:nvPr>
            <p:ph type="sldNum" sz="quarter" idx="12"/>
          </p:nvPr>
        </p:nvSpPr>
        <p:spPr/>
        <p:txBody>
          <a:bodyPr/>
          <a:lstStyle/>
          <a:p>
            <a:fld id="{57074D78-43F8-4D34-8822-1AD70EF53A3A}" type="slidenum">
              <a:rPr lang="en-US" smtClean="0"/>
              <a:t>4</a:t>
            </a:fld>
            <a:endParaRPr lang="en-US"/>
          </a:p>
        </p:txBody>
      </p:sp>
    </p:spTree>
    <p:extLst>
      <p:ext uri="{BB962C8B-B14F-4D97-AF65-F5344CB8AC3E}">
        <p14:creationId xmlns:p14="http://schemas.microsoft.com/office/powerpoint/2010/main" val="1672749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263FFB-98A0-3958-725C-61687163DEB2}"/>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4F556-7BEC-840E-D709-74E7C501111C}"/>
              </a:ext>
            </a:extLst>
          </p:cNvPr>
          <p:cNvSpPr>
            <a:spLocks noGrp="1"/>
          </p:cNvSpPr>
          <p:nvPr>
            <p:ph type="title"/>
          </p:nvPr>
        </p:nvSpPr>
        <p:spPr>
          <a:xfrm>
            <a:off x="466722" y="586855"/>
            <a:ext cx="3201366" cy="3387497"/>
          </a:xfrm>
        </p:spPr>
        <p:txBody>
          <a:bodyPr anchor="b">
            <a:normAutofit/>
          </a:bodyPr>
          <a:lstStyle/>
          <a:p>
            <a:r>
              <a:rPr lang="en-US" sz="4000" dirty="0">
                <a:solidFill>
                  <a:srgbClr val="FFFFFF"/>
                </a:solidFill>
              </a:rPr>
              <a:t>My Flow chart</a:t>
            </a:r>
          </a:p>
        </p:txBody>
      </p:sp>
      <p:graphicFrame>
        <p:nvGraphicFramePr>
          <p:cNvPr id="25" name="Diagram 24">
            <a:extLst>
              <a:ext uri="{FF2B5EF4-FFF2-40B4-BE49-F238E27FC236}">
                <a16:creationId xmlns:a16="http://schemas.microsoft.com/office/drawing/2014/main" id="{C0EB39FD-0EBB-BFB8-A431-FF7030F2BC73}"/>
              </a:ext>
            </a:extLst>
          </p:cNvPr>
          <p:cNvGraphicFramePr/>
          <p:nvPr>
            <p:extLst>
              <p:ext uri="{D42A27DB-BD31-4B8C-83A1-F6EECF244321}">
                <p14:modId xmlns:p14="http://schemas.microsoft.com/office/powerpoint/2010/main" val="1037465828"/>
              </p:ext>
            </p:extLst>
          </p:nvPr>
        </p:nvGraphicFramePr>
        <p:xfrm>
          <a:off x="5108542" y="447038"/>
          <a:ext cx="2437765" cy="596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6" name="Diagram 25">
            <a:extLst>
              <a:ext uri="{FF2B5EF4-FFF2-40B4-BE49-F238E27FC236}">
                <a16:creationId xmlns:a16="http://schemas.microsoft.com/office/drawing/2014/main" id="{259E3DCF-48BF-76D6-4ED1-D094AAD37222}"/>
              </a:ext>
            </a:extLst>
          </p:cNvPr>
          <p:cNvGraphicFramePr/>
          <p:nvPr>
            <p:extLst>
              <p:ext uri="{D42A27DB-BD31-4B8C-83A1-F6EECF244321}">
                <p14:modId xmlns:p14="http://schemas.microsoft.com/office/powerpoint/2010/main" val="3695046717"/>
              </p:ext>
            </p:extLst>
          </p:nvPr>
        </p:nvGraphicFramePr>
        <p:xfrm>
          <a:off x="8057553" y="450531"/>
          <a:ext cx="2437765" cy="595693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 name="Diagram 2">
            <a:extLst>
              <a:ext uri="{FF2B5EF4-FFF2-40B4-BE49-F238E27FC236}">
                <a16:creationId xmlns:a16="http://schemas.microsoft.com/office/drawing/2014/main" id="{FA6FF484-A64D-0EC6-AEC5-CEEAB10947B5}"/>
              </a:ext>
            </a:extLst>
          </p:cNvPr>
          <p:cNvGraphicFramePr/>
          <p:nvPr>
            <p:extLst>
              <p:ext uri="{D42A27DB-BD31-4B8C-83A1-F6EECF244321}">
                <p14:modId xmlns:p14="http://schemas.microsoft.com/office/powerpoint/2010/main" val="2209595344"/>
              </p:ext>
            </p:extLst>
          </p:nvPr>
        </p:nvGraphicFramePr>
        <p:xfrm>
          <a:off x="8648747" y="437811"/>
          <a:ext cx="2437765" cy="595693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 name="Slide Number Placeholder 3">
            <a:extLst>
              <a:ext uri="{FF2B5EF4-FFF2-40B4-BE49-F238E27FC236}">
                <a16:creationId xmlns:a16="http://schemas.microsoft.com/office/drawing/2014/main" id="{86FE872A-617B-7031-C143-BBD2913E4FB8}"/>
              </a:ext>
            </a:extLst>
          </p:cNvPr>
          <p:cNvSpPr>
            <a:spLocks noGrp="1"/>
          </p:cNvSpPr>
          <p:nvPr>
            <p:ph type="sldNum" sz="quarter" idx="12"/>
          </p:nvPr>
        </p:nvSpPr>
        <p:spPr/>
        <p:txBody>
          <a:bodyPr/>
          <a:lstStyle/>
          <a:p>
            <a:fld id="{57074D78-43F8-4D34-8822-1AD70EF53A3A}" type="slidenum">
              <a:rPr lang="en-US" smtClean="0"/>
              <a:t>5</a:t>
            </a:fld>
            <a:endParaRPr lang="en-US"/>
          </a:p>
        </p:txBody>
      </p:sp>
    </p:spTree>
    <p:extLst>
      <p:ext uri="{BB962C8B-B14F-4D97-AF65-F5344CB8AC3E}">
        <p14:creationId xmlns:p14="http://schemas.microsoft.com/office/powerpoint/2010/main" val="1818868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C1810-4DF9-866C-DE5E-36B88795580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3DDF9D-E27C-4E23-A1E8-CA352535F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10138"/>
            <a:ext cx="121920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white grid with a grid and a blue triangle&#10;&#10;Description automatically generated with medium confidence">
            <a:extLst>
              <a:ext uri="{FF2B5EF4-FFF2-40B4-BE49-F238E27FC236}">
                <a16:creationId xmlns:a16="http://schemas.microsoft.com/office/drawing/2014/main" id="{EB0FA635-758A-19EF-D81F-0F694396956C}"/>
              </a:ext>
            </a:extLst>
          </p:cNvPr>
          <p:cNvPicPr>
            <a:picLocks noChangeAspect="1"/>
          </p:cNvPicPr>
          <p:nvPr/>
        </p:nvPicPr>
        <p:blipFill>
          <a:blip r:embed="rId3">
            <a:extLst>
              <a:ext uri="{28A0092B-C50C-407E-A947-70E740481C1C}">
                <a14:useLocalDpi xmlns:a14="http://schemas.microsoft.com/office/drawing/2010/main" val="0"/>
              </a:ext>
            </a:extLst>
          </a:blip>
          <a:srcRect l="27033" r="26354" b="1"/>
          <a:stretch/>
        </p:blipFill>
        <p:spPr>
          <a:xfrm>
            <a:off x="7303565" y="28378"/>
            <a:ext cx="3860043" cy="3457378"/>
          </a:xfrm>
          <a:prstGeom prst="rect">
            <a:avLst/>
          </a:prstGeom>
        </p:spPr>
      </p:pic>
      <p:sp>
        <p:nvSpPr>
          <p:cNvPr id="11" name="Rectangle 10">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AE97BE6-C081-65E2-9166-5A82389F636E}"/>
              </a:ext>
            </a:extLst>
          </p:cNvPr>
          <p:cNvSpPr>
            <a:spLocks noGrp="1"/>
          </p:cNvSpPr>
          <p:nvPr>
            <p:ph type="title"/>
          </p:nvPr>
        </p:nvSpPr>
        <p:spPr>
          <a:xfrm>
            <a:off x="631065" y="457201"/>
            <a:ext cx="3020560" cy="3588870"/>
          </a:xfrm>
        </p:spPr>
        <p:txBody>
          <a:bodyPr anchor="b">
            <a:normAutofit/>
          </a:bodyPr>
          <a:lstStyle/>
          <a:p>
            <a:r>
              <a:rPr lang="en-US" sz="4000" dirty="0">
                <a:solidFill>
                  <a:srgbClr val="FFFFFF"/>
                </a:solidFill>
              </a:rPr>
              <a:t>Features of the Toolpath Generation</a:t>
            </a:r>
          </a:p>
        </p:txBody>
      </p:sp>
      <p:sp>
        <p:nvSpPr>
          <p:cNvPr id="3" name="Content Placeholder 2">
            <a:extLst>
              <a:ext uri="{FF2B5EF4-FFF2-40B4-BE49-F238E27FC236}">
                <a16:creationId xmlns:a16="http://schemas.microsoft.com/office/drawing/2014/main" id="{5E53FAC8-7CF8-BA14-CE73-5A06FDD08190}"/>
              </a:ext>
            </a:extLst>
          </p:cNvPr>
          <p:cNvSpPr>
            <a:spLocks noGrp="1"/>
          </p:cNvSpPr>
          <p:nvPr>
            <p:ph idx="1"/>
          </p:nvPr>
        </p:nvSpPr>
        <p:spPr>
          <a:xfrm>
            <a:off x="3815148" y="690264"/>
            <a:ext cx="3142472" cy="5534211"/>
          </a:xfrm>
        </p:spPr>
        <p:txBody>
          <a:bodyPr anchor="ctr">
            <a:normAutofit/>
          </a:bodyPr>
          <a:lstStyle/>
          <a:p>
            <a:pPr lvl="1"/>
            <a:r>
              <a:rPr lang="en-US" sz="2000" dirty="0"/>
              <a:t>Rounding</a:t>
            </a:r>
          </a:p>
          <a:p>
            <a:pPr lvl="1"/>
            <a:r>
              <a:rPr lang="ja-JP" altLang="en-US" sz="2000" dirty="0"/>
              <a:t>丸め</a:t>
            </a:r>
            <a:r>
              <a:rPr lang="en-US" sz="2000" dirty="0"/>
              <a:t> </a:t>
            </a:r>
          </a:p>
          <a:p>
            <a:pPr lvl="1"/>
            <a:r>
              <a:rPr lang="en-US" sz="2000" dirty="0"/>
              <a:t>TSP</a:t>
            </a:r>
          </a:p>
          <a:p>
            <a:pPr lvl="1"/>
            <a:r>
              <a:rPr lang="en-US" sz="2000" dirty="0"/>
              <a:t>Convexhull</a:t>
            </a:r>
          </a:p>
          <a:p>
            <a:pPr lvl="1"/>
            <a:r>
              <a:rPr lang="ja-JP" altLang="en-US" sz="2000" dirty="0"/>
              <a:t>凸包</a:t>
            </a:r>
            <a:endParaRPr lang="en-US" sz="2000" dirty="0"/>
          </a:p>
          <a:p>
            <a:pPr lvl="1"/>
            <a:r>
              <a:rPr lang="en-US" sz="2000" dirty="0"/>
              <a:t>Adjustable variables</a:t>
            </a:r>
            <a:endParaRPr lang="ja-JP" altLang="en-US" sz="2000" dirty="0"/>
          </a:p>
          <a:p>
            <a:pPr lvl="1"/>
            <a:r>
              <a:rPr lang="ja-JP" altLang="en-US" sz="2000" dirty="0"/>
              <a:t>調整可能な変数</a:t>
            </a:r>
            <a:endParaRPr lang="en-US" sz="2000" dirty="0"/>
          </a:p>
        </p:txBody>
      </p:sp>
      <p:pic>
        <p:nvPicPr>
          <p:cNvPr id="5" name="Picture 4" descr="A screenshot of a computer&#10;&#10;Description automatically generated">
            <a:extLst>
              <a:ext uri="{FF2B5EF4-FFF2-40B4-BE49-F238E27FC236}">
                <a16:creationId xmlns:a16="http://schemas.microsoft.com/office/drawing/2014/main" id="{06998268-DE90-684F-CB4D-8B2DF74F43E1}"/>
              </a:ext>
            </a:extLst>
          </p:cNvPr>
          <p:cNvPicPr>
            <a:picLocks noChangeAspect="1"/>
          </p:cNvPicPr>
          <p:nvPr/>
        </p:nvPicPr>
        <p:blipFill>
          <a:blip r:embed="rId4">
            <a:extLst>
              <a:ext uri="{28A0092B-C50C-407E-A947-70E740481C1C}">
                <a14:useLocalDpi xmlns:a14="http://schemas.microsoft.com/office/drawing/2010/main" val="0"/>
              </a:ext>
            </a:extLst>
          </a:blip>
          <a:srcRect l="12313" r="11039" b="-1"/>
          <a:stretch/>
        </p:blipFill>
        <p:spPr>
          <a:xfrm>
            <a:off x="7303555" y="3431035"/>
            <a:ext cx="3860043" cy="3437103"/>
          </a:xfrm>
          <a:prstGeom prst="rect">
            <a:avLst/>
          </a:prstGeom>
        </p:spPr>
      </p:pic>
      <p:sp>
        <p:nvSpPr>
          <p:cNvPr id="4" name="Slide Number Placeholder 3">
            <a:extLst>
              <a:ext uri="{FF2B5EF4-FFF2-40B4-BE49-F238E27FC236}">
                <a16:creationId xmlns:a16="http://schemas.microsoft.com/office/drawing/2014/main" id="{691B890B-5088-B64A-1026-A7852A994DB1}"/>
              </a:ext>
            </a:extLst>
          </p:cNvPr>
          <p:cNvSpPr>
            <a:spLocks noGrp="1"/>
          </p:cNvSpPr>
          <p:nvPr>
            <p:ph type="sldNum" sz="quarter" idx="12"/>
          </p:nvPr>
        </p:nvSpPr>
        <p:spPr/>
        <p:txBody>
          <a:bodyPr/>
          <a:lstStyle/>
          <a:p>
            <a:fld id="{57074D78-43F8-4D34-8822-1AD70EF53A3A}" type="slidenum">
              <a:rPr lang="en-US" smtClean="0"/>
              <a:t>6</a:t>
            </a:fld>
            <a:endParaRPr lang="en-US"/>
          </a:p>
        </p:txBody>
      </p:sp>
    </p:spTree>
    <p:extLst>
      <p:ext uri="{BB962C8B-B14F-4D97-AF65-F5344CB8AC3E}">
        <p14:creationId xmlns:p14="http://schemas.microsoft.com/office/powerpoint/2010/main" val="2273860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276825-80D1-E87D-9F86-969D2A64744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A87ECE4-86C9-D732-F4EB-82BCE75DB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10138"/>
            <a:ext cx="121920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2C829ED-8DF8-E340-0328-32EF86996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BE0788-941F-25AC-54DB-AA1295B03B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0D7ED8-5E3D-2AA6-1E14-1ADC76701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60B337B-234A-55BE-4A72-72DFE6F11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7301069-EDD8-FBAE-94D8-190089B9A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1D80A0-493D-5F71-E2EE-97C51E84AE10}"/>
              </a:ext>
            </a:extLst>
          </p:cNvPr>
          <p:cNvSpPr>
            <a:spLocks noGrp="1"/>
          </p:cNvSpPr>
          <p:nvPr>
            <p:ph type="title"/>
          </p:nvPr>
        </p:nvSpPr>
        <p:spPr>
          <a:xfrm>
            <a:off x="631065" y="457201"/>
            <a:ext cx="3020560" cy="3588870"/>
          </a:xfrm>
        </p:spPr>
        <p:txBody>
          <a:bodyPr anchor="b">
            <a:normAutofit/>
          </a:bodyPr>
          <a:lstStyle/>
          <a:p>
            <a:r>
              <a:rPr lang="en-US" sz="4000" dirty="0">
                <a:solidFill>
                  <a:srgbClr val="FFFFFF"/>
                </a:solidFill>
              </a:rPr>
              <a:t>Without the features</a:t>
            </a:r>
          </a:p>
        </p:txBody>
      </p:sp>
      <p:sp>
        <p:nvSpPr>
          <p:cNvPr id="4" name="Slide Number Placeholder 3">
            <a:extLst>
              <a:ext uri="{FF2B5EF4-FFF2-40B4-BE49-F238E27FC236}">
                <a16:creationId xmlns:a16="http://schemas.microsoft.com/office/drawing/2014/main" id="{4CE3605D-DDD8-1B25-D0AA-2599CE84CAD4}"/>
              </a:ext>
            </a:extLst>
          </p:cNvPr>
          <p:cNvSpPr>
            <a:spLocks noGrp="1"/>
          </p:cNvSpPr>
          <p:nvPr>
            <p:ph type="sldNum" sz="quarter" idx="12"/>
          </p:nvPr>
        </p:nvSpPr>
        <p:spPr/>
        <p:txBody>
          <a:bodyPr/>
          <a:lstStyle/>
          <a:p>
            <a:fld id="{57074D78-43F8-4D34-8822-1AD70EF53A3A}" type="slidenum">
              <a:rPr lang="en-US" smtClean="0"/>
              <a:t>7</a:t>
            </a:fld>
            <a:endParaRPr lang="en-US" dirty="0"/>
          </a:p>
        </p:txBody>
      </p:sp>
      <p:pic>
        <p:nvPicPr>
          <p:cNvPr id="8" name="Picture 7" descr="A drawing of a graph&#10;&#10;Description automatically generated">
            <a:extLst>
              <a:ext uri="{FF2B5EF4-FFF2-40B4-BE49-F238E27FC236}">
                <a16:creationId xmlns:a16="http://schemas.microsoft.com/office/drawing/2014/main" id="{E44B752C-0D8B-9C5D-4465-DF0BCCBF91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1234" y="1642271"/>
            <a:ext cx="3858768" cy="3265847"/>
          </a:xfrm>
          <a:prstGeom prst="rect">
            <a:avLst/>
          </a:prstGeom>
        </p:spPr>
      </p:pic>
      <p:pic>
        <p:nvPicPr>
          <p:cNvPr id="12" name="Picture 11" descr="A blue grid with a square on it&#10;&#10;Description automatically generated with medium confidence">
            <a:extLst>
              <a:ext uri="{FF2B5EF4-FFF2-40B4-BE49-F238E27FC236}">
                <a16:creationId xmlns:a16="http://schemas.microsoft.com/office/drawing/2014/main" id="{BD8CD527-DBDB-3F7B-89AB-105A87B14F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8539" y="3389121"/>
            <a:ext cx="3858768" cy="2771297"/>
          </a:xfrm>
          <a:prstGeom prst="rect">
            <a:avLst/>
          </a:prstGeom>
        </p:spPr>
      </p:pic>
      <p:pic>
        <p:nvPicPr>
          <p:cNvPr id="18" name="Picture 17">
            <a:extLst>
              <a:ext uri="{FF2B5EF4-FFF2-40B4-BE49-F238E27FC236}">
                <a16:creationId xmlns:a16="http://schemas.microsoft.com/office/drawing/2014/main" id="{8A550C43-E828-19C3-9080-85F6B0C0B6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6610" y="511388"/>
            <a:ext cx="3858768" cy="2363697"/>
          </a:xfrm>
          <a:prstGeom prst="rect">
            <a:avLst/>
          </a:prstGeom>
        </p:spPr>
      </p:pic>
      <p:sp>
        <p:nvSpPr>
          <p:cNvPr id="3" name="TextBox 2">
            <a:extLst>
              <a:ext uri="{FF2B5EF4-FFF2-40B4-BE49-F238E27FC236}">
                <a16:creationId xmlns:a16="http://schemas.microsoft.com/office/drawing/2014/main" id="{500CA5A7-49A5-809D-3094-1F0438174B9B}"/>
              </a:ext>
            </a:extLst>
          </p:cNvPr>
          <p:cNvSpPr txBox="1"/>
          <p:nvPr/>
        </p:nvSpPr>
        <p:spPr>
          <a:xfrm>
            <a:off x="4158539" y="2875085"/>
            <a:ext cx="3858768" cy="400110"/>
          </a:xfrm>
          <a:prstGeom prst="rect">
            <a:avLst/>
          </a:prstGeom>
          <a:noFill/>
        </p:spPr>
        <p:txBody>
          <a:bodyPr wrap="square" rtlCol="0">
            <a:spAutoFit/>
          </a:bodyPr>
          <a:lstStyle/>
          <a:p>
            <a:pPr algn="ctr"/>
            <a:r>
              <a:rPr lang="en-US" sz="1000" dirty="0"/>
              <a:t>Without convex hull</a:t>
            </a:r>
          </a:p>
          <a:p>
            <a:pPr algn="ctr"/>
            <a:r>
              <a:rPr lang="ja-JP" altLang="en-US" sz="1000" dirty="0"/>
              <a:t>凸包なし</a:t>
            </a:r>
            <a:endParaRPr lang="en-US" sz="1000" dirty="0"/>
          </a:p>
        </p:txBody>
      </p:sp>
      <p:sp>
        <p:nvSpPr>
          <p:cNvPr id="5" name="TextBox 4">
            <a:extLst>
              <a:ext uri="{FF2B5EF4-FFF2-40B4-BE49-F238E27FC236}">
                <a16:creationId xmlns:a16="http://schemas.microsoft.com/office/drawing/2014/main" id="{7F79EC4E-1211-58EC-A710-93AB8287F91E}"/>
              </a:ext>
            </a:extLst>
          </p:cNvPr>
          <p:cNvSpPr txBox="1"/>
          <p:nvPr/>
        </p:nvSpPr>
        <p:spPr>
          <a:xfrm>
            <a:off x="4158529" y="6138802"/>
            <a:ext cx="3858768" cy="400110"/>
          </a:xfrm>
          <a:prstGeom prst="rect">
            <a:avLst/>
          </a:prstGeom>
          <a:noFill/>
        </p:spPr>
        <p:txBody>
          <a:bodyPr wrap="square" rtlCol="0">
            <a:spAutoFit/>
          </a:bodyPr>
          <a:lstStyle/>
          <a:p>
            <a:pPr algn="ctr"/>
            <a:r>
              <a:rPr lang="en-US" altLang="ja-JP" sz="1000" dirty="0"/>
              <a:t>Without rounding</a:t>
            </a:r>
          </a:p>
          <a:p>
            <a:pPr algn="ctr"/>
            <a:r>
              <a:rPr lang="ja-JP" altLang="en-US" sz="1000" dirty="0"/>
              <a:t>四捨五入なし</a:t>
            </a:r>
            <a:endParaRPr lang="en-US" sz="1000" dirty="0"/>
          </a:p>
        </p:txBody>
      </p:sp>
      <p:sp>
        <p:nvSpPr>
          <p:cNvPr id="6" name="TextBox 5">
            <a:extLst>
              <a:ext uri="{FF2B5EF4-FFF2-40B4-BE49-F238E27FC236}">
                <a16:creationId xmlns:a16="http://schemas.microsoft.com/office/drawing/2014/main" id="{D0B69162-67DE-CF0A-B0ED-E5AB2DD2DF92}"/>
              </a:ext>
            </a:extLst>
          </p:cNvPr>
          <p:cNvSpPr txBox="1"/>
          <p:nvPr/>
        </p:nvSpPr>
        <p:spPr>
          <a:xfrm>
            <a:off x="8138012" y="5035838"/>
            <a:ext cx="3858768" cy="400110"/>
          </a:xfrm>
          <a:prstGeom prst="rect">
            <a:avLst/>
          </a:prstGeom>
          <a:noFill/>
        </p:spPr>
        <p:txBody>
          <a:bodyPr wrap="square" rtlCol="0">
            <a:spAutoFit/>
          </a:bodyPr>
          <a:lstStyle/>
          <a:p>
            <a:pPr algn="ctr"/>
            <a:r>
              <a:rPr lang="en-US" sz="1000" dirty="0"/>
              <a:t>Without setting the variable for the distance between layers</a:t>
            </a:r>
          </a:p>
          <a:p>
            <a:pPr algn="ctr"/>
            <a:r>
              <a:rPr lang="ja-JP" altLang="en-US" sz="1000" dirty="0"/>
              <a:t>層間の距離の変数を設定せずに</a:t>
            </a:r>
            <a:endParaRPr lang="en-US" sz="1000" dirty="0"/>
          </a:p>
        </p:txBody>
      </p:sp>
    </p:spTree>
    <p:extLst>
      <p:ext uri="{BB962C8B-B14F-4D97-AF65-F5344CB8AC3E}">
        <p14:creationId xmlns:p14="http://schemas.microsoft.com/office/powerpoint/2010/main" val="3458526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DF1DA7-BEE0-2DF5-8020-528B9F6E16EB}"/>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41550-F6E0-4CAA-5213-761223C1DCD9}"/>
              </a:ext>
            </a:extLst>
          </p:cNvPr>
          <p:cNvSpPr>
            <a:spLocks noGrp="1"/>
          </p:cNvSpPr>
          <p:nvPr>
            <p:ph type="title"/>
          </p:nvPr>
        </p:nvSpPr>
        <p:spPr>
          <a:xfrm>
            <a:off x="466722" y="586855"/>
            <a:ext cx="3201366" cy="3387497"/>
          </a:xfrm>
        </p:spPr>
        <p:txBody>
          <a:bodyPr anchor="b">
            <a:normAutofit/>
          </a:bodyPr>
          <a:lstStyle/>
          <a:p>
            <a:r>
              <a:rPr lang="en-US" sz="4000" dirty="0">
                <a:solidFill>
                  <a:srgbClr val="FFFFFF"/>
                </a:solidFill>
              </a:rPr>
              <a:t>Future steps</a:t>
            </a:r>
          </a:p>
        </p:txBody>
      </p:sp>
      <p:sp>
        <p:nvSpPr>
          <p:cNvPr id="3" name="Content Placeholder 2">
            <a:extLst>
              <a:ext uri="{FF2B5EF4-FFF2-40B4-BE49-F238E27FC236}">
                <a16:creationId xmlns:a16="http://schemas.microsoft.com/office/drawing/2014/main" id="{57A84C6C-6225-F4E4-686F-4ED0CFD92A89}"/>
              </a:ext>
            </a:extLst>
          </p:cNvPr>
          <p:cNvSpPr>
            <a:spLocks noGrp="1"/>
          </p:cNvSpPr>
          <p:nvPr>
            <p:ph idx="1"/>
          </p:nvPr>
        </p:nvSpPr>
        <p:spPr>
          <a:xfrm>
            <a:off x="4835711" y="1485998"/>
            <a:ext cx="6555347" cy="1883229"/>
          </a:xfrm>
        </p:spPr>
        <p:txBody>
          <a:bodyPr anchor="ctr">
            <a:normAutofit/>
          </a:bodyPr>
          <a:lstStyle/>
          <a:p>
            <a:r>
              <a:rPr lang="en-US" sz="2000" dirty="0"/>
              <a:t>Producing a mold and conducting experiments so to create a free form shape</a:t>
            </a:r>
          </a:p>
          <a:p>
            <a:r>
              <a:rPr lang="en-US" sz="2000" dirty="0"/>
              <a:t>Improving the strength of the free form shapes</a:t>
            </a:r>
          </a:p>
          <a:p>
            <a:r>
              <a:rPr lang="ja-JP" altLang="en-US" sz="2000" dirty="0"/>
              <a:t>型を製作し、実験を行い、自由形状を作成します</a:t>
            </a:r>
          </a:p>
          <a:p>
            <a:r>
              <a:rPr lang="ja-JP" altLang="en-US" sz="2000" dirty="0"/>
              <a:t>自由形状の強度を向上させます</a:t>
            </a:r>
            <a:endParaRPr lang="en-US" sz="2000" dirty="0"/>
          </a:p>
        </p:txBody>
      </p:sp>
      <p:pic>
        <p:nvPicPr>
          <p:cNvPr id="10" name="Picture 9">
            <a:extLst>
              <a:ext uri="{FF2B5EF4-FFF2-40B4-BE49-F238E27FC236}">
                <a16:creationId xmlns:a16="http://schemas.microsoft.com/office/drawing/2014/main" id="{F112D710-D585-46FA-2712-0B9E7722BE76}"/>
              </a:ext>
            </a:extLst>
          </p:cNvPr>
          <p:cNvPicPr>
            <a:picLocks noChangeAspect="1"/>
          </p:cNvPicPr>
          <p:nvPr/>
        </p:nvPicPr>
        <p:blipFill>
          <a:blip r:embed="rId3"/>
          <a:stretch>
            <a:fillRect/>
          </a:stretch>
        </p:blipFill>
        <p:spPr>
          <a:xfrm>
            <a:off x="5648818" y="3488773"/>
            <a:ext cx="4655428" cy="2971992"/>
          </a:xfrm>
          <a:prstGeom prst="rect">
            <a:avLst/>
          </a:prstGeom>
        </p:spPr>
      </p:pic>
      <p:sp>
        <p:nvSpPr>
          <p:cNvPr id="4" name="Slide Number Placeholder 3">
            <a:extLst>
              <a:ext uri="{FF2B5EF4-FFF2-40B4-BE49-F238E27FC236}">
                <a16:creationId xmlns:a16="http://schemas.microsoft.com/office/drawing/2014/main" id="{6CCD9FF6-C5E3-9F3A-5A11-C1DDECDEE0C4}"/>
              </a:ext>
            </a:extLst>
          </p:cNvPr>
          <p:cNvSpPr>
            <a:spLocks noGrp="1"/>
          </p:cNvSpPr>
          <p:nvPr>
            <p:ph type="sldNum" sz="quarter" idx="12"/>
          </p:nvPr>
        </p:nvSpPr>
        <p:spPr/>
        <p:txBody>
          <a:bodyPr/>
          <a:lstStyle/>
          <a:p>
            <a:fld id="{57074D78-43F8-4D34-8822-1AD70EF53A3A}" type="slidenum">
              <a:rPr lang="en-US" smtClean="0"/>
              <a:t>8</a:t>
            </a:fld>
            <a:endParaRPr lang="en-US"/>
          </a:p>
        </p:txBody>
      </p:sp>
    </p:spTree>
    <p:extLst>
      <p:ext uri="{BB962C8B-B14F-4D97-AF65-F5344CB8AC3E}">
        <p14:creationId xmlns:p14="http://schemas.microsoft.com/office/powerpoint/2010/main" val="3364298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662B0E-77FE-A577-F25A-6B026A9EB1A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9C1D7DD-EDF9-119D-7C61-909C764A5CB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Any Questions?</a:t>
            </a:r>
          </a:p>
        </p:txBody>
      </p:sp>
      <p:sp>
        <p:nvSpPr>
          <p:cNvPr id="3" name="Slide Number Placeholder 2">
            <a:extLst>
              <a:ext uri="{FF2B5EF4-FFF2-40B4-BE49-F238E27FC236}">
                <a16:creationId xmlns:a16="http://schemas.microsoft.com/office/drawing/2014/main" id="{CBEF7394-684B-1E79-7BD6-87516FFC5E70}"/>
              </a:ext>
            </a:extLst>
          </p:cNvPr>
          <p:cNvSpPr>
            <a:spLocks noGrp="1"/>
          </p:cNvSpPr>
          <p:nvPr>
            <p:ph type="sldNum" sz="quarter" idx="12"/>
          </p:nvPr>
        </p:nvSpPr>
        <p:spPr/>
        <p:txBody>
          <a:bodyPr/>
          <a:lstStyle/>
          <a:p>
            <a:fld id="{57074D78-43F8-4D34-8822-1AD70EF53A3A}" type="slidenum">
              <a:rPr lang="en-US" smtClean="0"/>
              <a:t>9</a:t>
            </a:fld>
            <a:endParaRPr lang="en-US"/>
          </a:p>
        </p:txBody>
      </p:sp>
    </p:spTree>
    <p:extLst>
      <p:ext uri="{BB962C8B-B14F-4D97-AF65-F5344CB8AC3E}">
        <p14:creationId xmlns:p14="http://schemas.microsoft.com/office/powerpoint/2010/main" val="1469695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tx1">
            <a:lumMod val="95000"/>
            <a:lumOff val="5000"/>
            <a:alpha val="91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973E6B-1EA3-C0A3-A8C2-6A3B36DCD070}"/>
              </a:ext>
            </a:extLst>
          </p:cNvPr>
          <p:cNvPicPr>
            <a:picLocks noChangeAspect="1"/>
          </p:cNvPicPr>
          <p:nvPr/>
        </p:nvPicPr>
        <p:blipFill>
          <a:blip r:embed="rId3"/>
          <a:stretch>
            <a:fillRect/>
          </a:stretch>
        </p:blipFill>
        <p:spPr>
          <a:xfrm>
            <a:off x="0" y="0"/>
            <a:ext cx="5943600" cy="4162647"/>
          </a:xfrm>
          <a:prstGeom prst="rect">
            <a:avLst/>
          </a:prstGeom>
        </p:spPr>
      </p:pic>
      <p:pic>
        <p:nvPicPr>
          <p:cNvPr id="9" name="Picture 8">
            <a:extLst>
              <a:ext uri="{FF2B5EF4-FFF2-40B4-BE49-F238E27FC236}">
                <a16:creationId xmlns:a16="http://schemas.microsoft.com/office/drawing/2014/main" id="{544283E4-D2E7-1764-90B3-07A9B0EFC5A0}"/>
              </a:ext>
            </a:extLst>
          </p:cNvPr>
          <p:cNvPicPr>
            <a:picLocks noChangeAspect="1"/>
          </p:cNvPicPr>
          <p:nvPr/>
        </p:nvPicPr>
        <p:blipFill>
          <a:blip r:embed="rId4"/>
          <a:stretch>
            <a:fillRect/>
          </a:stretch>
        </p:blipFill>
        <p:spPr>
          <a:xfrm>
            <a:off x="5943600" y="0"/>
            <a:ext cx="5943600" cy="3546701"/>
          </a:xfrm>
          <a:prstGeom prst="rect">
            <a:avLst/>
          </a:prstGeom>
        </p:spPr>
      </p:pic>
      <p:pic>
        <p:nvPicPr>
          <p:cNvPr id="11" name="Picture 10">
            <a:extLst>
              <a:ext uri="{FF2B5EF4-FFF2-40B4-BE49-F238E27FC236}">
                <a16:creationId xmlns:a16="http://schemas.microsoft.com/office/drawing/2014/main" id="{DC350398-03B6-B300-AA2A-E6D7C460340A}"/>
              </a:ext>
            </a:extLst>
          </p:cNvPr>
          <p:cNvPicPr>
            <a:picLocks noChangeAspect="1"/>
          </p:cNvPicPr>
          <p:nvPr/>
        </p:nvPicPr>
        <p:blipFill>
          <a:blip r:embed="rId5"/>
          <a:stretch>
            <a:fillRect/>
          </a:stretch>
        </p:blipFill>
        <p:spPr>
          <a:xfrm>
            <a:off x="5943600" y="3526610"/>
            <a:ext cx="5943600" cy="3285893"/>
          </a:xfrm>
          <a:prstGeom prst="rect">
            <a:avLst/>
          </a:prstGeom>
        </p:spPr>
      </p:pic>
      <p:pic>
        <p:nvPicPr>
          <p:cNvPr id="15" name="Picture 14">
            <a:extLst>
              <a:ext uri="{FF2B5EF4-FFF2-40B4-BE49-F238E27FC236}">
                <a16:creationId xmlns:a16="http://schemas.microsoft.com/office/drawing/2014/main" id="{7822E9CE-2AEF-2ECF-3689-5AC980B69AE5}"/>
              </a:ext>
            </a:extLst>
          </p:cNvPr>
          <p:cNvPicPr>
            <a:picLocks noChangeAspect="1"/>
          </p:cNvPicPr>
          <p:nvPr/>
        </p:nvPicPr>
        <p:blipFill>
          <a:blip r:embed="rId6"/>
          <a:stretch>
            <a:fillRect/>
          </a:stretch>
        </p:blipFill>
        <p:spPr>
          <a:xfrm>
            <a:off x="0" y="4162647"/>
            <a:ext cx="5943600" cy="2649856"/>
          </a:xfrm>
          <a:prstGeom prst="rect">
            <a:avLst/>
          </a:prstGeom>
        </p:spPr>
      </p:pic>
      <p:sp>
        <p:nvSpPr>
          <p:cNvPr id="2" name="Slide Number Placeholder 1">
            <a:extLst>
              <a:ext uri="{FF2B5EF4-FFF2-40B4-BE49-F238E27FC236}">
                <a16:creationId xmlns:a16="http://schemas.microsoft.com/office/drawing/2014/main" id="{F40521D1-6BFE-BF51-11CC-BBD2AB0C58A2}"/>
              </a:ext>
            </a:extLst>
          </p:cNvPr>
          <p:cNvSpPr>
            <a:spLocks noGrp="1"/>
          </p:cNvSpPr>
          <p:nvPr>
            <p:ph type="sldNum" sz="quarter" idx="12"/>
          </p:nvPr>
        </p:nvSpPr>
        <p:spPr/>
        <p:txBody>
          <a:bodyPr/>
          <a:lstStyle/>
          <a:p>
            <a:fld id="{57074D78-43F8-4D34-8822-1AD70EF53A3A}" type="slidenum">
              <a:rPr lang="en-US" smtClean="0"/>
              <a:t>10</a:t>
            </a:fld>
            <a:endParaRPr lang="en-US"/>
          </a:p>
        </p:txBody>
      </p:sp>
      <p:sp>
        <p:nvSpPr>
          <p:cNvPr id="3" name="Rectangle: Rounded Corners 2">
            <a:extLst>
              <a:ext uri="{FF2B5EF4-FFF2-40B4-BE49-F238E27FC236}">
                <a16:creationId xmlns:a16="http://schemas.microsoft.com/office/drawing/2014/main" id="{637ABBE8-DB9D-FD15-AB65-0209258CE29A}"/>
              </a:ext>
            </a:extLst>
          </p:cNvPr>
          <p:cNvSpPr/>
          <p:nvPr/>
        </p:nvSpPr>
        <p:spPr>
          <a:xfrm>
            <a:off x="3985260" y="3164427"/>
            <a:ext cx="1836420" cy="601980"/>
          </a:xfrm>
          <a:prstGeom prst="roundRect">
            <a:avLst/>
          </a:prstGeom>
          <a:solidFill>
            <a:srgbClr val="4472C4"/>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Program start</a:t>
            </a:r>
          </a:p>
        </p:txBody>
      </p:sp>
      <p:sp>
        <p:nvSpPr>
          <p:cNvPr id="19" name="Rectangle: Rounded Corners 18">
            <a:extLst>
              <a:ext uri="{FF2B5EF4-FFF2-40B4-BE49-F238E27FC236}">
                <a16:creationId xmlns:a16="http://schemas.microsoft.com/office/drawing/2014/main" id="{27E6F7F7-5634-00DE-82DA-0BD8182E4666}"/>
              </a:ext>
            </a:extLst>
          </p:cNvPr>
          <p:cNvSpPr/>
          <p:nvPr/>
        </p:nvSpPr>
        <p:spPr>
          <a:xfrm>
            <a:off x="9067800" y="1655667"/>
            <a:ext cx="2514600" cy="424593"/>
          </a:xfrm>
          <a:prstGeom prst="roundRect">
            <a:avLst/>
          </a:prstGeom>
          <a:solidFill>
            <a:srgbClr val="4472C4"/>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path generation</a:t>
            </a:r>
          </a:p>
        </p:txBody>
      </p:sp>
      <p:sp>
        <p:nvSpPr>
          <p:cNvPr id="28" name="Rectangle: Rounded Corners 27">
            <a:extLst>
              <a:ext uri="{FF2B5EF4-FFF2-40B4-BE49-F238E27FC236}">
                <a16:creationId xmlns:a16="http://schemas.microsoft.com/office/drawing/2014/main" id="{756BE750-5CAD-FC6B-F5C6-48B384FC7F3F}"/>
              </a:ext>
            </a:extLst>
          </p:cNvPr>
          <p:cNvSpPr/>
          <p:nvPr/>
        </p:nvSpPr>
        <p:spPr>
          <a:xfrm>
            <a:off x="9182100" y="3951203"/>
            <a:ext cx="2514600" cy="424593"/>
          </a:xfrm>
          <a:prstGeom prst="roundRect">
            <a:avLst/>
          </a:prstGeom>
          <a:solidFill>
            <a:srgbClr val="4472C4"/>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G-code translation</a:t>
            </a:r>
          </a:p>
        </p:txBody>
      </p:sp>
      <p:cxnSp>
        <p:nvCxnSpPr>
          <p:cNvPr id="34" name="Straight Connector 33">
            <a:extLst>
              <a:ext uri="{FF2B5EF4-FFF2-40B4-BE49-F238E27FC236}">
                <a16:creationId xmlns:a16="http://schemas.microsoft.com/office/drawing/2014/main" id="{A283F4D2-4FDF-9473-F93C-9DF6211A6378}"/>
              </a:ext>
            </a:extLst>
          </p:cNvPr>
          <p:cNvCxnSpPr>
            <a:cxnSpLocks/>
          </p:cNvCxnSpPr>
          <p:nvPr/>
        </p:nvCxnSpPr>
        <p:spPr>
          <a:xfrm>
            <a:off x="5943600" y="45497"/>
            <a:ext cx="0" cy="6812503"/>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83A95EC-8F10-EBFA-D88D-BF82951C9E83}"/>
              </a:ext>
            </a:extLst>
          </p:cNvPr>
          <p:cNvCxnSpPr>
            <a:cxnSpLocks/>
          </p:cNvCxnSpPr>
          <p:nvPr/>
        </p:nvCxnSpPr>
        <p:spPr>
          <a:xfrm>
            <a:off x="5993130" y="3261360"/>
            <a:ext cx="613791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2608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316CC1D-DD95-BEAC-ED01-06D26AFF9FDB}"/>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5E60AD-33A0-802B-02FE-0368588D94E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References</a:t>
            </a:r>
          </a:p>
        </p:txBody>
      </p:sp>
      <p:sp>
        <p:nvSpPr>
          <p:cNvPr id="3" name="Content Placeholder 2">
            <a:extLst>
              <a:ext uri="{FF2B5EF4-FFF2-40B4-BE49-F238E27FC236}">
                <a16:creationId xmlns:a16="http://schemas.microsoft.com/office/drawing/2014/main" id="{0519E1A3-9367-CBC9-EAC2-ED5A1037DAF7}"/>
              </a:ext>
            </a:extLst>
          </p:cNvPr>
          <p:cNvSpPr>
            <a:spLocks noGrp="1"/>
          </p:cNvSpPr>
          <p:nvPr>
            <p:ph idx="1"/>
          </p:nvPr>
        </p:nvSpPr>
        <p:spPr>
          <a:xfrm>
            <a:off x="4810259" y="649480"/>
            <a:ext cx="6555347" cy="5546047"/>
          </a:xfrm>
        </p:spPr>
        <p:txBody>
          <a:bodyPr anchor="ctr">
            <a:normAutofit/>
          </a:bodyPr>
          <a:lstStyle/>
          <a:p>
            <a:r>
              <a:rPr lang="en-US" sz="1200" dirty="0">
                <a:effectLst/>
              </a:rPr>
              <a:t>Guttag, J. V. (2021). </a:t>
            </a:r>
            <a:r>
              <a:rPr lang="en-US" sz="1200" i="1" dirty="0">
                <a:effectLst/>
              </a:rPr>
              <a:t>Introduction to computation and programming using Python: With application to computational modeling and Understanding Data</a:t>
            </a:r>
            <a:r>
              <a:rPr lang="en-US" sz="1200" dirty="0">
                <a:effectLst/>
              </a:rPr>
              <a:t>. The MIT Press. </a:t>
            </a:r>
          </a:p>
          <a:p>
            <a:r>
              <a:rPr lang="en-US" sz="1200" b="0" i="0" dirty="0">
                <a:effectLst/>
                <a:latin typeface="Noto Sans Japanese"/>
              </a:rPr>
              <a:t>H. Tanaka, K. Yamada, and T. Ikari, “Feasibility Study of Laser-Assisted Incremental Forming for Carbon Fiber Reinforced Thermo Plastic Based on 3D-CAD Data,” </a:t>
            </a:r>
            <a:r>
              <a:rPr lang="en-US" sz="1200" b="0" i="1" dirty="0">
                <a:effectLst/>
                <a:latin typeface="Noto Sans Japanese"/>
              </a:rPr>
              <a:t>Int. J. Automation Technol.</a:t>
            </a:r>
            <a:r>
              <a:rPr lang="en-US" sz="1200" b="0" i="0" dirty="0">
                <a:effectLst/>
                <a:latin typeface="Noto Sans Japanese"/>
              </a:rPr>
              <a:t>, Vol.17 No.2, pp. 144-155, 2023.</a:t>
            </a:r>
            <a:endParaRPr lang="en-US" sz="1200" dirty="0">
              <a:effectLst/>
            </a:endParaRPr>
          </a:p>
          <a:p>
            <a:r>
              <a:rPr lang="en-US" sz="1200" dirty="0">
                <a:effectLst/>
              </a:rPr>
              <a:t>Mitsumori, T. (2023). CFRTP incremental forming under hot water conditions using an oil bath and CAM system creation using Python language. </a:t>
            </a:r>
          </a:p>
          <a:p>
            <a:r>
              <a:rPr lang="en-US" sz="1200" dirty="0">
                <a:effectLst/>
              </a:rPr>
              <a:t>Sharma, V., Sharma, V., &amp; Shukla, O. J. (n.d.). </a:t>
            </a:r>
            <a:r>
              <a:rPr lang="en-US" sz="1200" i="1" dirty="0">
                <a:effectLst/>
              </a:rPr>
              <a:t>Principles and practices of CAD</a:t>
            </a:r>
            <a:r>
              <a:rPr lang="en-US" sz="1200" dirty="0">
                <a:effectLst/>
              </a:rPr>
              <a:t>. Chapman and Hall. </a:t>
            </a:r>
          </a:p>
          <a:p>
            <a:r>
              <a:rPr lang="en-US" sz="1200" dirty="0">
                <a:effectLst/>
              </a:rPr>
              <a:t>Simpson, A. (2024). </a:t>
            </a:r>
            <a:r>
              <a:rPr lang="en-US" sz="1200" i="1" dirty="0">
                <a:effectLst/>
              </a:rPr>
              <a:t>Python all-in-one for dummies</a:t>
            </a:r>
            <a:r>
              <a:rPr lang="en-US" sz="1200" dirty="0">
                <a:effectLst/>
              </a:rPr>
              <a:t>. John Wiley &amp; Sons, Incorporated. </a:t>
            </a:r>
          </a:p>
          <a:p>
            <a:r>
              <a:rPr lang="en-US" sz="1200" b="0" i="0" dirty="0">
                <a:effectLst/>
                <a:latin typeface="Noto Sans Japanese"/>
              </a:rPr>
              <a:t>T. Ikari and H. Tanaka, “Feasibility Study of Single-Point Incremental Forming for Discontinuous-Fiber CFRP Using Oil-Bath Heating,” </a:t>
            </a:r>
            <a:r>
              <a:rPr lang="en-US" sz="1200" b="0" i="1" dirty="0">
                <a:effectLst/>
                <a:latin typeface="Noto Sans Japanese"/>
              </a:rPr>
              <a:t>Int. J. Automation Technol.</a:t>
            </a:r>
            <a:r>
              <a:rPr lang="en-US" sz="1200" b="0" i="0" dirty="0">
                <a:effectLst/>
                <a:latin typeface="Noto Sans Japanese"/>
              </a:rPr>
              <a:t>, Vol.18 No.3, pp. 433-443, 2024.</a:t>
            </a:r>
          </a:p>
        </p:txBody>
      </p:sp>
      <p:sp>
        <p:nvSpPr>
          <p:cNvPr id="4" name="Slide Number Placeholder 3">
            <a:extLst>
              <a:ext uri="{FF2B5EF4-FFF2-40B4-BE49-F238E27FC236}">
                <a16:creationId xmlns:a16="http://schemas.microsoft.com/office/drawing/2014/main" id="{7E29F14A-6846-D884-4F49-34FA35333258}"/>
              </a:ext>
            </a:extLst>
          </p:cNvPr>
          <p:cNvSpPr>
            <a:spLocks noGrp="1"/>
          </p:cNvSpPr>
          <p:nvPr>
            <p:ph type="sldNum" sz="quarter" idx="12"/>
          </p:nvPr>
        </p:nvSpPr>
        <p:spPr/>
        <p:txBody>
          <a:bodyPr/>
          <a:lstStyle/>
          <a:p>
            <a:fld id="{57074D78-43F8-4D34-8822-1AD70EF53A3A}" type="slidenum">
              <a:rPr lang="en-US" smtClean="0"/>
              <a:t>11</a:t>
            </a:fld>
            <a:endParaRPr lang="en-US"/>
          </a:p>
        </p:txBody>
      </p:sp>
    </p:spTree>
    <p:extLst>
      <p:ext uri="{BB962C8B-B14F-4D97-AF65-F5344CB8AC3E}">
        <p14:creationId xmlns:p14="http://schemas.microsoft.com/office/powerpoint/2010/main" val="323851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D324153-E47B-1B04-DB67-6A3306D18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62C20-43F1-2154-C4E1-5C0534B8BC89}"/>
              </a:ext>
            </a:extLst>
          </p:cNvPr>
          <p:cNvSpPr>
            <a:spLocks noGrp="1"/>
          </p:cNvSpPr>
          <p:nvPr>
            <p:ph type="title"/>
          </p:nvPr>
        </p:nvSpPr>
        <p:spPr>
          <a:xfrm>
            <a:off x="1179226" y="1280679"/>
            <a:ext cx="9833548" cy="1325563"/>
          </a:xfrm>
        </p:spPr>
        <p:txBody>
          <a:bodyPr anchor="b">
            <a:normAutofit/>
          </a:bodyPr>
          <a:lstStyle/>
          <a:p>
            <a:pPr algn="ctr"/>
            <a:r>
              <a:rPr lang="en-US" sz="3600" dirty="0">
                <a:solidFill>
                  <a:schemeClr val="tx2"/>
                </a:solidFill>
              </a:rPr>
              <a:t>Introduction-What is incremental forming and discontinuous CFRTP</a:t>
            </a:r>
          </a:p>
        </p:txBody>
      </p:sp>
      <p:sp>
        <p:nvSpPr>
          <p:cNvPr id="3" name="Content Placeholder 2">
            <a:extLst>
              <a:ext uri="{FF2B5EF4-FFF2-40B4-BE49-F238E27FC236}">
                <a16:creationId xmlns:a16="http://schemas.microsoft.com/office/drawing/2014/main" id="{9EA63FD0-7141-EAA8-E6B1-9B08C6759627}"/>
              </a:ext>
            </a:extLst>
          </p:cNvPr>
          <p:cNvSpPr>
            <a:spLocks noGrp="1"/>
          </p:cNvSpPr>
          <p:nvPr>
            <p:ph idx="1"/>
          </p:nvPr>
        </p:nvSpPr>
        <p:spPr>
          <a:xfrm>
            <a:off x="1179226" y="2890979"/>
            <a:ext cx="9833548" cy="2693976"/>
          </a:xfrm>
        </p:spPr>
        <p:txBody>
          <a:bodyPr>
            <a:normAutofit/>
          </a:bodyPr>
          <a:lstStyle/>
          <a:p>
            <a:r>
              <a:rPr lang="en-US" sz="1800" dirty="0">
                <a:solidFill>
                  <a:schemeClr val="tx2"/>
                </a:solidFill>
              </a:rPr>
              <a:t>Incremental forming is the </a:t>
            </a:r>
            <a:r>
              <a:rPr lang="en-US" sz="1800" dirty="0"/>
              <a:t>process of processing without the need of a mold to create high strength molded products. </a:t>
            </a:r>
            <a:endParaRPr lang="en-US" sz="1800" dirty="0">
              <a:solidFill>
                <a:schemeClr val="tx2"/>
              </a:solidFill>
            </a:endParaRPr>
          </a:p>
          <a:p>
            <a:r>
              <a:rPr lang="en-US" sz="1800" dirty="0">
                <a:solidFill>
                  <a:schemeClr val="tx2"/>
                </a:solidFill>
              </a:rPr>
              <a:t>Due to discontinuous CFRTP’s properties such as recyclability, and ability to hold a shape after being molded, it was selected as the test material.</a:t>
            </a:r>
          </a:p>
          <a:p>
            <a:endParaRPr lang="en-US" sz="1800" dirty="0">
              <a:solidFill>
                <a:schemeClr val="tx2"/>
              </a:solidFill>
            </a:endParaRPr>
          </a:p>
          <a:p>
            <a:endParaRPr lang="en-US" sz="1000" dirty="0"/>
          </a:p>
        </p:txBody>
      </p:sp>
      <p:sp>
        <p:nvSpPr>
          <p:cNvPr id="4" name="Slide Number Placeholder 3">
            <a:extLst>
              <a:ext uri="{FF2B5EF4-FFF2-40B4-BE49-F238E27FC236}">
                <a16:creationId xmlns:a16="http://schemas.microsoft.com/office/drawing/2014/main" id="{A20367C3-656C-3D32-90CC-E8B0450AF44D}"/>
              </a:ext>
            </a:extLst>
          </p:cNvPr>
          <p:cNvSpPr>
            <a:spLocks noGrp="1"/>
          </p:cNvSpPr>
          <p:nvPr>
            <p:ph type="sldNum" sz="quarter" idx="12"/>
          </p:nvPr>
        </p:nvSpPr>
        <p:spPr/>
        <p:txBody>
          <a:bodyPr/>
          <a:lstStyle/>
          <a:p>
            <a:fld id="{57074D78-43F8-4D34-8822-1AD70EF53A3A}" type="slidenum">
              <a:rPr lang="en-US" smtClean="0"/>
              <a:t>12</a:t>
            </a:fld>
            <a:endParaRPr lang="en-US"/>
          </a:p>
        </p:txBody>
      </p:sp>
    </p:spTree>
    <p:extLst>
      <p:ext uri="{BB962C8B-B14F-4D97-AF65-F5344CB8AC3E}">
        <p14:creationId xmlns:p14="http://schemas.microsoft.com/office/powerpoint/2010/main" val="1209194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557</TotalTime>
  <Words>1375</Words>
  <Application>Microsoft Office PowerPoint</Application>
  <PresentationFormat>Widescreen</PresentationFormat>
  <Paragraphs>107</Paragraphs>
  <Slides>12</Slides>
  <Notes>12</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Noto Sans Japanese</vt:lpstr>
      <vt:lpstr>Aptos</vt:lpstr>
      <vt:lpstr>Aptos Display</vt:lpstr>
      <vt:lpstr>Arial</vt:lpstr>
      <vt:lpstr>Roboto</vt:lpstr>
      <vt:lpstr>Office Theme</vt:lpstr>
      <vt:lpstr>Development of CAM systems for incremental forming from 3D CAD data 3D CADデータからの増分成形用CAMシステムの開発</vt:lpstr>
      <vt:lpstr>PowerPoint Presentation</vt:lpstr>
      <vt:lpstr>Introduction</vt:lpstr>
      <vt:lpstr>Mitsumori senpai’s  Flow chart</vt:lpstr>
      <vt:lpstr>My Flow chart</vt:lpstr>
      <vt:lpstr>Features of the Toolpath Generation</vt:lpstr>
      <vt:lpstr>Without the features</vt:lpstr>
      <vt:lpstr>Future steps</vt:lpstr>
      <vt:lpstr>Any Questions?</vt:lpstr>
      <vt:lpstr>PowerPoint Presentation</vt:lpstr>
      <vt:lpstr>References</vt:lpstr>
      <vt:lpstr>Introduction-What is incremental forming and discontinuous CFRTP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KARTER MAKOTOWINGTIM WONG</dc:creator>
  <cp:lastModifiedBy>karter wong</cp:lastModifiedBy>
  <cp:revision>1</cp:revision>
  <dcterms:created xsi:type="dcterms:W3CDTF">2025-01-16T04:15:47Z</dcterms:created>
  <dcterms:modified xsi:type="dcterms:W3CDTF">2025-01-20T04:37:40Z</dcterms:modified>
</cp:coreProperties>
</file>